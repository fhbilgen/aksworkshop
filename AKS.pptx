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0" r:id="rId4"/>
    <p:sldId id="262" r:id="rId5"/>
    <p:sldId id="263" r:id="rId6"/>
    <p:sldId id="257" r:id="rId7"/>
    <p:sldId id="258" r:id="rId8"/>
    <p:sldId id="259" r:id="rId9"/>
    <p:sldId id="264" r:id="rId10"/>
    <p:sldId id="266" r:id="rId11"/>
    <p:sldId id="267" r:id="rId12"/>
    <p:sldId id="270" r:id="rId13"/>
    <p:sldId id="269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867AD-4FFC-4E7B-966C-CB2130BD4B85}" v="16" dt="2026-01-08T07:44:54.3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ik bilgen" userId="9fcb1696e65a161f" providerId="LiveId" clId="{0C3A4C9E-717D-4ADE-97E0-B0AD580B3355}"/>
    <pc:docChg chg="undo custSel addSld delSld modSld">
      <pc:chgData name="faik bilgen" userId="9fcb1696e65a161f" providerId="LiveId" clId="{0C3A4C9E-717D-4ADE-97E0-B0AD580B3355}" dt="2026-01-08T07:47:44.787" v="579" actId="14100"/>
      <pc:docMkLst>
        <pc:docMk/>
      </pc:docMkLst>
      <pc:sldChg chg="modSp mod">
        <pc:chgData name="faik bilgen" userId="9fcb1696e65a161f" providerId="LiveId" clId="{0C3A4C9E-717D-4ADE-97E0-B0AD580B3355}" dt="2026-01-07T06:39:27.270" v="166" actId="20577"/>
        <pc:sldMkLst>
          <pc:docMk/>
          <pc:sldMk cId="1785283873" sldId="256"/>
        </pc:sldMkLst>
        <pc:spChg chg="mod">
          <ac:chgData name="faik bilgen" userId="9fcb1696e65a161f" providerId="LiveId" clId="{0C3A4C9E-717D-4ADE-97E0-B0AD580B3355}" dt="2026-01-07T06:39:27.270" v="166" actId="20577"/>
          <ac:spMkLst>
            <pc:docMk/>
            <pc:sldMk cId="1785283873" sldId="256"/>
            <ac:spMk id="2" creationId="{E8C392AE-673E-92C5-303F-25E8450BD96A}"/>
          </ac:spMkLst>
        </pc:spChg>
      </pc:sldChg>
      <pc:sldChg chg="addSp modSp mod setBg addAnim">
        <pc:chgData name="faik bilgen" userId="9fcb1696e65a161f" providerId="LiveId" clId="{0C3A4C9E-717D-4ADE-97E0-B0AD580B3355}" dt="2026-01-06T16:11:31.035" v="7"/>
        <pc:sldMkLst>
          <pc:docMk/>
          <pc:sldMk cId="3826261541" sldId="264"/>
        </pc:sldMkLst>
        <pc:spChg chg="mo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2" creationId="{EABE0B89-E77A-F662-6D28-4839F54E21E2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7" creationId="{FFD48BC7-DC40-47DE-87EE-9F4B6ECB9ABB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9" creationId="{E502BBC7-2C76-46F3-BC24-5985BC13DB88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11" creationId="{C7F28D52-2A5F-4D23-81AE-7CB8B591C7AF}"/>
          </ac:spMkLst>
        </pc:spChg>
        <pc:spChg chg="add">
          <ac:chgData name="faik bilgen" userId="9fcb1696e65a161f" providerId="LiveId" clId="{0C3A4C9E-717D-4ADE-97E0-B0AD580B3355}" dt="2026-01-06T16:11:31.035" v="6" actId="26606"/>
          <ac:spMkLst>
            <pc:docMk/>
            <pc:sldMk cId="3826261541" sldId="264"/>
            <ac:spMk id="13" creationId="{3629484E-3792-4B3D-89AD-7C8A1ED0E0D4}"/>
          </ac:spMkLst>
        </pc:spChg>
      </pc:sldChg>
      <pc:sldChg chg="addSp delSp modSp mod setBg addAnim delAnim">
        <pc:chgData name="faik bilgen" userId="9fcb1696e65a161f" providerId="LiveId" clId="{0C3A4C9E-717D-4ADE-97E0-B0AD580B3355}" dt="2026-01-06T16:11:23.483" v="5" actId="26606"/>
        <pc:sldMkLst>
          <pc:docMk/>
          <pc:sldMk cId="3229684071" sldId="265"/>
        </pc:sldMkLst>
        <pc:spChg chg="mo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" creationId="{E7ABDE96-608C-110E-E9D1-C9B7D2B49B6F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7" creationId="{FFD48BC7-DC40-47DE-87EE-9F4B6ECB9ABB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8" creationId="{E502BBC7-2C76-46F3-BC24-5985BC13DB88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29" creationId="{C7F28D52-2A5F-4D23-81AE-7CB8B591C7AF}"/>
          </ac:spMkLst>
        </pc:spChg>
        <pc:spChg chg="add">
          <ac:chgData name="faik bilgen" userId="9fcb1696e65a161f" providerId="LiveId" clId="{0C3A4C9E-717D-4ADE-97E0-B0AD580B3355}" dt="2026-01-06T16:11:23.483" v="5" actId="26606"/>
          <ac:spMkLst>
            <pc:docMk/>
            <pc:sldMk cId="3229684071" sldId="265"/>
            <ac:spMk id="30" creationId="{3629484E-3792-4B3D-89AD-7C8A1ED0E0D4}"/>
          </ac:spMkLst>
        </pc:spChg>
      </pc:sldChg>
      <pc:sldChg chg="addSp delSp modSp new mod">
        <pc:chgData name="faik bilgen" userId="9fcb1696e65a161f" providerId="LiveId" clId="{0C3A4C9E-717D-4ADE-97E0-B0AD580B3355}" dt="2026-01-07T17:07:21.424" v="175"/>
        <pc:sldMkLst>
          <pc:docMk/>
          <pc:sldMk cId="1874607520" sldId="266"/>
        </pc:sldMkLst>
        <pc:spChg chg="mod">
          <ac:chgData name="faik bilgen" userId="9fcb1696e65a161f" providerId="LiveId" clId="{0C3A4C9E-717D-4ADE-97E0-B0AD580B3355}" dt="2026-01-06T16:48:34.383" v="120" actId="20577"/>
          <ac:spMkLst>
            <pc:docMk/>
            <pc:sldMk cId="1874607520" sldId="266"/>
            <ac:spMk id="2" creationId="{B393E277-BE1C-BA7B-FEEF-1E721434010D}"/>
          </ac:spMkLst>
        </pc:spChg>
        <pc:graphicFrameChg chg="add mod modGraphic">
          <ac:chgData name="faik bilgen" userId="9fcb1696e65a161f" providerId="LiveId" clId="{0C3A4C9E-717D-4ADE-97E0-B0AD580B3355}" dt="2026-01-07T17:07:21.424" v="175"/>
          <ac:graphicFrameMkLst>
            <pc:docMk/>
            <pc:sldMk cId="1874607520" sldId="266"/>
            <ac:graphicFrameMk id="4" creationId="{3FD693D8-43AF-01A9-189B-5F44377E34A0}"/>
          </ac:graphicFrameMkLst>
        </pc:graphicFrameChg>
      </pc:sldChg>
      <pc:sldChg chg="addSp delSp modSp new mod setBg">
        <pc:chgData name="faik bilgen" userId="9fcb1696e65a161f" providerId="LiveId" clId="{0C3A4C9E-717D-4ADE-97E0-B0AD580B3355}" dt="2026-01-07T17:09:35.421" v="188" actId="26606"/>
        <pc:sldMkLst>
          <pc:docMk/>
          <pc:sldMk cId="3572393446" sldId="267"/>
        </pc:sldMkLst>
        <pc:spChg chg="mod">
          <ac:chgData name="faik bilgen" userId="9fcb1696e65a161f" providerId="LiveId" clId="{0C3A4C9E-717D-4ADE-97E0-B0AD580B3355}" dt="2026-01-07T17:09:35.421" v="188" actId="26606"/>
          <ac:spMkLst>
            <pc:docMk/>
            <pc:sldMk cId="3572393446" sldId="267"/>
            <ac:spMk id="2" creationId="{4EF7A6B2-4CB7-A0DE-FF18-791F9572D386}"/>
          </ac:spMkLst>
        </pc:spChg>
        <pc:spChg chg="del">
          <ac:chgData name="faik bilgen" userId="9fcb1696e65a161f" providerId="LiveId" clId="{0C3A4C9E-717D-4ADE-97E0-B0AD580B3355}" dt="2026-01-07T17:09:22.025" v="187" actId="478"/>
          <ac:spMkLst>
            <pc:docMk/>
            <pc:sldMk cId="3572393446" sldId="267"/>
            <ac:spMk id="3" creationId="{D0C23716-FF6C-8E91-3FA6-483D98523696}"/>
          </ac:spMkLst>
        </pc:spChg>
        <pc:spChg chg="add">
          <ac:chgData name="faik bilgen" userId="9fcb1696e65a161f" providerId="LiveId" clId="{0C3A4C9E-717D-4ADE-97E0-B0AD580B3355}" dt="2026-01-07T17:09:35.421" v="188" actId="26606"/>
          <ac:spMkLst>
            <pc:docMk/>
            <pc:sldMk cId="3572393446" sldId="267"/>
            <ac:spMk id="7" creationId="{FFD48BC7-DC40-47DE-87EE-9F4B6ECB9ABB}"/>
          </ac:spMkLst>
        </pc:spChg>
        <pc:spChg chg="add">
          <ac:chgData name="faik bilgen" userId="9fcb1696e65a161f" providerId="LiveId" clId="{0C3A4C9E-717D-4ADE-97E0-B0AD580B3355}" dt="2026-01-07T17:09:35.421" v="188" actId="26606"/>
          <ac:spMkLst>
            <pc:docMk/>
            <pc:sldMk cId="3572393446" sldId="267"/>
            <ac:spMk id="9" creationId="{E502BBC7-2C76-46F3-BC24-5985BC13DB88}"/>
          </ac:spMkLst>
        </pc:spChg>
        <pc:spChg chg="add">
          <ac:chgData name="faik bilgen" userId="9fcb1696e65a161f" providerId="LiveId" clId="{0C3A4C9E-717D-4ADE-97E0-B0AD580B3355}" dt="2026-01-07T17:09:35.421" v="188" actId="26606"/>
          <ac:spMkLst>
            <pc:docMk/>
            <pc:sldMk cId="3572393446" sldId="267"/>
            <ac:spMk id="11" creationId="{C7F28D52-2A5F-4D23-81AE-7CB8B591C7AF}"/>
          </ac:spMkLst>
        </pc:spChg>
        <pc:spChg chg="add">
          <ac:chgData name="faik bilgen" userId="9fcb1696e65a161f" providerId="LiveId" clId="{0C3A4C9E-717D-4ADE-97E0-B0AD580B3355}" dt="2026-01-07T17:09:35.421" v="188" actId="26606"/>
          <ac:spMkLst>
            <pc:docMk/>
            <pc:sldMk cId="3572393446" sldId="267"/>
            <ac:spMk id="13" creationId="{3629484E-3792-4B3D-89AD-7C8A1ED0E0D4}"/>
          </ac:spMkLst>
        </pc:spChg>
      </pc:sldChg>
      <pc:sldChg chg="addSp delSp modSp new del mod setBg">
        <pc:chgData name="faik bilgen" userId="9fcb1696e65a161f" providerId="LiveId" clId="{0C3A4C9E-717D-4ADE-97E0-B0AD580B3355}" dt="2026-01-08T07:26:37.487" v="380" actId="47"/>
        <pc:sldMkLst>
          <pc:docMk/>
          <pc:sldMk cId="3346773258" sldId="268"/>
        </pc:sldMkLst>
        <pc:spChg chg="mod">
          <ac:chgData name="faik bilgen" userId="9fcb1696e65a161f" providerId="LiveId" clId="{0C3A4C9E-717D-4ADE-97E0-B0AD580B3355}" dt="2026-01-08T07:20:06.660" v="259" actId="26606"/>
          <ac:spMkLst>
            <pc:docMk/>
            <pc:sldMk cId="3346773258" sldId="268"/>
            <ac:spMk id="2" creationId="{93A53FD7-6F76-ADB9-DB77-2D9108AB7993}"/>
          </ac:spMkLst>
        </pc:spChg>
        <pc:spChg chg="del">
          <ac:chgData name="faik bilgen" userId="9fcb1696e65a161f" providerId="LiveId" clId="{0C3A4C9E-717D-4ADE-97E0-B0AD580B3355}" dt="2026-01-08T07:13:30.977" v="214" actId="478"/>
          <ac:spMkLst>
            <pc:docMk/>
            <pc:sldMk cId="3346773258" sldId="268"/>
            <ac:spMk id="3" creationId="{93633680-1819-9162-3594-9538718A0F55}"/>
          </ac:spMkLst>
        </pc:spChg>
        <pc:spChg chg="add mod">
          <ac:chgData name="faik bilgen" userId="9fcb1696e65a161f" providerId="LiveId" clId="{0C3A4C9E-717D-4ADE-97E0-B0AD580B3355}" dt="2026-01-08T07:25:18.746" v="346"/>
          <ac:spMkLst>
            <pc:docMk/>
            <pc:sldMk cId="3346773258" sldId="268"/>
            <ac:spMk id="4" creationId="{877C26A9-D618-B830-5344-6153252795D5}"/>
          </ac:spMkLst>
        </pc:spChg>
        <pc:spChg chg="add">
          <ac:chgData name="faik bilgen" userId="9fcb1696e65a161f" providerId="LiveId" clId="{0C3A4C9E-717D-4ADE-97E0-B0AD580B3355}" dt="2026-01-08T07:20:06.660" v="259" actId="26606"/>
          <ac:spMkLst>
            <pc:docMk/>
            <pc:sldMk cId="3346773258" sldId="268"/>
            <ac:spMk id="6" creationId="{777A147A-9ED8-46B4-8660-1B3C2AA880B5}"/>
          </ac:spMkLst>
        </pc:spChg>
        <pc:spChg chg="add">
          <ac:chgData name="faik bilgen" userId="9fcb1696e65a161f" providerId="LiveId" clId="{0C3A4C9E-717D-4ADE-97E0-B0AD580B3355}" dt="2026-01-08T07:20:06.660" v="259" actId="26606"/>
          <ac:spMkLst>
            <pc:docMk/>
            <pc:sldMk cId="3346773258" sldId="268"/>
            <ac:spMk id="7" creationId="{5D6C15A0-C087-4593-8414-2B4EC1CDC3DE}"/>
          </ac:spMkLst>
        </pc:spChg>
        <pc:spChg chg="add del">
          <ac:chgData name="faik bilgen" userId="9fcb1696e65a161f" providerId="LiveId" clId="{0C3A4C9E-717D-4ADE-97E0-B0AD580B3355}" dt="2026-01-08T07:18:53.643" v="240" actId="26606"/>
          <ac:spMkLst>
            <pc:docMk/>
            <pc:sldMk cId="3346773258" sldId="268"/>
            <ac:spMk id="9" creationId="{DAF1966E-FD40-4A4A-B61B-C4DF7FA05F06}"/>
          </ac:spMkLst>
        </pc:spChg>
        <pc:spChg chg="add del">
          <ac:chgData name="faik bilgen" userId="9fcb1696e65a161f" providerId="LiveId" clId="{0C3A4C9E-717D-4ADE-97E0-B0AD580B3355}" dt="2026-01-08T07:18:53.643" v="240" actId="26606"/>
          <ac:spMkLst>
            <pc:docMk/>
            <pc:sldMk cId="3346773258" sldId="268"/>
            <ac:spMk id="11" creationId="{047BFA19-D45E-416B-A404-7AF2F3F27017}"/>
          </ac:spMkLst>
        </pc:spChg>
        <pc:spChg chg="add del">
          <ac:chgData name="faik bilgen" userId="9fcb1696e65a161f" providerId="LiveId" clId="{0C3A4C9E-717D-4ADE-97E0-B0AD580B3355}" dt="2026-01-08T07:18:53.643" v="240" actId="26606"/>
          <ac:spMkLst>
            <pc:docMk/>
            <pc:sldMk cId="3346773258" sldId="268"/>
            <ac:spMk id="13" creationId="{8E0105E7-23DB-4CF2-8258-FF47C7620F6E}"/>
          </ac:spMkLst>
        </pc:spChg>
        <pc:spChg chg="add del">
          <ac:chgData name="faik bilgen" userId="9fcb1696e65a161f" providerId="LiveId" clId="{0C3A4C9E-717D-4ADE-97E0-B0AD580B3355}" dt="2026-01-08T07:18:53.643" v="240" actId="26606"/>
          <ac:spMkLst>
            <pc:docMk/>
            <pc:sldMk cId="3346773258" sldId="268"/>
            <ac:spMk id="15" creationId="{074B4F7D-14B2-478B-8BF5-01E4E0C5D263}"/>
          </ac:spMkLst>
        </pc:spChg>
        <pc:spChg chg="add del">
          <ac:chgData name="faik bilgen" userId="9fcb1696e65a161f" providerId="LiveId" clId="{0C3A4C9E-717D-4ADE-97E0-B0AD580B3355}" dt="2026-01-08T07:19:03.920" v="242" actId="26606"/>
          <ac:spMkLst>
            <pc:docMk/>
            <pc:sldMk cId="3346773258" sldId="268"/>
            <ac:spMk id="18" creationId="{18873D23-2DCF-4B31-A009-95721C06E8E1}"/>
          </ac:spMkLst>
        </pc:spChg>
        <pc:spChg chg="add del">
          <ac:chgData name="faik bilgen" userId="9fcb1696e65a161f" providerId="LiveId" clId="{0C3A4C9E-717D-4ADE-97E0-B0AD580B3355}" dt="2026-01-08T07:19:03.920" v="242" actId="26606"/>
          <ac:spMkLst>
            <pc:docMk/>
            <pc:sldMk cId="3346773258" sldId="268"/>
            <ac:spMk id="19" creationId="{C13EF075-D4EF-4929-ADBC-91B27DA19955}"/>
          </ac:spMkLst>
        </pc:spChg>
        <pc:grpChg chg="add del">
          <ac:chgData name="faik bilgen" userId="9fcb1696e65a161f" providerId="LiveId" clId="{0C3A4C9E-717D-4ADE-97E0-B0AD580B3355}" dt="2026-01-08T07:19:03.920" v="242" actId="26606"/>
          <ac:grpSpMkLst>
            <pc:docMk/>
            <pc:sldMk cId="3346773258" sldId="268"/>
            <ac:grpSpMk id="20" creationId="{DAA26DFA-AAB2-4973-9C17-16D587C7B198}"/>
          </ac:grpSpMkLst>
        </pc:grpChg>
      </pc:sldChg>
      <pc:sldChg chg="addSp delSp modSp new mod setBg">
        <pc:chgData name="faik bilgen" userId="9fcb1696e65a161f" providerId="LiveId" clId="{0C3A4C9E-717D-4ADE-97E0-B0AD580B3355}" dt="2026-01-08T07:27:42.447" v="381" actId="26606"/>
        <pc:sldMkLst>
          <pc:docMk/>
          <pc:sldMk cId="3619989164" sldId="269"/>
        </pc:sldMkLst>
        <pc:spChg chg="mod">
          <ac:chgData name="faik bilgen" userId="9fcb1696e65a161f" providerId="LiveId" clId="{0C3A4C9E-717D-4ADE-97E0-B0AD580B3355}" dt="2026-01-08T07:27:42.447" v="381" actId="26606"/>
          <ac:spMkLst>
            <pc:docMk/>
            <pc:sldMk cId="3619989164" sldId="269"/>
            <ac:spMk id="2" creationId="{D9775033-B39F-A0E0-F5DD-8A5E717719B3}"/>
          </ac:spMkLst>
        </pc:spChg>
        <pc:spChg chg="del mod">
          <ac:chgData name="faik bilgen" userId="9fcb1696e65a161f" providerId="LiveId" clId="{0C3A4C9E-717D-4ADE-97E0-B0AD580B3355}" dt="2026-01-08T07:27:42.447" v="381" actId="26606"/>
          <ac:spMkLst>
            <pc:docMk/>
            <pc:sldMk cId="3619989164" sldId="269"/>
            <ac:spMk id="3" creationId="{9D549C08-8DB2-5735-B17B-A26940D01EAE}"/>
          </ac:spMkLst>
        </pc:spChg>
        <pc:spChg chg="add">
          <ac:chgData name="faik bilgen" userId="9fcb1696e65a161f" providerId="LiveId" clId="{0C3A4C9E-717D-4ADE-97E0-B0AD580B3355}" dt="2026-01-08T07:27:42.447" v="381" actId="26606"/>
          <ac:spMkLst>
            <pc:docMk/>
            <pc:sldMk cId="3619989164" sldId="269"/>
            <ac:spMk id="9" creationId="{35DB3719-6FDC-4E5D-891D-FF40B7300F64}"/>
          </ac:spMkLst>
        </pc:spChg>
        <pc:spChg chg="add">
          <ac:chgData name="faik bilgen" userId="9fcb1696e65a161f" providerId="LiveId" clId="{0C3A4C9E-717D-4ADE-97E0-B0AD580B3355}" dt="2026-01-08T07:27:42.447" v="381" actId="26606"/>
          <ac:spMkLst>
            <pc:docMk/>
            <pc:sldMk cId="3619989164" sldId="269"/>
            <ac:spMk id="11" creationId="{E0CBAC23-2E3F-4A90-BA59-F8299F6A5439}"/>
          </ac:spMkLst>
        </pc:spChg>
        <pc:graphicFrameChg chg="add">
          <ac:chgData name="faik bilgen" userId="9fcb1696e65a161f" providerId="LiveId" clId="{0C3A4C9E-717D-4ADE-97E0-B0AD580B3355}" dt="2026-01-08T07:27:42.447" v="381" actId="26606"/>
          <ac:graphicFrameMkLst>
            <pc:docMk/>
            <pc:sldMk cId="3619989164" sldId="269"/>
            <ac:graphicFrameMk id="5" creationId="{68FC6FFF-5C14-00E6-DEE7-0F99CE91297E}"/>
          </ac:graphicFrameMkLst>
        </pc:graphicFrameChg>
      </pc:sldChg>
      <pc:sldChg chg="addSp delSp modSp new mod setBg">
        <pc:chgData name="faik bilgen" userId="9fcb1696e65a161f" providerId="LiveId" clId="{0C3A4C9E-717D-4ADE-97E0-B0AD580B3355}" dt="2026-01-08T07:26:27.987" v="379" actId="26606"/>
        <pc:sldMkLst>
          <pc:docMk/>
          <pc:sldMk cId="463496407" sldId="270"/>
        </pc:sldMkLst>
        <pc:spChg chg="mod">
          <ac:chgData name="faik bilgen" userId="9fcb1696e65a161f" providerId="LiveId" clId="{0C3A4C9E-717D-4ADE-97E0-B0AD580B3355}" dt="2026-01-08T07:26:27.987" v="379" actId="26606"/>
          <ac:spMkLst>
            <pc:docMk/>
            <pc:sldMk cId="463496407" sldId="270"/>
            <ac:spMk id="2" creationId="{81541D8B-A5E3-0566-7DE2-67149D272081}"/>
          </ac:spMkLst>
        </pc:spChg>
        <pc:spChg chg="add del mod">
          <ac:chgData name="faik bilgen" userId="9fcb1696e65a161f" providerId="LiveId" clId="{0C3A4C9E-717D-4ADE-97E0-B0AD580B3355}" dt="2026-01-08T07:26:27.987" v="379" actId="26606"/>
          <ac:spMkLst>
            <pc:docMk/>
            <pc:sldMk cId="463496407" sldId="270"/>
            <ac:spMk id="3" creationId="{B2FA32A6-3517-6A4E-9076-610246494AC2}"/>
          </ac:spMkLst>
        </pc:spChg>
        <pc:spChg chg="add del">
          <ac:chgData name="faik bilgen" userId="9fcb1696e65a161f" providerId="LiveId" clId="{0C3A4C9E-717D-4ADE-97E0-B0AD580B3355}" dt="2026-01-08T07:26:05.421" v="376" actId="26606"/>
          <ac:spMkLst>
            <pc:docMk/>
            <pc:sldMk cId="463496407" sldId="270"/>
            <ac:spMk id="9" creationId="{2E442304-DDBD-4F7B-8017-36BCC863FB40}"/>
          </ac:spMkLst>
        </pc:spChg>
        <pc:spChg chg="add del">
          <ac:chgData name="faik bilgen" userId="9fcb1696e65a161f" providerId="LiveId" clId="{0C3A4C9E-717D-4ADE-97E0-B0AD580B3355}" dt="2026-01-08T07:26:05.421" v="376" actId="26606"/>
          <ac:spMkLst>
            <pc:docMk/>
            <pc:sldMk cId="463496407" sldId="270"/>
            <ac:spMk id="11" creationId="{5E107275-3853-46FD-A241-DE4355A42675}"/>
          </ac:spMkLst>
        </pc:spChg>
        <pc:spChg chg="add">
          <ac:chgData name="faik bilgen" userId="9fcb1696e65a161f" providerId="LiveId" clId="{0C3A4C9E-717D-4ADE-97E0-B0AD580B3355}" dt="2026-01-08T07:26:27.987" v="379" actId="26606"/>
          <ac:spMkLst>
            <pc:docMk/>
            <pc:sldMk cId="463496407" sldId="270"/>
            <ac:spMk id="15" creationId="{2E442304-DDBD-4F7B-8017-36BCC863FB40}"/>
          </ac:spMkLst>
        </pc:spChg>
        <pc:spChg chg="add">
          <ac:chgData name="faik bilgen" userId="9fcb1696e65a161f" providerId="LiveId" clId="{0C3A4C9E-717D-4ADE-97E0-B0AD580B3355}" dt="2026-01-08T07:26:27.987" v="379" actId="26606"/>
          <ac:spMkLst>
            <pc:docMk/>
            <pc:sldMk cId="463496407" sldId="270"/>
            <ac:spMk id="16" creationId="{5E107275-3853-46FD-A241-DE4355A42675}"/>
          </ac:spMkLst>
        </pc:spChg>
        <pc:graphicFrameChg chg="add del">
          <ac:chgData name="faik bilgen" userId="9fcb1696e65a161f" providerId="LiveId" clId="{0C3A4C9E-717D-4ADE-97E0-B0AD580B3355}" dt="2026-01-08T07:26:05.421" v="376" actId="26606"/>
          <ac:graphicFrameMkLst>
            <pc:docMk/>
            <pc:sldMk cId="463496407" sldId="270"/>
            <ac:graphicFrameMk id="5" creationId="{F0A15B44-8040-9AC0-9387-944300101A20}"/>
          </ac:graphicFrameMkLst>
        </pc:graphicFrameChg>
        <pc:graphicFrameChg chg="add del">
          <ac:chgData name="faik bilgen" userId="9fcb1696e65a161f" providerId="LiveId" clId="{0C3A4C9E-717D-4ADE-97E0-B0AD580B3355}" dt="2026-01-08T07:26:27.966" v="378" actId="26606"/>
          <ac:graphicFrameMkLst>
            <pc:docMk/>
            <pc:sldMk cId="463496407" sldId="270"/>
            <ac:graphicFrameMk id="13" creationId="{40618E2D-74F6-8A78-A635-1F7C56FA5A8F}"/>
          </ac:graphicFrameMkLst>
        </pc:graphicFrameChg>
        <pc:graphicFrameChg chg="add">
          <ac:chgData name="faik bilgen" userId="9fcb1696e65a161f" providerId="LiveId" clId="{0C3A4C9E-717D-4ADE-97E0-B0AD580B3355}" dt="2026-01-08T07:26:27.987" v="379" actId="26606"/>
          <ac:graphicFrameMkLst>
            <pc:docMk/>
            <pc:sldMk cId="463496407" sldId="270"/>
            <ac:graphicFrameMk id="17" creationId="{F0A15B44-8040-9AC0-9387-944300101A20}"/>
          </ac:graphicFrameMkLst>
        </pc:graphicFrameChg>
      </pc:sldChg>
      <pc:sldChg chg="addSp delSp modSp new mod setBg">
        <pc:chgData name="faik bilgen" userId="9fcb1696e65a161f" providerId="LiveId" clId="{0C3A4C9E-717D-4ADE-97E0-B0AD580B3355}" dt="2026-01-08T07:46:27.449" v="565" actId="1036"/>
        <pc:sldMkLst>
          <pc:docMk/>
          <pc:sldMk cId="3498216230" sldId="271"/>
        </pc:sldMkLst>
        <pc:spChg chg="mod">
          <ac:chgData name="faik bilgen" userId="9fcb1696e65a161f" providerId="LiveId" clId="{0C3A4C9E-717D-4ADE-97E0-B0AD580B3355}" dt="2026-01-08T07:43:55.193" v="515" actId="26606"/>
          <ac:spMkLst>
            <pc:docMk/>
            <pc:sldMk cId="3498216230" sldId="271"/>
            <ac:spMk id="2" creationId="{CB1C7848-32E7-6008-4D6D-C35BF30B146B}"/>
          </ac:spMkLst>
        </pc:spChg>
        <pc:spChg chg="mod">
          <ac:chgData name="faik bilgen" userId="9fcb1696e65a161f" providerId="LiveId" clId="{0C3A4C9E-717D-4ADE-97E0-B0AD580B3355}" dt="2026-01-08T07:46:27.449" v="565" actId="1036"/>
          <ac:spMkLst>
            <pc:docMk/>
            <pc:sldMk cId="3498216230" sldId="271"/>
            <ac:spMk id="3" creationId="{B0951A02-0D04-3561-B915-0E412BEBF915}"/>
          </ac:spMkLst>
        </pc:spChg>
        <pc:spChg chg="add del">
          <ac:chgData name="faik bilgen" userId="9fcb1696e65a161f" providerId="LiveId" clId="{0C3A4C9E-717D-4ADE-97E0-B0AD580B3355}" dt="2026-01-08T07:43:55.193" v="515" actId="26606"/>
          <ac:spMkLst>
            <pc:docMk/>
            <pc:sldMk cId="3498216230" sldId="271"/>
            <ac:spMk id="8" creationId="{777A147A-9ED8-46B4-8660-1B3C2AA880B5}"/>
          </ac:spMkLst>
        </pc:spChg>
        <pc:spChg chg="add del">
          <ac:chgData name="faik bilgen" userId="9fcb1696e65a161f" providerId="LiveId" clId="{0C3A4C9E-717D-4ADE-97E0-B0AD580B3355}" dt="2026-01-08T07:43:55.193" v="515" actId="26606"/>
          <ac:spMkLst>
            <pc:docMk/>
            <pc:sldMk cId="3498216230" sldId="271"/>
            <ac:spMk id="10" creationId="{5D6C15A0-C087-4593-8414-2B4EC1CDC3DE}"/>
          </ac:spMkLst>
        </pc:spChg>
        <pc:spChg chg="add">
          <ac:chgData name="faik bilgen" userId="9fcb1696e65a161f" providerId="LiveId" clId="{0C3A4C9E-717D-4ADE-97E0-B0AD580B3355}" dt="2026-01-08T07:43:55.193" v="515" actId="26606"/>
          <ac:spMkLst>
            <pc:docMk/>
            <pc:sldMk cId="3498216230" sldId="271"/>
            <ac:spMk id="15" creationId="{100EDD19-6802-4EC3-95CE-CFFAB042CFD6}"/>
          </ac:spMkLst>
        </pc:spChg>
        <pc:spChg chg="add">
          <ac:chgData name="faik bilgen" userId="9fcb1696e65a161f" providerId="LiveId" clId="{0C3A4C9E-717D-4ADE-97E0-B0AD580B3355}" dt="2026-01-08T07:43:55.193" v="515" actId="26606"/>
          <ac:spMkLst>
            <pc:docMk/>
            <pc:sldMk cId="3498216230" sldId="271"/>
            <ac:spMk id="17" creationId="{DB17E863-922E-4C26-BD64-E8FD41D28661}"/>
          </ac:spMkLst>
        </pc:spChg>
      </pc:sldChg>
      <pc:sldChg chg="addSp delSp modSp new mod setBg">
        <pc:chgData name="faik bilgen" userId="9fcb1696e65a161f" providerId="LiveId" clId="{0C3A4C9E-717D-4ADE-97E0-B0AD580B3355}" dt="2026-01-08T07:46:18.590" v="555" actId="1036"/>
        <pc:sldMkLst>
          <pc:docMk/>
          <pc:sldMk cId="4275700154" sldId="272"/>
        </pc:sldMkLst>
        <pc:spChg chg="mod">
          <ac:chgData name="faik bilgen" userId="9fcb1696e65a161f" providerId="LiveId" clId="{0C3A4C9E-717D-4ADE-97E0-B0AD580B3355}" dt="2026-01-08T07:43:58.954" v="516" actId="26606"/>
          <ac:spMkLst>
            <pc:docMk/>
            <pc:sldMk cId="4275700154" sldId="272"/>
            <ac:spMk id="2" creationId="{9FF9A83D-F5B0-DB7B-FEB9-42D00122B485}"/>
          </ac:spMkLst>
        </pc:spChg>
        <pc:spChg chg="mod">
          <ac:chgData name="faik bilgen" userId="9fcb1696e65a161f" providerId="LiveId" clId="{0C3A4C9E-717D-4ADE-97E0-B0AD580B3355}" dt="2026-01-08T07:46:18.590" v="555" actId="1036"/>
          <ac:spMkLst>
            <pc:docMk/>
            <pc:sldMk cId="4275700154" sldId="272"/>
            <ac:spMk id="3" creationId="{15C0D3D9-0B5F-4F19-76C6-8680325163A3}"/>
          </ac:spMkLst>
        </pc:spChg>
        <pc:spChg chg="add del">
          <ac:chgData name="faik bilgen" userId="9fcb1696e65a161f" providerId="LiveId" clId="{0C3A4C9E-717D-4ADE-97E0-B0AD580B3355}" dt="2026-01-08T07:43:58.954" v="516" actId="26606"/>
          <ac:spMkLst>
            <pc:docMk/>
            <pc:sldMk cId="4275700154" sldId="272"/>
            <ac:spMk id="8" creationId="{777A147A-9ED8-46B4-8660-1B3C2AA880B5}"/>
          </ac:spMkLst>
        </pc:spChg>
        <pc:spChg chg="add del">
          <ac:chgData name="faik bilgen" userId="9fcb1696e65a161f" providerId="LiveId" clId="{0C3A4C9E-717D-4ADE-97E0-B0AD580B3355}" dt="2026-01-08T07:43:58.954" v="516" actId="26606"/>
          <ac:spMkLst>
            <pc:docMk/>
            <pc:sldMk cId="4275700154" sldId="272"/>
            <ac:spMk id="10" creationId="{5D6C15A0-C087-4593-8414-2B4EC1CDC3DE}"/>
          </ac:spMkLst>
        </pc:spChg>
        <pc:spChg chg="add">
          <ac:chgData name="faik bilgen" userId="9fcb1696e65a161f" providerId="LiveId" clId="{0C3A4C9E-717D-4ADE-97E0-B0AD580B3355}" dt="2026-01-08T07:43:58.954" v="516" actId="26606"/>
          <ac:spMkLst>
            <pc:docMk/>
            <pc:sldMk cId="4275700154" sldId="272"/>
            <ac:spMk id="15" creationId="{100EDD19-6802-4EC3-95CE-CFFAB042CFD6}"/>
          </ac:spMkLst>
        </pc:spChg>
        <pc:spChg chg="add">
          <ac:chgData name="faik bilgen" userId="9fcb1696e65a161f" providerId="LiveId" clId="{0C3A4C9E-717D-4ADE-97E0-B0AD580B3355}" dt="2026-01-08T07:43:58.954" v="516" actId="26606"/>
          <ac:spMkLst>
            <pc:docMk/>
            <pc:sldMk cId="4275700154" sldId="272"/>
            <ac:spMk id="17" creationId="{DB17E863-922E-4C26-BD64-E8FD41D28661}"/>
          </ac:spMkLst>
        </pc:spChg>
      </pc:sldChg>
      <pc:sldChg chg="addSp delSp modSp new mod setBg">
        <pc:chgData name="faik bilgen" userId="9fcb1696e65a161f" providerId="LiveId" clId="{0C3A4C9E-717D-4ADE-97E0-B0AD580B3355}" dt="2026-01-08T07:47:44.787" v="579" actId="14100"/>
        <pc:sldMkLst>
          <pc:docMk/>
          <pc:sldMk cId="2080183293" sldId="273"/>
        </pc:sldMkLst>
        <pc:spChg chg="mod">
          <ac:chgData name="faik bilgen" userId="9fcb1696e65a161f" providerId="LiveId" clId="{0C3A4C9E-717D-4ADE-97E0-B0AD580B3355}" dt="2026-01-08T07:44:02.673" v="517" actId="26606"/>
          <ac:spMkLst>
            <pc:docMk/>
            <pc:sldMk cId="2080183293" sldId="273"/>
            <ac:spMk id="2" creationId="{9BF1941A-B372-995B-6115-7C7A0F5B6D16}"/>
          </ac:spMkLst>
        </pc:spChg>
        <pc:spChg chg="mod">
          <ac:chgData name="faik bilgen" userId="9fcb1696e65a161f" providerId="LiveId" clId="{0C3A4C9E-717D-4ADE-97E0-B0AD580B3355}" dt="2026-01-08T07:47:44.787" v="579" actId="14100"/>
          <ac:spMkLst>
            <pc:docMk/>
            <pc:sldMk cId="2080183293" sldId="273"/>
            <ac:spMk id="3" creationId="{3F55BEC1-706E-171B-A530-83533B9D15EC}"/>
          </ac:spMkLst>
        </pc:spChg>
        <pc:spChg chg="add del">
          <ac:chgData name="faik bilgen" userId="9fcb1696e65a161f" providerId="LiveId" clId="{0C3A4C9E-717D-4ADE-97E0-B0AD580B3355}" dt="2026-01-08T07:44:02.673" v="517" actId="26606"/>
          <ac:spMkLst>
            <pc:docMk/>
            <pc:sldMk cId="2080183293" sldId="273"/>
            <ac:spMk id="8" creationId="{777A147A-9ED8-46B4-8660-1B3C2AA880B5}"/>
          </ac:spMkLst>
        </pc:spChg>
        <pc:spChg chg="add del">
          <ac:chgData name="faik bilgen" userId="9fcb1696e65a161f" providerId="LiveId" clId="{0C3A4C9E-717D-4ADE-97E0-B0AD580B3355}" dt="2026-01-08T07:44:02.673" v="517" actId="26606"/>
          <ac:spMkLst>
            <pc:docMk/>
            <pc:sldMk cId="2080183293" sldId="273"/>
            <ac:spMk id="10" creationId="{5D6C15A0-C087-4593-8414-2B4EC1CDC3DE}"/>
          </ac:spMkLst>
        </pc:spChg>
        <pc:spChg chg="add">
          <ac:chgData name="faik bilgen" userId="9fcb1696e65a161f" providerId="LiveId" clId="{0C3A4C9E-717D-4ADE-97E0-B0AD580B3355}" dt="2026-01-08T07:44:02.673" v="517" actId="26606"/>
          <ac:spMkLst>
            <pc:docMk/>
            <pc:sldMk cId="2080183293" sldId="273"/>
            <ac:spMk id="15" creationId="{100EDD19-6802-4EC3-95CE-CFFAB042CFD6}"/>
          </ac:spMkLst>
        </pc:spChg>
        <pc:spChg chg="add">
          <ac:chgData name="faik bilgen" userId="9fcb1696e65a161f" providerId="LiveId" clId="{0C3A4C9E-717D-4ADE-97E0-B0AD580B3355}" dt="2026-01-08T07:44:02.673" v="517" actId="26606"/>
          <ac:spMkLst>
            <pc:docMk/>
            <pc:sldMk cId="2080183293" sldId="273"/>
            <ac:spMk id="17" creationId="{DB17E863-922E-4C26-BD64-E8FD41D28661}"/>
          </ac:spMkLst>
        </pc:spChg>
      </pc:sldChg>
      <pc:sldChg chg="addSp delSp modSp new mod setBg">
        <pc:chgData name="faik bilgen" userId="9fcb1696e65a161f" providerId="LiveId" clId="{0C3A4C9E-717D-4ADE-97E0-B0AD580B3355}" dt="2026-01-08T07:47:26.457" v="577" actId="948"/>
        <pc:sldMkLst>
          <pc:docMk/>
          <pc:sldMk cId="612358189" sldId="274"/>
        </pc:sldMkLst>
        <pc:spChg chg="mod">
          <ac:chgData name="faik bilgen" userId="9fcb1696e65a161f" providerId="LiveId" clId="{0C3A4C9E-717D-4ADE-97E0-B0AD580B3355}" dt="2026-01-08T07:43:46.441" v="514" actId="26606"/>
          <ac:spMkLst>
            <pc:docMk/>
            <pc:sldMk cId="612358189" sldId="274"/>
            <ac:spMk id="2" creationId="{CC9149DD-8BB7-1EAE-4C79-A44E2E30068A}"/>
          </ac:spMkLst>
        </pc:spChg>
        <pc:spChg chg="mod">
          <ac:chgData name="faik bilgen" userId="9fcb1696e65a161f" providerId="LiveId" clId="{0C3A4C9E-717D-4ADE-97E0-B0AD580B3355}" dt="2026-01-08T07:47:26.457" v="577" actId="948"/>
          <ac:spMkLst>
            <pc:docMk/>
            <pc:sldMk cId="612358189" sldId="274"/>
            <ac:spMk id="3" creationId="{3832FE40-9216-3877-8297-23F75598F452}"/>
          </ac:spMkLst>
        </pc:spChg>
        <pc:spChg chg="add del">
          <ac:chgData name="faik bilgen" userId="9fcb1696e65a161f" providerId="LiveId" clId="{0C3A4C9E-717D-4ADE-97E0-B0AD580B3355}" dt="2026-01-08T07:43:46.435" v="513" actId="26606"/>
          <ac:spMkLst>
            <pc:docMk/>
            <pc:sldMk cId="612358189" sldId="274"/>
            <ac:spMk id="8" creationId="{777A147A-9ED8-46B4-8660-1B3C2AA880B5}"/>
          </ac:spMkLst>
        </pc:spChg>
        <pc:spChg chg="add del">
          <ac:chgData name="faik bilgen" userId="9fcb1696e65a161f" providerId="LiveId" clId="{0C3A4C9E-717D-4ADE-97E0-B0AD580B3355}" dt="2026-01-08T07:43:46.435" v="513" actId="26606"/>
          <ac:spMkLst>
            <pc:docMk/>
            <pc:sldMk cId="612358189" sldId="274"/>
            <ac:spMk id="10" creationId="{5D6C15A0-C087-4593-8414-2B4EC1CDC3DE}"/>
          </ac:spMkLst>
        </pc:spChg>
        <pc:spChg chg="add">
          <ac:chgData name="faik bilgen" userId="9fcb1696e65a161f" providerId="LiveId" clId="{0C3A4C9E-717D-4ADE-97E0-B0AD580B3355}" dt="2026-01-08T07:43:46.441" v="514" actId="26606"/>
          <ac:spMkLst>
            <pc:docMk/>
            <pc:sldMk cId="612358189" sldId="274"/>
            <ac:spMk id="12" creationId="{100EDD19-6802-4EC3-95CE-CFFAB042CFD6}"/>
          </ac:spMkLst>
        </pc:spChg>
        <pc:spChg chg="add">
          <ac:chgData name="faik bilgen" userId="9fcb1696e65a161f" providerId="LiveId" clId="{0C3A4C9E-717D-4ADE-97E0-B0AD580B3355}" dt="2026-01-08T07:43:46.441" v="514" actId="26606"/>
          <ac:spMkLst>
            <pc:docMk/>
            <pc:sldMk cId="612358189" sldId="274"/>
            <ac:spMk id="13" creationId="{DB17E863-922E-4C26-BD64-E8FD41D28661}"/>
          </ac:spMkLst>
        </pc:spChg>
      </pc:sldChg>
      <pc:sldChg chg="addSp modSp new mod setBg">
        <pc:chgData name="faik bilgen" userId="9fcb1696e65a161f" providerId="LiveId" clId="{0C3A4C9E-717D-4ADE-97E0-B0AD580B3355}" dt="2026-01-08T07:47:10.908" v="576" actId="948"/>
        <pc:sldMkLst>
          <pc:docMk/>
          <pc:sldMk cId="3629431649" sldId="275"/>
        </pc:sldMkLst>
        <pc:spChg chg="mod">
          <ac:chgData name="faik bilgen" userId="9fcb1696e65a161f" providerId="LiveId" clId="{0C3A4C9E-717D-4ADE-97E0-B0AD580B3355}" dt="2026-01-08T07:45:06.558" v="524" actId="26606"/>
          <ac:spMkLst>
            <pc:docMk/>
            <pc:sldMk cId="3629431649" sldId="275"/>
            <ac:spMk id="2" creationId="{0CD8F6A6-993F-85A4-478E-053D8D0A5EFC}"/>
          </ac:spMkLst>
        </pc:spChg>
        <pc:spChg chg="mod">
          <ac:chgData name="faik bilgen" userId="9fcb1696e65a161f" providerId="LiveId" clId="{0C3A4C9E-717D-4ADE-97E0-B0AD580B3355}" dt="2026-01-08T07:47:10.908" v="576" actId="948"/>
          <ac:spMkLst>
            <pc:docMk/>
            <pc:sldMk cId="3629431649" sldId="275"/>
            <ac:spMk id="3" creationId="{C7DE3F96-4146-3DB7-A408-9B91FEC871D5}"/>
          </ac:spMkLst>
        </pc:spChg>
        <pc:spChg chg="add">
          <ac:chgData name="faik bilgen" userId="9fcb1696e65a161f" providerId="LiveId" clId="{0C3A4C9E-717D-4ADE-97E0-B0AD580B3355}" dt="2026-01-08T07:45:06.558" v="524" actId="26606"/>
          <ac:spMkLst>
            <pc:docMk/>
            <pc:sldMk cId="3629431649" sldId="275"/>
            <ac:spMk id="8" creationId="{100EDD19-6802-4EC3-95CE-CFFAB042CFD6}"/>
          </ac:spMkLst>
        </pc:spChg>
        <pc:spChg chg="add">
          <ac:chgData name="faik bilgen" userId="9fcb1696e65a161f" providerId="LiveId" clId="{0C3A4C9E-717D-4ADE-97E0-B0AD580B3355}" dt="2026-01-08T07:45:06.558" v="524" actId="26606"/>
          <ac:spMkLst>
            <pc:docMk/>
            <pc:sldMk cId="3629431649" sldId="275"/>
            <ac:spMk id="10" creationId="{DB17E863-922E-4C26-BD64-E8FD41D28661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1BA27B7-CE71-487F-B688-6790437F23F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D5EB5AA-1F52-46FB-B107-66AE245EE9BE}">
      <dgm:prSet/>
      <dgm:spPr/>
      <dgm:t>
        <a:bodyPr/>
        <a:lstStyle/>
        <a:p>
          <a:r>
            <a:rPr lang="en-US"/>
            <a:t>In </a:t>
          </a:r>
          <a:r>
            <a:rPr lang="en-US" b="1"/>
            <a:t>Azure Kubernetes Service (AKS)</a:t>
          </a:r>
          <a:r>
            <a:rPr lang="en-US"/>
            <a:t>, a </a:t>
          </a:r>
          <a:r>
            <a:rPr lang="en-US" b="1"/>
            <a:t>node pool</a:t>
          </a:r>
          <a:r>
            <a:rPr lang="en-US"/>
            <a:t> is a </a:t>
          </a:r>
          <a:r>
            <a:rPr lang="en-US" b="1"/>
            <a:t>group of worker nodes (VMs) that share the same configuration</a:t>
          </a:r>
          <a:r>
            <a:rPr lang="en-US"/>
            <a:t> (VM size, OS type, disk settings, labels/taints, scaling rules, etc.). </a:t>
          </a:r>
        </a:p>
      </dgm:t>
    </dgm:pt>
    <dgm:pt modelId="{0649746A-07EA-4D59-8065-6FA2AE0C5F36}" type="parTrans" cxnId="{D05D389F-7DDE-4733-B14A-3FE940BD6EBC}">
      <dgm:prSet/>
      <dgm:spPr/>
      <dgm:t>
        <a:bodyPr/>
        <a:lstStyle/>
        <a:p>
          <a:endParaRPr lang="en-US"/>
        </a:p>
      </dgm:t>
    </dgm:pt>
    <dgm:pt modelId="{95CFA7F6-CB26-4254-ACCA-20B78D1A8B6B}" type="sibTrans" cxnId="{D05D389F-7DDE-4733-B14A-3FE940BD6EBC}">
      <dgm:prSet/>
      <dgm:spPr/>
      <dgm:t>
        <a:bodyPr/>
        <a:lstStyle/>
        <a:p>
          <a:endParaRPr lang="en-US"/>
        </a:p>
      </dgm:t>
    </dgm:pt>
    <dgm:pt modelId="{6FC10BFC-77C8-4423-A4C7-095532419F48}">
      <dgm:prSet/>
      <dgm:spPr/>
      <dgm:t>
        <a:bodyPr/>
        <a:lstStyle/>
        <a:p>
          <a:r>
            <a:rPr lang="en-US"/>
            <a:t>You use node pools to run both </a:t>
          </a:r>
          <a:r>
            <a:rPr lang="en-US" b="1"/>
            <a:t>Kubernetes system components</a:t>
          </a:r>
          <a:r>
            <a:rPr lang="en-US"/>
            <a:t> and </a:t>
          </a:r>
          <a:r>
            <a:rPr lang="en-US" b="1"/>
            <a:t>your workloads</a:t>
          </a:r>
          <a:r>
            <a:rPr lang="en-US"/>
            <a:t>, while managing them as a unit (scale, upgrade, replace).</a:t>
          </a:r>
        </a:p>
      </dgm:t>
    </dgm:pt>
    <dgm:pt modelId="{296B9AA4-5B06-4210-B097-7C1994C5CE3D}" type="parTrans" cxnId="{76BCFBA1-7297-48C2-868E-95CA982175F8}">
      <dgm:prSet/>
      <dgm:spPr/>
      <dgm:t>
        <a:bodyPr/>
        <a:lstStyle/>
        <a:p>
          <a:endParaRPr lang="en-US"/>
        </a:p>
      </dgm:t>
    </dgm:pt>
    <dgm:pt modelId="{3DC6EC2B-AFA5-4A36-9301-9CD32C75C48E}" type="sibTrans" cxnId="{76BCFBA1-7297-48C2-868E-95CA982175F8}">
      <dgm:prSet/>
      <dgm:spPr/>
      <dgm:t>
        <a:bodyPr/>
        <a:lstStyle/>
        <a:p>
          <a:endParaRPr lang="en-US"/>
        </a:p>
      </dgm:t>
    </dgm:pt>
    <dgm:pt modelId="{8D51A01C-6948-479B-B805-F8B7FE031CFA}" type="pres">
      <dgm:prSet presAssocID="{A1BA27B7-CE71-487F-B688-6790437F23FF}" presName="vert0" presStyleCnt="0">
        <dgm:presLayoutVars>
          <dgm:dir/>
          <dgm:animOne val="branch"/>
          <dgm:animLvl val="lvl"/>
        </dgm:presLayoutVars>
      </dgm:prSet>
      <dgm:spPr/>
    </dgm:pt>
    <dgm:pt modelId="{50EDB88A-67BA-4499-91DE-0BEB5956068C}" type="pres">
      <dgm:prSet presAssocID="{ED5EB5AA-1F52-46FB-B107-66AE245EE9BE}" presName="thickLine" presStyleLbl="alignNode1" presStyleIdx="0" presStyleCnt="2"/>
      <dgm:spPr/>
    </dgm:pt>
    <dgm:pt modelId="{BB97D2C1-0427-4644-9B8D-D6F5317D994C}" type="pres">
      <dgm:prSet presAssocID="{ED5EB5AA-1F52-46FB-B107-66AE245EE9BE}" presName="horz1" presStyleCnt="0"/>
      <dgm:spPr/>
    </dgm:pt>
    <dgm:pt modelId="{10B2A6CA-F463-4FEB-A92B-0972F0381157}" type="pres">
      <dgm:prSet presAssocID="{ED5EB5AA-1F52-46FB-B107-66AE245EE9BE}" presName="tx1" presStyleLbl="revTx" presStyleIdx="0" presStyleCnt="2"/>
      <dgm:spPr/>
    </dgm:pt>
    <dgm:pt modelId="{ABC41DB4-E3EA-40DA-B52C-FEC915352DBC}" type="pres">
      <dgm:prSet presAssocID="{ED5EB5AA-1F52-46FB-B107-66AE245EE9BE}" presName="vert1" presStyleCnt="0"/>
      <dgm:spPr/>
    </dgm:pt>
    <dgm:pt modelId="{A8E98079-39BC-42AE-BEDE-C16FD987D3F7}" type="pres">
      <dgm:prSet presAssocID="{6FC10BFC-77C8-4423-A4C7-095532419F48}" presName="thickLine" presStyleLbl="alignNode1" presStyleIdx="1" presStyleCnt="2"/>
      <dgm:spPr/>
    </dgm:pt>
    <dgm:pt modelId="{0FBA8EA6-8C0D-4843-ACDA-8DDBD4F1B370}" type="pres">
      <dgm:prSet presAssocID="{6FC10BFC-77C8-4423-A4C7-095532419F48}" presName="horz1" presStyleCnt="0"/>
      <dgm:spPr/>
    </dgm:pt>
    <dgm:pt modelId="{B2FAA0F6-2971-4B6D-A65B-D59E0586DE86}" type="pres">
      <dgm:prSet presAssocID="{6FC10BFC-77C8-4423-A4C7-095532419F48}" presName="tx1" presStyleLbl="revTx" presStyleIdx="1" presStyleCnt="2"/>
      <dgm:spPr/>
    </dgm:pt>
    <dgm:pt modelId="{9B6A964D-7206-49D1-8A28-12D1F24781FB}" type="pres">
      <dgm:prSet presAssocID="{6FC10BFC-77C8-4423-A4C7-095532419F48}" presName="vert1" presStyleCnt="0"/>
      <dgm:spPr/>
    </dgm:pt>
  </dgm:ptLst>
  <dgm:cxnLst>
    <dgm:cxn modelId="{689C8E5D-0FD2-401F-991F-F0E736C1BBBA}" type="presOf" srcId="{6FC10BFC-77C8-4423-A4C7-095532419F48}" destId="{B2FAA0F6-2971-4B6D-A65B-D59E0586DE86}" srcOrd="0" destOrd="0" presId="urn:microsoft.com/office/officeart/2008/layout/LinedList"/>
    <dgm:cxn modelId="{3DC7BB67-FFE9-42F0-AAAB-BACAEA16C870}" type="presOf" srcId="{A1BA27B7-CE71-487F-B688-6790437F23FF}" destId="{8D51A01C-6948-479B-B805-F8B7FE031CFA}" srcOrd="0" destOrd="0" presId="urn:microsoft.com/office/officeart/2008/layout/LinedList"/>
    <dgm:cxn modelId="{D3686274-76E4-449E-9BAA-B8EA5D6538B0}" type="presOf" srcId="{ED5EB5AA-1F52-46FB-B107-66AE245EE9BE}" destId="{10B2A6CA-F463-4FEB-A92B-0972F0381157}" srcOrd="0" destOrd="0" presId="urn:microsoft.com/office/officeart/2008/layout/LinedList"/>
    <dgm:cxn modelId="{D05D389F-7DDE-4733-B14A-3FE940BD6EBC}" srcId="{A1BA27B7-CE71-487F-B688-6790437F23FF}" destId="{ED5EB5AA-1F52-46FB-B107-66AE245EE9BE}" srcOrd="0" destOrd="0" parTransId="{0649746A-07EA-4D59-8065-6FA2AE0C5F36}" sibTransId="{95CFA7F6-CB26-4254-ACCA-20B78D1A8B6B}"/>
    <dgm:cxn modelId="{76BCFBA1-7297-48C2-868E-95CA982175F8}" srcId="{A1BA27B7-CE71-487F-B688-6790437F23FF}" destId="{6FC10BFC-77C8-4423-A4C7-095532419F48}" srcOrd="1" destOrd="0" parTransId="{296B9AA4-5B06-4210-B097-7C1994C5CE3D}" sibTransId="{3DC6EC2B-AFA5-4A36-9301-9CD32C75C48E}"/>
    <dgm:cxn modelId="{EE521228-5549-44AE-910B-C5D50C925226}" type="presParOf" srcId="{8D51A01C-6948-479B-B805-F8B7FE031CFA}" destId="{50EDB88A-67BA-4499-91DE-0BEB5956068C}" srcOrd="0" destOrd="0" presId="urn:microsoft.com/office/officeart/2008/layout/LinedList"/>
    <dgm:cxn modelId="{F95219FE-F86C-4C95-9F5D-791FDEAC86AB}" type="presParOf" srcId="{8D51A01C-6948-479B-B805-F8B7FE031CFA}" destId="{BB97D2C1-0427-4644-9B8D-D6F5317D994C}" srcOrd="1" destOrd="0" presId="urn:microsoft.com/office/officeart/2008/layout/LinedList"/>
    <dgm:cxn modelId="{071C0B26-679B-4C6A-B58B-3B1FBB6D5E63}" type="presParOf" srcId="{BB97D2C1-0427-4644-9B8D-D6F5317D994C}" destId="{10B2A6CA-F463-4FEB-A92B-0972F0381157}" srcOrd="0" destOrd="0" presId="urn:microsoft.com/office/officeart/2008/layout/LinedList"/>
    <dgm:cxn modelId="{CFBCA4CE-A6F6-45C5-B8DC-7BA846F35E0D}" type="presParOf" srcId="{BB97D2C1-0427-4644-9B8D-D6F5317D994C}" destId="{ABC41DB4-E3EA-40DA-B52C-FEC915352DBC}" srcOrd="1" destOrd="0" presId="urn:microsoft.com/office/officeart/2008/layout/LinedList"/>
    <dgm:cxn modelId="{2B76CE00-0FAD-4D57-A7AD-D3441F4545FA}" type="presParOf" srcId="{8D51A01C-6948-479B-B805-F8B7FE031CFA}" destId="{A8E98079-39BC-42AE-BEDE-C16FD987D3F7}" srcOrd="2" destOrd="0" presId="urn:microsoft.com/office/officeart/2008/layout/LinedList"/>
    <dgm:cxn modelId="{C64D2656-CE1F-43AC-9928-4762991C7FA1}" type="presParOf" srcId="{8D51A01C-6948-479B-B805-F8B7FE031CFA}" destId="{0FBA8EA6-8C0D-4843-ACDA-8DDBD4F1B370}" srcOrd="3" destOrd="0" presId="urn:microsoft.com/office/officeart/2008/layout/LinedList"/>
    <dgm:cxn modelId="{097FBC6C-D556-456E-BDB2-C0D02F4AAAE1}" type="presParOf" srcId="{0FBA8EA6-8C0D-4843-ACDA-8DDBD4F1B370}" destId="{B2FAA0F6-2971-4B6D-A65B-D59E0586DE86}" srcOrd="0" destOrd="0" presId="urn:microsoft.com/office/officeart/2008/layout/LinedList"/>
    <dgm:cxn modelId="{C947839F-5A1B-4270-8D32-40448F2EA3E8}" type="presParOf" srcId="{0FBA8EA6-8C0D-4843-ACDA-8DDBD4F1B370}" destId="{9B6A964D-7206-49D1-8A28-12D1F24781F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B352BBA-696E-49AD-8E4B-A2DB13D1BB4E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2681AA3-C977-4C5A-8544-C590B5239933}">
      <dgm:prSet/>
      <dgm:spPr/>
      <dgm:t>
        <a:bodyPr/>
        <a:lstStyle/>
        <a:p>
          <a:r>
            <a:rPr lang="en-US" b="1"/>
            <a:t>Scale</a:t>
          </a:r>
          <a:r>
            <a:rPr lang="en-US"/>
            <a:t> node count (manually or with cluster autoscaler rules per pool).</a:t>
          </a:r>
        </a:p>
      </dgm:t>
    </dgm:pt>
    <dgm:pt modelId="{42666404-442E-40AD-ADDE-A808E5EA0BAC}" type="parTrans" cxnId="{07DA7A2C-4762-48F9-8CC8-488280506377}">
      <dgm:prSet/>
      <dgm:spPr/>
      <dgm:t>
        <a:bodyPr/>
        <a:lstStyle/>
        <a:p>
          <a:endParaRPr lang="en-US"/>
        </a:p>
      </dgm:t>
    </dgm:pt>
    <dgm:pt modelId="{955EDEE2-114D-4523-B3E9-E8282A4A349F}" type="sibTrans" cxnId="{07DA7A2C-4762-48F9-8CC8-488280506377}">
      <dgm:prSet/>
      <dgm:spPr/>
      <dgm:t>
        <a:bodyPr/>
        <a:lstStyle/>
        <a:p>
          <a:endParaRPr lang="en-US"/>
        </a:p>
      </dgm:t>
    </dgm:pt>
    <dgm:pt modelId="{78EE957A-9433-4491-8A77-9DEFF45E5C17}">
      <dgm:prSet/>
      <dgm:spPr/>
      <dgm:t>
        <a:bodyPr/>
        <a:lstStyle/>
        <a:p>
          <a:r>
            <a:rPr lang="en-US" b="1"/>
            <a:t>Upgrade</a:t>
          </a:r>
          <a:r>
            <a:rPr lang="en-US"/>
            <a:t> nodes in a controlled way (rolling upgrades, surge settings, drain/soak behavior).</a:t>
          </a:r>
        </a:p>
      </dgm:t>
    </dgm:pt>
    <dgm:pt modelId="{4D0D8B4C-E5D9-466F-B5E0-C32381AEF9AD}" type="parTrans" cxnId="{9084E3E7-485B-4547-80C9-628363F39FFA}">
      <dgm:prSet/>
      <dgm:spPr/>
      <dgm:t>
        <a:bodyPr/>
        <a:lstStyle/>
        <a:p>
          <a:endParaRPr lang="en-US"/>
        </a:p>
      </dgm:t>
    </dgm:pt>
    <dgm:pt modelId="{B4041E72-98C8-4953-A0C6-B905BC062A90}" type="sibTrans" cxnId="{9084E3E7-485B-4547-80C9-628363F39FFA}">
      <dgm:prSet/>
      <dgm:spPr/>
      <dgm:t>
        <a:bodyPr/>
        <a:lstStyle/>
        <a:p>
          <a:endParaRPr lang="en-US"/>
        </a:p>
      </dgm:t>
    </dgm:pt>
    <dgm:pt modelId="{6720E7A8-F8D3-4853-AE35-F2DFC39C0835}">
      <dgm:prSet/>
      <dgm:spPr/>
      <dgm:t>
        <a:bodyPr/>
        <a:lstStyle/>
        <a:p>
          <a:r>
            <a:rPr lang="en-US" b="1"/>
            <a:t>Isolate workloads</a:t>
          </a:r>
          <a:r>
            <a:rPr lang="en-US"/>
            <a:t> using </a:t>
          </a:r>
          <a:r>
            <a:rPr lang="en-US" b="1"/>
            <a:t>labels/taints</a:t>
          </a:r>
          <a:r>
            <a:rPr lang="en-US"/>
            <a:t> (e.g., dedicated pools for system, ingress, batch, GPU, Windows, etc.).</a:t>
          </a:r>
        </a:p>
      </dgm:t>
    </dgm:pt>
    <dgm:pt modelId="{4FAB36D1-359B-4293-856C-C123A880502B}" type="parTrans" cxnId="{0CBFFE55-7360-420F-AC93-342D5F98EDE4}">
      <dgm:prSet/>
      <dgm:spPr/>
      <dgm:t>
        <a:bodyPr/>
        <a:lstStyle/>
        <a:p>
          <a:endParaRPr lang="en-US"/>
        </a:p>
      </dgm:t>
    </dgm:pt>
    <dgm:pt modelId="{BBDAF71E-80E8-4771-B846-93A9C77D5267}" type="sibTrans" cxnId="{0CBFFE55-7360-420F-AC93-342D5F98EDE4}">
      <dgm:prSet/>
      <dgm:spPr/>
      <dgm:t>
        <a:bodyPr/>
        <a:lstStyle/>
        <a:p>
          <a:endParaRPr lang="en-US"/>
        </a:p>
      </dgm:t>
    </dgm:pt>
    <dgm:pt modelId="{0D1BD271-9033-47DE-BF0B-9C96E13B5BF0}">
      <dgm:prSet/>
      <dgm:spPr/>
      <dgm:t>
        <a:bodyPr/>
        <a:lstStyle/>
        <a:p>
          <a:r>
            <a:rPr lang="en-US" b="1"/>
            <a:t>Choose OS + image/disk behavior</a:t>
          </a:r>
          <a:r>
            <a:rPr lang="en-US"/>
            <a:t> (Linux/Windows; options like ephemeral OS disks are available when creating/adding pools).</a:t>
          </a:r>
        </a:p>
      </dgm:t>
    </dgm:pt>
    <dgm:pt modelId="{AFC04FC9-8BF3-440C-8B36-20E5BE728661}" type="parTrans" cxnId="{30569C90-BB4B-4508-88EE-8F621AED6E28}">
      <dgm:prSet/>
      <dgm:spPr/>
      <dgm:t>
        <a:bodyPr/>
        <a:lstStyle/>
        <a:p>
          <a:endParaRPr lang="en-US"/>
        </a:p>
      </dgm:t>
    </dgm:pt>
    <dgm:pt modelId="{FBFE8F9B-D916-42DE-A804-26C118A2F599}" type="sibTrans" cxnId="{30569C90-BB4B-4508-88EE-8F621AED6E28}">
      <dgm:prSet/>
      <dgm:spPr/>
      <dgm:t>
        <a:bodyPr/>
        <a:lstStyle/>
        <a:p>
          <a:endParaRPr lang="en-US"/>
        </a:p>
      </dgm:t>
    </dgm:pt>
    <dgm:pt modelId="{4352E76A-9CFE-45E1-ADD4-2C411782C7C3}" type="pres">
      <dgm:prSet presAssocID="{AB352BBA-696E-49AD-8E4B-A2DB13D1BB4E}" presName="Name0" presStyleCnt="0">
        <dgm:presLayoutVars>
          <dgm:dir/>
          <dgm:resizeHandles val="exact"/>
        </dgm:presLayoutVars>
      </dgm:prSet>
      <dgm:spPr/>
    </dgm:pt>
    <dgm:pt modelId="{8ACFA18C-F0C2-444A-9760-E75A514E9798}" type="pres">
      <dgm:prSet presAssocID="{72681AA3-C977-4C5A-8544-C590B5239933}" presName="node" presStyleLbl="node1" presStyleIdx="0" presStyleCnt="4">
        <dgm:presLayoutVars>
          <dgm:bulletEnabled val="1"/>
        </dgm:presLayoutVars>
      </dgm:prSet>
      <dgm:spPr/>
    </dgm:pt>
    <dgm:pt modelId="{91CD0586-D1F6-4895-9E4E-70218A537640}" type="pres">
      <dgm:prSet presAssocID="{955EDEE2-114D-4523-B3E9-E8282A4A349F}" presName="sibTrans" presStyleLbl="sibTrans1D1" presStyleIdx="0" presStyleCnt="3"/>
      <dgm:spPr/>
    </dgm:pt>
    <dgm:pt modelId="{3C95CE91-AF32-425B-9652-96DA195078FE}" type="pres">
      <dgm:prSet presAssocID="{955EDEE2-114D-4523-B3E9-E8282A4A349F}" presName="connectorText" presStyleLbl="sibTrans1D1" presStyleIdx="0" presStyleCnt="3"/>
      <dgm:spPr/>
    </dgm:pt>
    <dgm:pt modelId="{3739BA12-A258-467C-9A50-9A84655D64F2}" type="pres">
      <dgm:prSet presAssocID="{78EE957A-9433-4491-8A77-9DEFF45E5C17}" presName="node" presStyleLbl="node1" presStyleIdx="1" presStyleCnt="4">
        <dgm:presLayoutVars>
          <dgm:bulletEnabled val="1"/>
        </dgm:presLayoutVars>
      </dgm:prSet>
      <dgm:spPr/>
    </dgm:pt>
    <dgm:pt modelId="{6157ECAF-B588-41B9-95F5-85811C710C13}" type="pres">
      <dgm:prSet presAssocID="{B4041E72-98C8-4953-A0C6-B905BC062A90}" presName="sibTrans" presStyleLbl="sibTrans1D1" presStyleIdx="1" presStyleCnt="3"/>
      <dgm:spPr/>
    </dgm:pt>
    <dgm:pt modelId="{74A9D3DB-E16F-413C-B379-EEAAEF1ECC2D}" type="pres">
      <dgm:prSet presAssocID="{B4041E72-98C8-4953-A0C6-B905BC062A90}" presName="connectorText" presStyleLbl="sibTrans1D1" presStyleIdx="1" presStyleCnt="3"/>
      <dgm:spPr/>
    </dgm:pt>
    <dgm:pt modelId="{7580B5EE-BD7C-4D8E-B995-5EACDF80759A}" type="pres">
      <dgm:prSet presAssocID="{6720E7A8-F8D3-4853-AE35-F2DFC39C0835}" presName="node" presStyleLbl="node1" presStyleIdx="2" presStyleCnt="4">
        <dgm:presLayoutVars>
          <dgm:bulletEnabled val="1"/>
        </dgm:presLayoutVars>
      </dgm:prSet>
      <dgm:spPr/>
    </dgm:pt>
    <dgm:pt modelId="{06FD83A2-2210-4D0D-B11C-2AFFBE84016E}" type="pres">
      <dgm:prSet presAssocID="{BBDAF71E-80E8-4771-B846-93A9C77D5267}" presName="sibTrans" presStyleLbl="sibTrans1D1" presStyleIdx="2" presStyleCnt="3"/>
      <dgm:spPr/>
    </dgm:pt>
    <dgm:pt modelId="{C8DA36D0-9B51-4980-AD82-801C205E14A9}" type="pres">
      <dgm:prSet presAssocID="{BBDAF71E-80E8-4771-B846-93A9C77D5267}" presName="connectorText" presStyleLbl="sibTrans1D1" presStyleIdx="2" presStyleCnt="3"/>
      <dgm:spPr/>
    </dgm:pt>
    <dgm:pt modelId="{EB878757-D4B4-456A-BF2A-C195AC89FE3A}" type="pres">
      <dgm:prSet presAssocID="{0D1BD271-9033-47DE-BF0B-9C96E13B5BF0}" presName="node" presStyleLbl="node1" presStyleIdx="3" presStyleCnt="4">
        <dgm:presLayoutVars>
          <dgm:bulletEnabled val="1"/>
        </dgm:presLayoutVars>
      </dgm:prSet>
      <dgm:spPr/>
    </dgm:pt>
  </dgm:ptLst>
  <dgm:cxnLst>
    <dgm:cxn modelId="{07DA7A2C-4762-48F9-8CC8-488280506377}" srcId="{AB352BBA-696E-49AD-8E4B-A2DB13D1BB4E}" destId="{72681AA3-C977-4C5A-8544-C590B5239933}" srcOrd="0" destOrd="0" parTransId="{42666404-442E-40AD-ADDE-A808E5EA0BAC}" sibTransId="{955EDEE2-114D-4523-B3E9-E8282A4A349F}"/>
    <dgm:cxn modelId="{A921A12F-A97D-481E-AE75-C79EDD54EF7E}" type="presOf" srcId="{BBDAF71E-80E8-4771-B846-93A9C77D5267}" destId="{06FD83A2-2210-4D0D-B11C-2AFFBE84016E}" srcOrd="0" destOrd="0" presId="urn:microsoft.com/office/officeart/2016/7/layout/RepeatingBendingProcessNew"/>
    <dgm:cxn modelId="{65258B43-5D15-448D-BE63-CCBB93C5B5C2}" type="presOf" srcId="{B4041E72-98C8-4953-A0C6-B905BC062A90}" destId="{74A9D3DB-E16F-413C-B379-EEAAEF1ECC2D}" srcOrd="1" destOrd="0" presId="urn:microsoft.com/office/officeart/2016/7/layout/RepeatingBendingProcessNew"/>
    <dgm:cxn modelId="{FE873F47-9BCC-4D8A-A483-560BFFE18224}" type="presOf" srcId="{0D1BD271-9033-47DE-BF0B-9C96E13B5BF0}" destId="{EB878757-D4B4-456A-BF2A-C195AC89FE3A}" srcOrd="0" destOrd="0" presId="urn:microsoft.com/office/officeart/2016/7/layout/RepeatingBendingProcessNew"/>
    <dgm:cxn modelId="{0CBFFE55-7360-420F-AC93-342D5F98EDE4}" srcId="{AB352BBA-696E-49AD-8E4B-A2DB13D1BB4E}" destId="{6720E7A8-F8D3-4853-AE35-F2DFC39C0835}" srcOrd="2" destOrd="0" parTransId="{4FAB36D1-359B-4293-856C-C123A880502B}" sibTransId="{BBDAF71E-80E8-4771-B846-93A9C77D5267}"/>
    <dgm:cxn modelId="{169E3677-1ADC-44BD-BD45-64258F6BE434}" type="presOf" srcId="{955EDEE2-114D-4523-B3E9-E8282A4A349F}" destId="{91CD0586-D1F6-4895-9E4E-70218A537640}" srcOrd="0" destOrd="0" presId="urn:microsoft.com/office/officeart/2016/7/layout/RepeatingBendingProcessNew"/>
    <dgm:cxn modelId="{30569C90-BB4B-4508-88EE-8F621AED6E28}" srcId="{AB352BBA-696E-49AD-8E4B-A2DB13D1BB4E}" destId="{0D1BD271-9033-47DE-BF0B-9C96E13B5BF0}" srcOrd="3" destOrd="0" parTransId="{AFC04FC9-8BF3-440C-8B36-20E5BE728661}" sibTransId="{FBFE8F9B-D916-42DE-A804-26C118A2F599}"/>
    <dgm:cxn modelId="{12604C99-91E4-43E2-8513-165392BFC386}" type="presOf" srcId="{955EDEE2-114D-4523-B3E9-E8282A4A349F}" destId="{3C95CE91-AF32-425B-9652-96DA195078FE}" srcOrd="1" destOrd="0" presId="urn:microsoft.com/office/officeart/2016/7/layout/RepeatingBendingProcessNew"/>
    <dgm:cxn modelId="{E40076A5-DBBD-4FF3-A5B3-39F6419AA76E}" type="presOf" srcId="{6720E7A8-F8D3-4853-AE35-F2DFC39C0835}" destId="{7580B5EE-BD7C-4D8E-B995-5EACDF80759A}" srcOrd="0" destOrd="0" presId="urn:microsoft.com/office/officeart/2016/7/layout/RepeatingBendingProcessNew"/>
    <dgm:cxn modelId="{5D5351B1-8C49-47E7-B646-F3AF4B622B72}" type="presOf" srcId="{B4041E72-98C8-4953-A0C6-B905BC062A90}" destId="{6157ECAF-B588-41B9-95F5-85811C710C13}" srcOrd="0" destOrd="0" presId="urn:microsoft.com/office/officeart/2016/7/layout/RepeatingBendingProcessNew"/>
    <dgm:cxn modelId="{5AA972B4-4A79-413D-A7CC-CC75A46072F8}" type="presOf" srcId="{BBDAF71E-80E8-4771-B846-93A9C77D5267}" destId="{C8DA36D0-9B51-4980-AD82-801C205E14A9}" srcOrd="1" destOrd="0" presId="urn:microsoft.com/office/officeart/2016/7/layout/RepeatingBendingProcessNew"/>
    <dgm:cxn modelId="{A83CEABC-ADF4-4D4C-812E-6E2BC661B08B}" type="presOf" srcId="{AB352BBA-696E-49AD-8E4B-A2DB13D1BB4E}" destId="{4352E76A-9CFE-45E1-ADD4-2C411782C7C3}" srcOrd="0" destOrd="0" presId="urn:microsoft.com/office/officeart/2016/7/layout/RepeatingBendingProcessNew"/>
    <dgm:cxn modelId="{5225A5DA-1687-4CB3-8067-7645BDEA7D2E}" type="presOf" srcId="{72681AA3-C977-4C5A-8544-C590B5239933}" destId="{8ACFA18C-F0C2-444A-9760-E75A514E9798}" srcOrd="0" destOrd="0" presId="urn:microsoft.com/office/officeart/2016/7/layout/RepeatingBendingProcessNew"/>
    <dgm:cxn modelId="{9084E3E7-485B-4547-80C9-628363F39FFA}" srcId="{AB352BBA-696E-49AD-8E4B-A2DB13D1BB4E}" destId="{78EE957A-9433-4491-8A77-9DEFF45E5C17}" srcOrd="1" destOrd="0" parTransId="{4D0D8B4C-E5D9-466F-B5E0-C32381AEF9AD}" sibTransId="{B4041E72-98C8-4953-A0C6-B905BC062A90}"/>
    <dgm:cxn modelId="{D85A8EEE-3219-4173-9D89-40FDC53854E6}" type="presOf" srcId="{78EE957A-9433-4491-8A77-9DEFF45E5C17}" destId="{3739BA12-A258-467C-9A50-9A84655D64F2}" srcOrd="0" destOrd="0" presId="urn:microsoft.com/office/officeart/2016/7/layout/RepeatingBendingProcessNew"/>
    <dgm:cxn modelId="{E9CC9CEF-707E-49C4-B1EF-D31721E58D51}" type="presParOf" srcId="{4352E76A-9CFE-45E1-ADD4-2C411782C7C3}" destId="{8ACFA18C-F0C2-444A-9760-E75A514E9798}" srcOrd="0" destOrd="0" presId="urn:microsoft.com/office/officeart/2016/7/layout/RepeatingBendingProcessNew"/>
    <dgm:cxn modelId="{B05BC271-727A-46E5-81E2-ED7BF959F05B}" type="presParOf" srcId="{4352E76A-9CFE-45E1-ADD4-2C411782C7C3}" destId="{91CD0586-D1F6-4895-9E4E-70218A537640}" srcOrd="1" destOrd="0" presId="urn:microsoft.com/office/officeart/2016/7/layout/RepeatingBendingProcessNew"/>
    <dgm:cxn modelId="{1A8A3E29-B588-4B89-AE89-7EAE277ACD19}" type="presParOf" srcId="{91CD0586-D1F6-4895-9E4E-70218A537640}" destId="{3C95CE91-AF32-425B-9652-96DA195078FE}" srcOrd="0" destOrd="0" presId="urn:microsoft.com/office/officeart/2016/7/layout/RepeatingBendingProcessNew"/>
    <dgm:cxn modelId="{D6C4D3DD-CF57-4860-B603-EBF43CE321EE}" type="presParOf" srcId="{4352E76A-9CFE-45E1-ADD4-2C411782C7C3}" destId="{3739BA12-A258-467C-9A50-9A84655D64F2}" srcOrd="2" destOrd="0" presId="urn:microsoft.com/office/officeart/2016/7/layout/RepeatingBendingProcessNew"/>
    <dgm:cxn modelId="{FE354514-0401-435C-87EC-760984ED858A}" type="presParOf" srcId="{4352E76A-9CFE-45E1-ADD4-2C411782C7C3}" destId="{6157ECAF-B588-41B9-95F5-85811C710C13}" srcOrd="3" destOrd="0" presId="urn:microsoft.com/office/officeart/2016/7/layout/RepeatingBendingProcessNew"/>
    <dgm:cxn modelId="{6142B52A-D6BF-4172-ACC6-B1C42AA565E9}" type="presParOf" srcId="{6157ECAF-B588-41B9-95F5-85811C710C13}" destId="{74A9D3DB-E16F-413C-B379-EEAAEF1ECC2D}" srcOrd="0" destOrd="0" presId="urn:microsoft.com/office/officeart/2016/7/layout/RepeatingBendingProcessNew"/>
    <dgm:cxn modelId="{96682A4B-B24B-4533-A9ED-51A4F18C8498}" type="presParOf" srcId="{4352E76A-9CFE-45E1-ADD4-2C411782C7C3}" destId="{7580B5EE-BD7C-4D8E-B995-5EACDF80759A}" srcOrd="4" destOrd="0" presId="urn:microsoft.com/office/officeart/2016/7/layout/RepeatingBendingProcessNew"/>
    <dgm:cxn modelId="{13137DA3-87AC-415F-9A73-DE0BD9457D68}" type="presParOf" srcId="{4352E76A-9CFE-45E1-ADD4-2C411782C7C3}" destId="{06FD83A2-2210-4D0D-B11C-2AFFBE84016E}" srcOrd="5" destOrd="0" presId="urn:microsoft.com/office/officeart/2016/7/layout/RepeatingBendingProcessNew"/>
    <dgm:cxn modelId="{A7009E85-6125-4C66-AEC3-30C3F6A2CFB2}" type="presParOf" srcId="{06FD83A2-2210-4D0D-B11C-2AFFBE84016E}" destId="{C8DA36D0-9B51-4980-AD82-801C205E14A9}" srcOrd="0" destOrd="0" presId="urn:microsoft.com/office/officeart/2016/7/layout/RepeatingBendingProcessNew"/>
    <dgm:cxn modelId="{261F1ABB-57B2-4EBF-BDDF-129226034951}" type="presParOf" srcId="{4352E76A-9CFE-45E1-ADD4-2C411782C7C3}" destId="{EB878757-D4B4-456A-BF2A-C195AC89FE3A}" srcOrd="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EDB88A-67BA-4499-91DE-0BEB5956068C}">
      <dsp:nvSpPr>
        <dsp:cNvPr id="0" name=""/>
        <dsp:cNvSpPr/>
      </dsp:nvSpPr>
      <dsp:spPr>
        <a:xfrm>
          <a:off x="0" y="0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B2A6CA-F463-4FEB-A92B-0972F0381157}">
      <dsp:nvSpPr>
        <dsp:cNvPr id="0" name=""/>
        <dsp:cNvSpPr/>
      </dsp:nvSpPr>
      <dsp:spPr>
        <a:xfrm>
          <a:off x="0" y="0"/>
          <a:ext cx="6900512" cy="2768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In </a:t>
          </a:r>
          <a:r>
            <a:rPr lang="en-US" sz="3000" b="1" kern="1200"/>
            <a:t>Azure Kubernetes Service (AKS)</a:t>
          </a:r>
          <a:r>
            <a:rPr lang="en-US" sz="3000" kern="1200"/>
            <a:t>, a </a:t>
          </a:r>
          <a:r>
            <a:rPr lang="en-US" sz="3000" b="1" kern="1200"/>
            <a:t>node pool</a:t>
          </a:r>
          <a:r>
            <a:rPr lang="en-US" sz="3000" kern="1200"/>
            <a:t> is a </a:t>
          </a:r>
          <a:r>
            <a:rPr lang="en-US" sz="3000" b="1" kern="1200"/>
            <a:t>group of worker nodes (VMs) that share the same configuration</a:t>
          </a:r>
          <a:r>
            <a:rPr lang="en-US" sz="3000" kern="1200"/>
            <a:t> (VM size, OS type, disk settings, labels/taints, scaling rules, etc.). </a:t>
          </a:r>
        </a:p>
      </dsp:txBody>
      <dsp:txXfrm>
        <a:off x="0" y="0"/>
        <a:ext cx="6900512" cy="2768070"/>
      </dsp:txXfrm>
    </dsp:sp>
    <dsp:sp modelId="{A8E98079-39BC-42AE-BEDE-C16FD987D3F7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FAA0F6-2971-4B6D-A65B-D59E0586DE86}">
      <dsp:nvSpPr>
        <dsp:cNvPr id="0" name=""/>
        <dsp:cNvSpPr/>
      </dsp:nvSpPr>
      <dsp:spPr>
        <a:xfrm>
          <a:off x="0" y="2768070"/>
          <a:ext cx="6900512" cy="2768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You use node pools to run both </a:t>
          </a:r>
          <a:r>
            <a:rPr lang="en-US" sz="3000" b="1" kern="1200"/>
            <a:t>Kubernetes system components</a:t>
          </a:r>
          <a:r>
            <a:rPr lang="en-US" sz="3000" kern="1200"/>
            <a:t> and </a:t>
          </a:r>
          <a:r>
            <a:rPr lang="en-US" sz="3000" b="1" kern="1200"/>
            <a:t>your workloads</a:t>
          </a:r>
          <a:r>
            <a:rPr lang="en-US" sz="3000" kern="1200"/>
            <a:t>, while managing them as a unit (scale, upgrade, replace).</a:t>
          </a:r>
        </a:p>
      </dsp:txBody>
      <dsp:txXfrm>
        <a:off x="0" y="2768070"/>
        <a:ext cx="6900512" cy="27680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CD0586-D1F6-4895-9E4E-70218A537640}">
      <dsp:nvSpPr>
        <dsp:cNvPr id="0" name=""/>
        <dsp:cNvSpPr/>
      </dsp:nvSpPr>
      <dsp:spPr>
        <a:xfrm>
          <a:off x="3243197" y="784453"/>
          <a:ext cx="60357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3570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29128" y="827002"/>
        <a:ext cx="31708" cy="6341"/>
      </dsp:txXfrm>
    </dsp:sp>
    <dsp:sp modelId="{8ACFA18C-F0C2-444A-9760-E75A514E9798}">
      <dsp:nvSpPr>
        <dsp:cNvPr id="0" name=""/>
        <dsp:cNvSpPr/>
      </dsp:nvSpPr>
      <dsp:spPr>
        <a:xfrm>
          <a:off x="487732" y="2994"/>
          <a:ext cx="2757264" cy="1654358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08" tIns="141820" rIns="135108" bIns="14182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Scale</a:t>
          </a:r>
          <a:r>
            <a:rPr lang="en-US" sz="1700" kern="1200"/>
            <a:t> node count (manually or with cluster autoscaler rules per pool).</a:t>
          </a:r>
        </a:p>
      </dsp:txBody>
      <dsp:txXfrm>
        <a:off x="487732" y="2994"/>
        <a:ext cx="2757264" cy="1654358"/>
      </dsp:txXfrm>
    </dsp:sp>
    <dsp:sp modelId="{6157ECAF-B588-41B9-95F5-85811C710C13}">
      <dsp:nvSpPr>
        <dsp:cNvPr id="0" name=""/>
        <dsp:cNvSpPr/>
      </dsp:nvSpPr>
      <dsp:spPr>
        <a:xfrm>
          <a:off x="6634632" y="784453"/>
          <a:ext cx="60357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03570" y="45720"/>
              </a:lnTo>
            </a:path>
          </a:pathLst>
        </a:custGeom>
        <a:noFill/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920563" y="827002"/>
        <a:ext cx="31708" cy="6341"/>
      </dsp:txXfrm>
    </dsp:sp>
    <dsp:sp modelId="{3739BA12-A258-467C-9A50-9A84655D64F2}">
      <dsp:nvSpPr>
        <dsp:cNvPr id="0" name=""/>
        <dsp:cNvSpPr/>
      </dsp:nvSpPr>
      <dsp:spPr>
        <a:xfrm>
          <a:off x="3879167" y="2994"/>
          <a:ext cx="2757264" cy="1654358"/>
        </a:xfrm>
        <a:prstGeom prst="rect">
          <a:avLst/>
        </a:prstGeom>
        <a:solidFill>
          <a:schemeClr val="accent5">
            <a:hueOff val="-4050717"/>
            <a:satOff val="-275"/>
            <a:lumOff val="65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08" tIns="141820" rIns="135108" bIns="14182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Upgrade</a:t>
          </a:r>
          <a:r>
            <a:rPr lang="en-US" sz="1700" kern="1200"/>
            <a:t> nodes in a controlled way (rolling upgrades, surge settings, drain/soak behavior).</a:t>
          </a:r>
        </a:p>
      </dsp:txBody>
      <dsp:txXfrm>
        <a:off x="3879167" y="2994"/>
        <a:ext cx="2757264" cy="1654358"/>
      </dsp:txXfrm>
    </dsp:sp>
    <dsp:sp modelId="{06FD83A2-2210-4D0D-B11C-2AFFBE84016E}">
      <dsp:nvSpPr>
        <dsp:cNvPr id="0" name=""/>
        <dsp:cNvSpPr/>
      </dsp:nvSpPr>
      <dsp:spPr>
        <a:xfrm>
          <a:off x="1866364" y="1655552"/>
          <a:ext cx="6782870" cy="603570"/>
        </a:xfrm>
        <a:custGeom>
          <a:avLst/>
          <a:gdLst/>
          <a:ahLst/>
          <a:cxnLst/>
          <a:rect l="0" t="0" r="0" b="0"/>
          <a:pathLst>
            <a:path>
              <a:moveTo>
                <a:pt x="6782870" y="0"/>
              </a:moveTo>
              <a:lnTo>
                <a:pt x="6782870" y="318885"/>
              </a:lnTo>
              <a:lnTo>
                <a:pt x="0" y="318885"/>
              </a:lnTo>
              <a:lnTo>
                <a:pt x="0" y="60357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87488" y="1954167"/>
        <a:ext cx="340622" cy="6341"/>
      </dsp:txXfrm>
    </dsp:sp>
    <dsp:sp modelId="{7580B5EE-BD7C-4D8E-B995-5EACDF80759A}">
      <dsp:nvSpPr>
        <dsp:cNvPr id="0" name=""/>
        <dsp:cNvSpPr/>
      </dsp:nvSpPr>
      <dsp:spPr>
        <a:xfrm>
          <a:off x="7270602" y="2994"/>
          <a:ext cx="2757264" cy="1654358"/>
        </a:xfrm>
        <a:prstGeom prst="rect">
          <a:avLst/>
        </a:prstGeom>
        <a:solidFill>
          <a:schemeClr val="accent5">
            <a:hueOff val="-8101434"/>
            <a:satOff val="-551"/>
            <a:lumOff val="13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08" tIns="141820" rIns="135108" bIns="14182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Isolate workloads</a:t>
          </a:r>
          <a:r>
            <a:rPr lang="en-US" sz="1700" kern="1200"/>
            <a:t> using </a:t>
          </a:r>
          <a:r>
            <a:rPr lang="en-US" sz="1700" b="1" kern="1200"/>
            <a:t>labels/taints</a:t>
          </a:r>
          <a:r>
            <a:rPr lang="en-US" sz="1700" kern="1200"/>
            <a:t> (e.g., dedicated pools for system, ingress, batch, GPU, Windows, etc.).</a:t>
          </a:r>
        </a:p>
      </dsp:txBody>
      <dsp:txXfrm>
        <a:off x="7270602" y="2994"/>
        <a:ext cx="2757264" cy="1654358"/>
      </dsp:txXfrm>
    </dsp:sp>
    <dsp:sp modelId="{EB878757-D4B4-456A-BF2A-C195AC89FE3A}">
      <dsp:nvSpPr>
        <dsp:cNvPr id="0" name=""/>
        <dsp:cNvSpPr/>
      </dsp:nvSpPr>
      <dsp:spPr>
        <a:xfrm>
          <a:off x="487732" y="2291523"/>
          <a:ext cx="2757264" cy="1654358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08" tIns="141820" rIns="135108" bIns="14182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Choose OS + image/disk behavior</a:t>
          </a:r>
          <a:r>
            <a:rPr lang="en-US" sz="1700" kern="1200"/>
            <a:t> (Linux/Windows; options like ephemeral OS disks are available when creating/adding pools).</a:t>
          </a:r>
        </a:p>
      </dsp:txBody>
      <dsp:txXfrm>
        <a:off x="487732" y="2291523"/>
        <a:ext cx="2757264" cy="16543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A376-8521-6577-2D07-990054A88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01D1AD-C5AE-D5D5-8AEB-3CF00915D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218E4-0D79-BDF6-8381-F4230E4C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1445C-3C43-0979-3BC3-3C50A376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8579E-F99E-72F7-92FC-E65D1F06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68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3A46-966F-0889-0D6C-46EF223F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90CF1-7AE8-CB01-72A6-3E5EC146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82178-CB10-3C0D-9F26-FF03AA7D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56D-AAF0-53B1-2EB3-2B05DB7BE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C5A6-8A41-BFE5-5181-AD86B015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320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4A1F-F392-185D-224B-A830DD23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378F9-DE95-A055-2AC6-E7157142E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3784-AC7B-9035-BD5F-CA457D8D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C38-8659-E5D3-AA01-9DBE632E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00AF-5C3D-1998-F8D6-2A1AD0195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39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FF7E-5293-08F1-D9A1-3A1680CE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6F6F1-FDCC-6B3B-E060-DBA64E0B8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95A3E-2804-E8CE-36A7-16F0D67A0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2C1A7-880C-CD35-6519-B44C1C001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389A-7BA7-00F2-9F0C-3FF625C3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9FFEB-E07F-475A-DC43-D784B049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37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AF15-66DF-0200-BF84-20E7FCAE1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9DF7-FFE2-ACA5-598F-2E8D05F02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1AC6B-6EB4-8880-6CF2-B757060F0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57C6A-70C4-5D49-7AA6-616292306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BEDBF-9DCC-3C70-9011-CC3E8927C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CA26-C658-60E2-1424-45272CAB1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D7996-8661-7137-DBB1-48A6E8A7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E27E70-8897-E13C-10F1-24FFB6B1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12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71C0-5D8F-1D28-606D-4024F95F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50D43-A793-90E4-6A35-09A203BFF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3902-4D2D-7893-9F50-76AD33027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BBF6F-A580-C66C-7FD8-0CD657578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79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9A4C65-793A-0452-3B22-EF9BAA6A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B1979F-ACA8-3AB5-9C5B-FFA463C1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4F9D8-209E-4082-0939-7461D157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38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0A0C-21B5-5B1E-1A71-72C64E1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10992-4A91-CA9A-6790-69C97B74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8F628-8009-4622-AD04-87974ADF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9F7B8-21E1-FDBD-DF34-35B77CC9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FEC55-0B6B-4ADF-137A-EDE9BBC3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617AA9-A09D-95A1-845A-00284158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43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A1C2-1457-BA97-E02B-7478A5F7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5BB29C-956B-CB9A-82C7-D1A75368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E78F4-29DC-15C6-EB91-0CB176A9F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2D2E-911E-E254-4D20-F879D010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72F32-771C-2443-DCDF-49353E28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AD2F7-6465-65FF-9CBC-7F6BF470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70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E70-A6AC-9EA6-A861-3E9FAA9E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1546D-E49F-3CBD-23CB-6B06B2C4F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1AD8-77DA-E023-CE62-8DB5F66E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C62C2-A50D-B686-F94E-63E71CD7A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FBBC1-AC3E-2F70-80F3-F31F052F8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29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8C326-4850-1342-F77B-8A9CFA2B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7BE1D-65FF-135C-6662-09A7BCF03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4B37-9ED6-9087-1C2A-E654A453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20E9-EEE5-167B-DD70-3972F6A3C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2915-24C5-13A7-5B23-4A192DA2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285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10354D-51EE-E6D6-CC86-FEEF104B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5FF8-2273-6FDB-FD37-C132E518F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069AE-095C-7EFB-19E6-EB2833555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8321-C9E7-441E-8ECB-F5B48CA38B30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3A893-A31D-AEFC-084A-9F7122082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53884-7504-3E14-2818-7885D9532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85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kubernetes.io/docs/concepts/overview/working-with-objects/namespaces/#initial-namespace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hbilgen/AKSWorkshop/blob/main/src/01Setup/AKS-Quick-Deploy-Bicep.md" TargetMode="External"/><Relationship Id="rId2" Type="http://schemas.openxmlformats.org/officeDocument/2006/relationships/hyperlink" Target="https://github.com/fhbilgen/AKSWorkshop/blob/main/src/01Setup/AKS-Quick-Deploy-CLI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fhbilgen/AKSWorkshop/blob/main/src/01Setup/AKS-Quick-Deploy-Terraform.md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92AE-673E-92C5-303F-25E8450BD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AKS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0EBB44-02B4-0E0C-DADA-EC740183DF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Faik Hakan Bilgen, </a:t>
            </a:r>
          </a:p>
          <a:p>
            <a:r>
              <a:rPr lang="en-US" dirty="0"/>
              <a:t>Sr. CSA, Microsoft</a:t>
            </a:r>
          </a:p>
        </p:txBody>
      </p:sp>
    </p:spTree>
    <p:extLst>
      <p:ext uri="{BB962C8B-B14F-4D97-AF65-F5344CB8AC3E}">
        <p14:creationId xmlns:p14="http://schemas.microsoft.com/office/powerpoint/2010/main" val="178528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BDE96-608C-110E-E9D1-C9B7D2B4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AKS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96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03C54-94F3-CD0A-69BC-C34C633A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966" y="365125"/>
            <a:ext cx="10515600" cy="1325563"/>
          </a:xfrm>
        </p:spPr>
        <p:txBody>
          <a:bodyPr/>
          <a:lstStyle/>
          <a:p>
            <a:r>
              <a:rPr lang="en-US" dirty="0"/>
              <a:t>Azure Kubernetes Service (AKS)</a:t>
            </a:r>
          </a:p>
        </p:txBody>
      </p:sp>
      <p:pic>
        <p:nvPicPr>
          <p:cNvPr id="4" name="Picture 3" descr="AKS overview graphic">
            <a:extLst>
              <a:ext uri="{FF2B5EF4-FFF2-40B4-BE49-F238E27FC236}">
                <a16:creationId xmlns:a16="http://schemas.microsoft.com/office/drawing/2014/main" id="{943FE01B-8082-F704-5AE6-D2031BBC3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7" y="1570290"/>
            <a:ext cx="5442149" cy="36179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F4CA8F-FF10-AEE3-BC3E-A64F90A2042F}"/>
              </a:ext>
            </a:extLst>
          </p:cNvPr>
          <p:cNvSpPr txBox="1"/>
          <p:nvPr/>
        </p:nvSpPr>
        <p:spPr>
          <a:xfrm>
            <a:off x="5932850" y="1690688"/>
            <a:ext cx="61531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AKS reduces the complexity and operational overhead of managing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Kubernetes by offloading much of that responsibility to Azure.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6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Azure Kubernetes Service (AKS) is a managed Kubernetes service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that you can use to deploy and manage  containerized applications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that require high availability, scalability, and portability, and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for deploying applications to multiple regions,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/>
              <a:t>using open-source tools and integrating with existing DevOps tools.</a:t>
            </a:r>
          </a:p>
        </p:txBody>
      </p:sp>
    </p:spTree>
    <p:extLst>
      <p:ext uri="{BB962C8B-B14F-4D97-AF65-F5344CB8AC3E}">
        <p14:creationId xmlns:p14="http://schemas.microsoft.com/office/powerpoint/2010/main" val="383453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5B77F-8050-25C5-75A7-D5FCF5C31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Solutions in Azure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A0C392-C3D3-2A72-515E-9DE3E16198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867315"/>
              </p:ext>
            </p:extLst>
          </p:nvPr>
        </p:nvGraphicFramePr>
        <p:xfrm>
          <a:off x="1025719" y="2043838"/>
          <a:ext cx="9507411" cy="2617470"/>
        </p:xfrm>
        <a:graphic>
          <a:graphicData uri="http://schemas.openxmlformats.org/drawingml/2006/table">
            <a:tbl>
              <a:tblPr/>
              <a:tblGrid>
                <a:gridCol w="4351592">
                  <a:extLst>
                    <a:ext uri="{9D8B030D-6E8A-4147-A177-3AD203B41FA5}">
                      <a16:colId xmlns:a16="http://schemas.microsoft.com/office/drawing/2014/main" val="1321913779"/>
                    </a:ext>
                  </a:extLst>
                </a:gridCol>
                <a:gridCol w="5155819">
                  <a:extLst>
                    <a:ext uri="{9D8B030D-6E8A-4147-A177-3AD203B41FA5}">
                      <a16:colId xmlns:a16="http://schemas.microsoft.com/office/drawing/2014/main" val="1008314529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Container solution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Resource type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3051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Kubernetes Service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908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Red Hat OpenShift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75605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Arc-enabled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Unmanaged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82126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Container Instances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Docker container instance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2028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Container Apps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39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8797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6E584-4808-01F1-775C-40CECB2E9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587" y="365125"/>
            <a:ext cx="10515600" cy="1325563"/>
          </a:xfrm>
        </p:spPr>
        <p:txBody>
          <a:bodyPr/>
          <a:lstStyle/>
          <a:p>
            <a:r>
              <a:rPr lang="en-US" dirty="0"/>
              <a:t>Use Cases for AKS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308570-471D-1B6E-AC13-C0EAB77B4E65}"/>
              </a:ext>
            </a:extLst>
          </p:cNvPr>
          <p:cNvSpPr txBox="1"/>
          <p:nvPr/>
        </p:nvSpPr>
        <p:spPr>
          <a:xfrm>
            <a:off x="694587" y="1506895"/>
            <a:ext cx="11675697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Lift and shift to containers with AKS</a:t>
            </a:r>
          </a:p>
          <a:p>
            <a:pPr>
              <a:spcAft>
                <a:spcPts val="600"/>
              </a:spcAft>
            </a:pPr>
            <a:r>
              <a:rPr lang="en-US" dirty="0"/>
              <a:t>Migrate existing applications to containers and run them in a fully managed Kubernetes environment.</a:t>
            </a:r>
          </a:p>
          <a:p>
            <a:r>
              <a:rPr lang="en-US" b="1" dirty="0"/>
              <a:t>Microservices with AKS</a:t>
            </a:r>
          </a:p>
          <a:p>
            <a:r>
              <a:rPr lang="en-US" dirty="0"/>
              <a:t>Simplify the deployment and management of microservices-based applications with streamlined horizontal scaling, </a:t>
            </a:r>
          </a:p>
          <a:p>
            <a:pPr>
              <a:spcAft>
                <a:spcPts val="600"/>
              </a:spcAft>
            </a:pPr>
            <a:r>
              <a:rPr lang="en-US" dirty="0"/>
              <a:t>self-healing, load balancing, and secret management.</a:t>
            </a:r>
          </a:p>
          <a:p>
            <a:r>
              <a:rPr lang="en-US" b="1" dirty="0"/>
              <a:t>Secure DevOps for AKS</a:t>
            </a:r>
          </a:p>
          <a:p>
            <a:pPr>
              <a:spcAft>
                <a:spcPts val="600"/>
              </a:spcAft>
            </a:pPr>
            <a:r>
              <a:rPr lang="en-US" dirty="0"/>
              <a:t>Efficiently balance speed and security by implementing secure DevOps with Kubernetes.</a:t>
            </a:r>
          </a:p>
          <a:p>
            <a:r>
              <a:rPr lang="en-US" b="1" dirty="0"/>
              <a:t>Bursting from AKS with ACI</a:t>
            </a:r>
          </a:p>
          <a:p>
            <a:pPr>
              <a:spcAft>
                <a:spcPts val="600"/>
              </a:spcAft>
            </a:pPr>
            <a:r>
              <a:rPr lang="en-US" dirty="0"/>
              <a:t>Use virtual nodes to provision pods inside ACI that start in seconds and scale to meet demand.</a:t>
            </a:r>
          </a:p>
          <a:p>
            <a:r>
              <a:rPr lang="en-US" b="1" dirty="0"/>
              <a:t>Machine learning model training with AKS</a:t>
            </a:r>
          </a:p>
          <a:p>
            <a:pPr>
              <a:spcAft>
                <a:spcPts val="600"/>
              </a:spcAft>
            </a:pPr>
            <a:r>
              <a:rPr lang="en-US" dirty="0"/>
              <a:t>Train models using large datasets with familiar tools, such as TensorFlow and Kubeflow.</a:t>
            </a:r>
          </a:p>
          <a:p>
            <a:r>
              <a:rPr lang="en-US" b="1" dirty="0"/>
              <a:t>Data streaming with AKS</a:t>
            </a:r>
          </a:p>
          <a:p>
            <a:r>
              <a:rPr lang="en-US" dirty="0"/>
              <a:t>Ingest and process real-time data streams with millions of data points collected via sensors, and </a:t>
            </a:r>
          </a:p>
          <a:p>
            <a:pPr>
              <a:spcAft>
                <a:spcPts val="600"/>
              </a:spcAft>
            </a:pPr>
            <a:r>
              <a:rPr lang="en-US" dirty="0"/>
              <a:t>perform fast analyses and computations to develop insights into complex scenarios.</a:t>
            </a:r>
          </a:p>
          <a:p>
            <a:r>
              <a:rPr lang="en-US" b="1" dirty="0"/>
              <a:t>Using Windows containers on AKS</a:t>
            </a:r>
          </a:p>
          <a:p>
            <a:r>
              <a:rPr lang="en-US" dirty="0"/>
              <a:t>Run Windows Server containers on AKS to modernize your Windows applications and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4035011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D5F3E-3274-A4EA-9184-A474AB90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pic>
        <p:nvPicPr>
          <p:cNvPr id="3" name="Picture 2" descr="Screenshot that shows Kubernetes control plane and node components.">
            <a:extLst>
              <a:ext uri="{FF2B5EF4-FFF2-40B4-BE49-F238E27FC236}">
                <a16:creationId xmlns:a16="http://schemas.microsoft.com/office/drawing/2014/main" id="{20A97B22-892C-F67C-F7CA-236A3374C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31" y="2588353"/>
            <a:ext cx="7354139" cy="250048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C0B21F-3F75-8318-D06A-8F7FA0E4E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808222"/>
              </p:ext>
            </p:extLst>
          </p:nvPr>
        </p:nvGraphicFramePr>
        <p:xfrm>
          <a:off x="109331" y="5419573"/>
          <a:ext cx="11979994" cy="11519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9222">
                  <a:extLst>
                    <a:ext uri="{9D8B030D-6E8A-4147-A177-3AD203B41FA5}">
                      <a16:colId xmlns:a16="http://schemas.microsoft.com/office/drawing/2014/main" val="485223955"/>
                    </a:ext>
                  </a:extLst>
                </a:gridCol>
                <a:gridCol w="10160772">
                  <a:extLst>
                    <a:ext uri="{9D8B030D-6E8A-4147-A177-3AD203B41FA5}">
                      <a16:colId xmlns:a16="http://schemas.microsoft.com/office/drawing/2014/main" val="151661831"/>
                    </a:ext>
                  </a:extLst>
                </a:gridCol>
              </a:tblGrid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Component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Description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867125782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kube-apiserver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API server (</a:t>
                      </a:r>
                      <a:r>
                        <a:rPr lang="en-US" sz="1200" u="none" strike="noStrike" dirty="0" err="1">
                          <a:effectLst/>
                        </a:rPr>
                        <a:t>kube-apiserver</a:t>
                      </a:r>
                      <a:r>
                        <a:rPr lang="en-US" sz="1200" u="none" strike="noStrike" dirty="0">
                          <a:effectLst/>
                        </a:rPr>
                        <a:t>) exposes the Kubernetes API to enable requests to the cluster from inside and outside of the cluster.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89410587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etcd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highly available key-value store </a:t>
                      </a:r>
                      <a:r>
                        <a:rPr lang="en-US" sz="1200" u="none" strike="noStrike" dirty="0" err="1">
                          <a:effectLst/>
                        </a:rPr>
                        <a:t>etcd</a:t>
                      </a:r>
                      <a:r>
                        <a:rPr lang="en-US" sz="1200" u="none" strike="noStrike" dirty="0">
                          <a:effectLst/>
                        </a:rPr>
                        <a:t> helps to maintain the state of your Kubernetes cluster and configuration.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302582193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-scheduler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scheduler (</a:t>
                      </a: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-scheduler) helps to make scheduling decisions. It watches for new pods with no assigned node and selects a node for them to run on.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708439964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-controller-manager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controller manager (</a:t>
                      </a: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-controller-manager) runs controller processes, such as noticing and responding when nodes go down.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700435068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cloud-controller-manager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cloud controller manager (cloud-controller-manager) embeds cloud-specific control logic to run controllers specific to the cloud provider.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284227319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B5596D-B5EB-4F51-B104-1E6850172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66683"/>
              </p:ext>
            </p:extLst>
          </p:nvPr>
        </p:nvGraphicFramePr>
        <p:xfrm>
          <a:off x="3786400" y="1485433"/>
          <a:ext cx="6142791" cy="72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0190">
                  <a:extLst>
                    <a:ext uri="{9D8B030D-6E8A-4147-A177-3AD203B41FA5}">
                      <a16:colId xmlns:a16="http://schemas.microsoft.com/office/drawing/2014/main" val="2270962505"/>
                    </a:ext>
                  </a:extLst>
                </a:gridCol>
                <a:gridCol w="4782601">
                  <a:extLst>
                    <a:ext uri="{9D8B030D-6E8A-4147-A177-3AD203B41FA5}">
                      <a16:colId xmlns:a16="http://schemas.microsoft.com/office/drawing/2014/main" val="2286568558"/>
                    </a:ext>
                  </a:extLst>
                </a:gridCol>
              </a:tblGrid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Component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Description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148962137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kubelet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</a:t>
                      </a:r>
                      <a:r>
                        <a:rPr lang="en-US" sz="1100" u="none" strike="noStrike" dirty="0" err="1">
                          <a:effectLst/>
                        </a:rPr>
                        <a:t>kubelet</a:t>
                      </a:r>
                      <a:r>
                        <a:rPr lang="en-US" sz="1100" u="none" strike="noStrike" dirty="0">
                          <a:effectLst/>
                        </a:rPr>
                        <a:t> ensures that containers are running in a pod.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453412865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kube</a:t>
                      </a:r>
                      <a:r>
                        <a:rPr lang="en-US" sz="1100" u="none" strike="noStrike" dirty="0">
                          <a:effectLst/>
                        </a:rPr>
                        <a:t>-proxy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</a:t>
                      </a:r>
                      <a:r>
                        <a:rPr lang="en-US" sz="1100" u="none" strike="noStrike" dirty="0" err="1">
                          <a:effectLst/>
                        </a:rPr>
                        <a:t>kube</a:t>
                      </a:r>
                      <a:r>
                        <a:rPr lang="en-US" sz="1100" u="none" strike="noStrike" dirty="0">
                          <a:effectLst/>
                        </a:rPr>
                        <a:t>-proxy is a network proxy that maintains network rules on nodes.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4093343171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container runtime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container runtime manages the execution and lifecycle of containers.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855180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0168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5A25-5BD5-5C37-486F-EBC4ED6D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459FE-BEE7-ADAC-2F0C-F8F045ED3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pic>
        <p:nvPicPr>
          <p:cNvPr id="6" name="Picture 5" descr="Screenshot that shows Azure virtual machine and supporting resources for a Kubernetes node.">
            <a:extLst>
              <a:ext uri="{FF2B5EF4-FFF2-40B4-BE49-F238E27FC236}">
                <a16:creationId xmlns:a16="http://schemas.microsoft.com/office/drawing/2014/main" id="{E98C48E4-C6B7-5FFE-60AF-6BF91DD0D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05" y="2030387"/>
            <a:ext cx="6971484" cy="25813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B406BB-5A07-630E-07AF-5332BABEBC3D}"/>
              </a:ext>
            </a:extLst>
          </p:cNvPr>
          <p:cNvSpPr txBox="1"/>
          <p:nvPr/>
        </p:nvSpPr>
        <p:spPr>
          <a:xfrm>
            <a:off x="8647043" y="2303433"/>
            <a:ext cx="269573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VM size and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 disks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Resource reservations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Container runtime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Node pools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Node resource group</a:t>
            </a:r>
          </a:p>
        </p:txBody>
      </p:sp>
    </p:spTree>
    <p:extLst>
      <p:ext uri="{BB962C8B-B14F-4D97-AF65-F5344CB8AC3E}">
        <p14:creationId xmlns:p14="http://schemas.microsoft.com/office/powerpoint/2010/main" val="171584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48DF1-9D1E-CA48-E822-4EA053E30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AA174-CE76-67FD-9BE7-BA259A05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22E0BD8-4377-0EA0-B4F5-C4AAA074C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760380"/>
              </p:ext>
            </p:extLst>
          </p:nvPr>
        </p:nvGraphicFramePr>
        <p:xfrm>
          <a:off x="5793840" y="1503614"/>
          <a:ext cx="5944273" cy="3603651"/>
        </p:xfrm>
        <a:graphic>
          <a:graphicData uri="http://schemas.openxmlformats.org/drawingml/2006/table">
            <a:tbl>
              <a:tblPr/>
              <a:tblGrid>
                <a:gridCol w="1284760">
                  <a:extLst>
                    <a:ext uri="{9D8B030D-6E8A-4147-A177-3AD203B41FA5}">
                      <a16:colId xmlns:a16="http://schemas.microsoft.com/office/drawing/2014/main" val="24335307"/>
                    </a:ext>
                  </a:extLst>
                </a:gridCol>
                <a:gridCol w="4659513">
                  <a:extLst>
                    <a:ext uri="{9D8B030D-6E8A-4147-A177-3AD203B41FA5}">
                      <a16:colId xmlns:a16="http://schemas.microsoft.com/office/drawing/2014/main" val="1815111238"/>
                    </a:ext>
                  </a:extLst>
                </a:gridCol>
              </a:tblGrid>
              <a:tr h="21386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b="1" dirty="0">
                          <a:effectLst/>
                        </a:rPr>
                        <a:t>Namespace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b="1" dirty="0">
                          <a:effectLst/>
                        </a:rPr>
                        <a:t>Description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264825"/>
                  </a:ext>
                </a:extLst>
              </a:tr>
              <a:tr h="52211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  <a:latin typeface="SFMono-Regular"/>
                        </a:rPr>
                        <a:t>default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 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default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allows you to start using cluster resources without creating a new namespace.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108672"/>
                  </a:ext>
                </a:extLst>
              </a:tr>
              <a:tr h="52211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 err="1">
                          <a:effectLst/>
                          <a:latin typeface="SFMono-Regular"/>
                        </a:rPr>
                        <a:t>kube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-node-lease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-node-lease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enables nodes to communicate their availability to the control plane.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400437"/>
                  </a:ext>
                </a:extLst>
              </a:tr>
              <a:tr h="67875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>
                          <a:effectLst/>
                          <a:latin typeface="SFMono-Regular"/>
                        </a:rPr>
                        <a:t>kube-public</a:t>
                      </a:r>
                      <a:endParaRPr lang="en-US" sz="130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-public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isn't typically used, but you can use it so that resources are visible across the whole cluster by any user.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192066"/>
                  </a:ext>
                </a:extLst>
              </a:tr>
              <a:tr h="161855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 err="1">
                          <a:effectLst/>
                          <a:latin typeface="SFMono-Regular"/>
                        </a:rPr>
                        <a:t>kube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-system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-system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is used by Kubernetes to manage cluster resources, such as </a:t>
                      </a:r>
                      <a:r>
                        <a:rPr lang="en-US" sz="1300" dirty="0" err="1">
                          <a:effectLst/>
                          <a:latin typeface="SFMono-Regular"/>
                        </a:rPr>
                        <a:t>coredns</a:t>
                      </a:r>
                      <a:r>
                        <a:rPr lang="en-US" sz="1300" dirty="0">
                          <a:effectLst/>
                        </a:rPr>
                        <a:t>, </a:t>
                      </a:r>
                      <a:r>
                        <a:rPr lang="en-US" sz="1300" dirty="0" err="1">
                          <a:effectLst/>
                          <a:latin typeface="SFMono-Regular"/>
                        </a:rPr>
                        <a:t>konnectivity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-agent</a:t>
                      </a:r>
                      <a:r>
                        <a:rPr lang="en-US" sz="1300" dirty="0">
                          <a:effectLst/>
                        </a:rPr>
                        <a:t>, and 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metrics-server</a:t>
                      </a:r>
                      <a:r>
                        <a:rPr lang="en-US" sz="1300" dirty="0">
                          <a:effectLst/>
                        </a:rPr>
                        <a:t>. It is not recommended to deploy your own applications to this namespace. 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93231"/>
                  </a:ext>
                </a:extLst>
              </a:tr>
            </a:tbl>
          </a:graphicData>
        </a:graphic>
      </p:graphicFrame>
      <p:pic>
        <p:nvPicPr>
          <p:cNvPr id="4" name="Picture 3" descr="Screenshot that shows Kubernetes namespaces to logically divide resources and applications.">
            <a:extLst>
              <a:ext uri="{FF2B5EF4-FFF2-40B4-BE49-F238E27FC236}">
                <a16:creationId xmlns:a16="http://schemas.microsoft.com/office/drawing/2014/main" id="{0DA98881-624A-66E5-F61B-9DADC7570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59" y="1503613"/>
            <a:ext cx="4678163" cy="3555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814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BE0B89-E77A-F662-6D28-4839F54E2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Setting up an AKS Cluster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6261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3E277-BE1C-BA7B-FEEF-1E721434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an AKS Cluster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D693D8-43AF-01A9-189B-5F44377E3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360907"/>
              </p:ext>
            </p:extLst>
          </p:nvPr>
        </p:nvGraphicFramePr>
        <p:xfrm>
          <a:off x="382104" y="1780139"/>
          <a:ext cx="11693939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141">
                  <a:extLst>
                    <a:ext uri="{9D8B030D-6E8A-4147-A177-3AD203B41FA5}">
                      <a16:colId xmlns:a16="http://schemas.microsoft.com/office/drawing/2014/main" val="883490984"/>
                    </a:ext>
                  </a:extLst>
                </a:gridCol>
                <a:gridCol w="9101798">
                  <a:extLst>
                    <a:ext uri="{9D8B030D-6E8A-4147-A177-3AD203B41FA5}">
                      <a16:colId xmlns:a16="http://schemas.microsoft.com/office/drawing/2014/main" val="2203427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Method of set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Setup Guidance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24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Via Azure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746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Azure 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hlinkClick r:id="rId2"/>
                        </a:rPr>
                        <a:t>AKSWorkshop/src/01Setup/AKS-Quick-Deploy-CLI.md at main · </a:t>
                      </a:r>
                      <a:r>
                        <a:rPr lang="en-US" sz="1800" dirty="0" err="1">
                          <a:hlinkClick r:id="rId2"/>
                        </a:rPr>
                        <a:t>fhbilgen</a:t>
                      </a:r>
                      <a:r>
                        <a:rPr lang="en-US" sz="1800" dirty="0">
                          <a:hlinkClick r:id="rId2"/>
                        </a:rPr>
                        <a:t>/</a:t>
                      </a:r>
                      <a:r>
                        <a:rPr lang="en-US" sz="1800" dirty="0" err="1">
                          <a:hlinkClick r:id="rId2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08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Bicep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AKSWorkshop/src/01Setup/AKS-Quick-Deploy-Bicep.md at main · </a:t>
                      </a:r>
                      <a:r>
                        <a:rPr lang="en-US" dirty="0" err="1">
                          <a:hlinkClick r:id="rId3"/>
                        </a:rPr>
                        <a:t>fhbilgen</a:t>
                      </a:r>
                      <a:r>
                        <a:rPr lang="en-US" dirty="0">
                          <a:hlinkClick r:id="rId3"/>
                        </a:rPr>
                        <a:t>/</a:t>
                      </a:r>
                      <a:r>
                        <a:rPr lang="en-US" dirty="0" err="1">
                          <a:hlinkClick r:id="rId3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03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Terraform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4"/>
                        </a:rPr>
                        <a:t>AKSWorkshop/src/01Setup/AKS-Quick-Deploy-Terraform.md at main · </a:t>
                      </a:r>
                      <a:r>
                        <a:rPr lang="en-US" dirty="0" err="1">
                          <a:hlinkClick r:id="rId4"/>
                        </a:rPr>
                        <a:t>fhbilgen</a:t>
                      </a:r>
                      <a:r>
                        <a:rPr lang="en-US" dirty="0">
                          <a:hlinkClick r:id="rId4"/>
                        </a:rPr>
                        <a:t>/</a:t>
                      </a:r>
                      <a:r>
                        <a:rPr lang="en-US" dirty="0" err="1">
                          <a:hlinkClick r:id="rId4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69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4607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7A6B2-4CB7-A0DE-FF18-791F9572D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Node Pools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2393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41D8B-A5E3-0566-7DE2-67149D272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What are the Node Pools?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F0A15B44-8040-9AC0-9387-944300101A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8333870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3496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775033-B39F-A0E0-F5DD-8A5E71771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Node Pool – Core Functionality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8FC6FFF-5C14-00E6-DEE7-0F99CE9129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2352036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9989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1C7848-32E7-6008-4D6D-C35BF30B1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Node Pool Types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51A02-0D04-3561-B915-0E412BEBF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System vs User node pools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2200" dirty="0"/>
              <a:t>AKS has two node pool </a:t>
            </a:r>
            <a:r>
              <a:rPr lang="en-US" sz="2200" b="1" dirty="0"/>
              <a:t>modes</a:t>
            </a:r>
            <a:r>
              <a:rPr lang="en-US" sz="2200" dirty="0"/>
              <a:t>:</a:t>
            </a:r>
          </a:p>
          <a:p>
            <a:pPr lvl="1"/>
            <a:r>
              <a:rPr lang="en-US" sz="2200" b="1" dirty="0"/>
              <a:t>System node pools</a:t>
            </a:r>
            <a:r>
              <a:rPr lang="en-US" sz="2200" dirty="0"/>
              <a:t> meant to host </a:t>
            </a:r>
            <a:r>
              <a:rPr lang="en-US" sz="2200" b="1" dirty="0"/>
              <a:t>critical system pods</a:t>
            </a:r>
            <a:r>
              <a:rPr lang="en-US" sz="2200" dirty="0"/>
              <a:t> (like </a:t>
            </a:r>
            <a:r>
              <a:rPr lang="en-US" sz="2200" dirty="0" err="1"/>
              <a:t>CoreDNS</a:t>
            </a:r>
            <a:r>
              <a:rPr lang="en-US" sz="2200" dirty="0"/>
              <a:t>, metrics-server). Best practice is to keep system components on dedicated capacity.</a:t>
            </a:r>
          </a:p>
          <a:p>
            <a:pPr lvl="1"/>
            <a:r>
              <a:rPr lang="en-US" sz="2200" b="1" dirty="0"/>
              <a:t>User node pools</a:t>
            </a:r>
            <a:r>
              <a:rPr lang="en-US" sz="2200" dirty="0"/>
              <a:t>: intended for </a:t>
            </a:r>
            <a:r>
              <a:rPr lang="en-US" sz="2200" b="1" dirty="0"/>
              <a:t>application pods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This distinction matters for reliability/operations: you generally don’t want your app scaling/evictions to starve the platform pods.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498216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9A83D-F5B0-DB7B-FEB9-42D00122B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Node Pool Types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C0D3D9-0B5F-4F19-76C6-868032516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Linux vs Windows node pools</a:t>
            </a:r>
          </a:p>
          <a:p>
            <a:pPr marL="0" indent="0">
              <a:spcBef>
                <a:spcPts val="2400"/>
              </a:spcBef>
              <a:buNone/>
            </a:pPr>
            <a:r>
              <a:rPr lang="en-US" sz="2200" dirty="0"/>
              <a:t>AKS supports adding node pools with </a:t>
            </a:r>
            <a:r>
              <a:rPr lang="en-US" sz="2200" b="1" dirty="0"/>
              <a:t>Linux or Windows</a:t>
            </a:r>
            <a:r>
              <a:rPr lang="en-US" sz="2200" dirty="0"/>
              <a:t> OS types (commonly used when you need Windows container)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75700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F1941A-B372-995B-6115-7C7A0F5B6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Node Pool Types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BEC1-706E-171B-A530-83533B9D1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2433896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200" dirty="0"/>
              <a:t>A </a:t>
            </a:r>
            <a:r>
              <a:rPr lang="en-US" sz="2200" b="1" dirty="0"/>
              <a:t>Spot node pool</a:t>
            </a:r>
            <a:r>
              <a:rPr lang="en-US" sz="2200" dirty="0"/>
              <a:t> uses </a:t>
            </a:r>
            <a:r>
              <a:rPr lang="en-US" sz="2200" b="1" dirty="0"/>
              <a:t>Azure Spot VM scale sets</a:t>
            </a:r>
            <a:r>
              <a:rPr lang="en-US" sz="2200" dirty="0"/>
              <a:t> (cheaper, but can be evicted). This is great for interruption-tolerant workloads (batch, CI, stateless workers), and commonly paired with autoscaling + scheduling constraints.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2200" dirty="0"/>
              <a:t>Practical pattern: keep “baseline” capacity on Regular pools; burst on Spot pools with appropriate taints/tolerations.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080183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9149DD-8BB7-1EAE-4C79-A44E2E300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Role of Node Pools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2FE40-9216-3877-8297-23F75598F4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sz="2200" dirty="0"/>
              <a:t>Think of an AKS cluster as:</a:t>
            </a:r>
          </a:p>
          <a:p>
            <a:pPr lvl="1">
              <a:spcBef>
                <a:spcPts val="1200"/>
              </a:spcBef>
            </a:pPr>
            <a:r>
              <a:rPr lang="en-US" sz="2200" b="1" dirty="0"/>
              <a:t>Control plane</a:t>
            </a:r>
            <a:r>
              <a:rPr lang="en-US" sz="2200" dirty="0"/>
              <a:t> (managed by Azure)</a:t>
            </a:r>
          </a:p>
          <a:p>
            <a:pPr lvl="1">
              <a:spcBef>
                <a:spcPts val="1200"/>
              </a:spcBef>
            </a:pPr>
            <a:r>
              <a:rPr lang="en-US" sz="2200" b="1" dirty="0"/>
              <a:t>One or more node pools</a:t>
            </a:r>
            <a:r>
              <a:rPr lang="en-US" sz="2200" dirty="0"/>
              <a:t> (your worker capacity)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2200" dirty="0"/>
              <a:t>Node pools are how you:</a:t>
            </a:r>
          </a:p>
          <a:p>
            <a:pPr lvl="1">
              <a:spcBef>
                <a:spcPts val="1200"/>
              </a:spcBef>
            </a:pPr>
            <a:r>
              <a:rPr lang="en-US" sz="2200" dirty="0"/>
              <a:t>provide different “shapes” of compute (CPU/memory-heavy, GPU, Windows, etc.),</a:t>
            </a:r>
          </a:p>
          <a:p>
            <a:pPr lvl="1">
              <a:spcBef>
                <a:spcPts val="1200"/>
              </a:spcBef>
            </a:pPr>
            <a:r>
              <a:rPr lang="en-US" sz="2200" dirty="0"/>
              <a:t>isolate noisy neighbors,</a:t>
            </a:r>
          </a:p>
          <a:p>
            <a:pPr lvl="1">
              <a:spcBef>
                <a:spcPts val="1200"/>
              </a:spcBef>
            </a:pPr>
            <a:r>
              <a:rPr lang="en-US" sz="2200" dirty="0"/>
              <a:t>control upgrades safely (upgrade one pool at a time),</a:t>
            </a:r>
          </a:p>
          <a:p>
            <a:pPr lvl="1">
              <a:spcBef>
                <a:spcPts val="1200"/>
              </a:spcBef>
            </a:pPr>
            <a:r>
              <a:rPr lang="en-US" sz="2200" dirty="0"/>
              <a:t>align with availability/reliability goals (e.g., zone-aware pools).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612358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D8F6A6-993F-85A4-478E-053D8D0A5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000"/>
              <a:t>Common AKS node pool design patterns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E3F96-4146-3DB7-A408-9B91FEC87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200" b="1" dirty="0"/>
              <a:t>Dedicated system pool</a:t>
            </a:r>
            <a:r>
              <a:rPr lang="en-US" sz="2200" dirty="0"/>
              <a:t> (small/steady; avoid running heavy apps there).</a:t>
            </a:r>
          </a:p>
          <a:p>
            <a:pPr>
              <a:spcAft>
                <a:spcPts val="600"/>
              </a:spcAft>
            </a:pPr>
            <a:r>
              <a:rPr lang="en-US" sz="2200" b="1" dirty="0"/>
              <a:t>General-purpose app pool</a:t>
            </a:r>
            <a:r>
              <a:rPr lang="en-US" sz="2200" dirty="0"/>
              <a:t> (your default workload landing zone).</a:t>
            </a:r>
          </a:p>
          <a:p>
            <a:pPr>
              <a:spcAft>
                <a:spcPts val="600"/>
              </a:spcAft>
            </a:pPr>
            <a:r>
              <a:rPr lang="en-US" sz="2200" b="1" dirty="0"/>
              <a:t>Spot pool</a:t>
            </a:r>
            <a:r>
              <a:rPr lang="en-US" sz="2200" dirty="0"/>
              <a:t> for burst/batch/stateless.</a:t>
            </a:r>
          </a:p>
          <a:p>
            <a:pPr>
              <a:spcAft>
                <a:spcPts val="600"/>
              </a:spcAft>
            </a:pPr>
            <a:r>
              <a:rPr lang="en-US" sz="2200" b="1" dirty="0"/>
              <a:t>Windows pool</a:t>
            </a:r>
            <a:r>
              <a:rPr lang="en-US" sz="2200" dirty="0"/>
              <a:t> only if you need Windows containers.</a:t>
            </a:r>
          </a:p>
          <a:p>
            <a:pPr>
              <a:spcAft>
                <a:spcPts val="600"/>
              </a:spcAft>
            </a:pPr>
            <a:r>
              <a:rPr lang="en-US" sz="2200" b="1" dirty="0"/>
              <a:t>Specialized pools</a:t>
            </a:r>
            <a:r>
              <a:rPr lang="en-US" sz="2200" dirty="0"/>
              <a:t> (GPU, high-memory, IO-optimized) with taints + tolerations to keep scheduling intentional.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629431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2641</TotalTime>
  <Words>1116</Words>
  <Application>Microsoft Office PowerPoint</Application>
  <PresentationFormat>Widescreen</PresentationFormat>
  <Paragraphs>132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Aptos Narrow</vt:lpstr>
      <vt:lpstr>Arial</vt:lpstr>
      <vt:lpstr>Calibri</vt:lpstr>
      <vt:lpstr>SFMono-Regular</vt:lpstr>
      <vt:lpstr>Office Theme</vt:lpstr>
      <vt:lpstr>AKS Workshop</vt:lpstr>
      <vt:lpstr>Introduction to AKS</vt:lpstr>
      <vt:lpstr>Azure Kubernetes Service (AKS)</vt:lpstr>
      <vt:lpstr>Container Solutions in Azure</vt:lpstr>
      <vt:lpstr>Use Cases for AKS</vt:lpstr>
      <vt:lpstr>Core AKS Concepts</vt:lpstr>
      <vt:lpstr>Core AKS Concepts</vt:lpstr>
      <vt:lpstr>Core AKS Concepts</vt:lpstr>
      <vt:lpstr>Setting up an AKS Cluster</vt:lpstr>
      <vt:lpstr>Setup an AKS Cluster</vt:lpstr>
      <vt:lpstr>Node Pools</vt:lpstr>
      <vt:lpstr>What are the Node Pools?</vt:lpstr>
      <vt:lpstr>Node Pool – Core Functionality</vt:lpstr>
      <vt:lpstr>Node Pool Types</vt:lpstr>
      <vt:lpstr>Node Pool Types</vt:lpstr>
      <vt:lpstr>Node Pool Types</vt:lpstr>
      <vt:lpstr>Role of Node Pools</vt:lpstr>
      <vt:lpstr>Common AKS node pool design patterns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Faik Hakan Bilgen</dc:creator>
  <cp:lastModifiedBy>Faik Hakan Bilgen</cp:lastModifiedBy>
  <cp:revision>17</cp:revision>
  <dcterms:created xsi:type="dcterms:W3CDTF">2026-01-06T09:30:25Z</dcterms:created>
  <dcterms:modified xsi:type="dcterms:W3CDTF">2026-01-08T07:47:48Z</dcterms:modified>
</cp:coreProperties>
</file>