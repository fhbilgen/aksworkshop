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5" r:id="rId3"/>
    <p:sldId id="260" r:id="rId4"/>
    <p:sldId id="262" r:id="rId5"/>
    <p:sldId id="263" r:id="rId6"/>
    <p:sldId id="257" r:id="rId7"/>
    <p:sldId id="258" r:id="rId8"/>
    <p:sldId id="259" r:id="rId9"/>
    <p:sldId id="264" r:id="rId10"/>
    <p:sldId id="266" r:id="rId11"/>
    <p:sldId id="267" r:id="rId12"/>
    <p:sldId id="270" r:id="rId13"/>
    <p:sldId id="269" r:id="rId14"/>
    <p:sldId id="274" r:id="rId15"/>
    <p:sldId id="277" r:id="rId16"/>
    <p:sldId id="279" r:id="rId17"/>
    <p:sldId id="271" r:id="rId18"/>
    <p:sldId id="276" r:id="rId19"/>
    <p:sldId id="280" r:id="rId20"/>
    <p:sldId id="272" r:id="rId21"/>
    <p:sldId id="273" r:id="rId22"/>
    <p:sldId id="275" r:id="rId23"/>
    <p:sldId id="281" r:id="rId24"/>
    <p:sldId id="278" r:id="rId25"/>
    <p:sldId id="282" r:id="rId26"/>
    <p:sldId id="283" r:id="rId27"/>
    <p:sldId id="290" r:id="rId28"/>
    <p:sldId id="289" r:id="rId29"/>
    <p:sldId id="284" r:id="rId30"/>
    <p:sldId id="286" r:id="rId31"/>
    <p:sldId id="287" r:id="rId32"/>
    <p:sldId id="288" r:id="rId33"/>
    <p:sldId id="285" r:id="rId34"/>
    <p:sldId id="293" r:id="rId35"/>
    <p:sldId id="292" r:id="rId36"/>
    <p:sldId id="294" r:id="rId37"/>
    <p:sldId id="295" r:id="rId38"/>
    <p:sldId id="296" r:id="rId39"/>
    <p:sldId id="297" r:id="rId40"/>
    <p:sldId id="298" r:id="rId41"/>
    <p:sldId id="291"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E6867AD-4FFC-4E7B-966C-CB2130BD4B85}" v="50" dt="2026-01-16T08:11:20.47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96" d="100"/>
          <a:sy n="96" d="100"/>
        </p:scale>
        <p:origin x="258"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ik bilgen" userId="9fcb1696e65a161f" providerId="LiveId" clId="{0C3A4C9E-717D-4ADE-97E0-B0AD580B3355}"/>
    <pc:docChg chg="undo custSel addSld delSld modSld sldOrd">
      <pc:chgData name="faik bilgen" userId="9fcb1696e65a161f" providerId="LiveId" clId="{0C3A4C9E-717D-4ADE-97E0-B0AD580B3355}" dt="2026-01-16T08:31:55.226" v="2714" actId="14100"/>
      <pc:docMkLst>
        <pc:docMk/>
      </pc:docMkLst>
      <pc:sldChg chg="modSp mod">
        <pc:chgData name="faik bilgen" userId="9fcb1696e65a161f" providerId="LiveId" clId="{0C3A4C9E-717D-4ADE-97E0-B0AD580B3355}" dt="2026-01-07T06:39:27.270" v="166" actId="20577"/>
        <pc:sldMkLst>
          <pc:docMk/>
          <pc:sldMk cId="1785283873" sldId="256"/>
        </pc:sldMkLst>
        <pc:spChg chg="mod">
          <ac:chgData name="faik bilgen" userId="9fcb1696e65a161f" providerId="LiveId" clId="{0C3A4C9E-717D-4ADE-97E0-B0AD580B3355}" dt="2026-01-07T06:39:27.270" v="166" actId="20577"/>
          <ac:spMkLst>
            <pc:docMk/>
            <pc:sldMk cId="1785283873" sldId="256"/>
            <ac:spMk id="2" creationId="{E8C392AE-673E-92C5-303F-25E8450BD96A}"/>
          </ac:spMkLst>
        </pc:spChg>
      </pc:sldChg>
      <pc:sldChg chg="addSp modSp mod setBg">
        <pc:chgData name="faik bilgen" userId="9fcb1696e65a161f" providerId="LiveId" clId="{0C3A4C9E-717D-4ADE-97E0-B0AD580B3355}" dt="2026-01-16T08:31:55.226" v="2714" actId="14100"/>
        <pc:sldMkLst>
          <pc:docMk/>
          <pc:sldMk cId="1715846408" sldId="258"/>
        </pc:sldMkLst>
        <pc:spChg chg="mod">
          <ac:chgData name="faik bilgen" userId="9fcb1696e65a161f" providerId="LiveId" clId="{0C3A4C9E-717D-4ADE-97E0-B0AD580B3355}" dt="2026-01-16T08:31:46.862" v="2712" actId="26606"/>
          <ac:spMkLst>
            <pc:docMk/>
            <pc:sldMk cId="1715846408" sldId="258"/>
            <ac:spMk id="2" creationId="{460459FE-BEE7-ADAC-2F0C-F8F045ED36F3}"/>
          </ac:spMkLst>
        </pc:spChg>
        <pc:spChg chg="mod">
          <ac:chgData name="faik bilgen" userId="9fcb1696e65a161f" providerId="LiveId" clId="{0C3A4C9E-717D-4ADE-97E0-B0AD580B3355}" dt="2026-01-16T08:31:46.862" v="2712" actId="26606"/>
          <ac:spMkLst>
            <pc:docMk/>
            <pc:sldMk cId="1715846408" sldId="258"/>
            <ac:spMk id="3" creationId="{12B406BB-5A07-630E-07AF-5332BABEBC3D}"/>
          </ac:spMkLst>
        </pc:spChg>
        <pc:spChg chg="add">
          <ac:chgData name="faik bilgen" userId="9fcb1696e65a161f" providerId="LiveId" clId="{0C3A4C9E-717D-4ADE-97E0-B0AD580B3355}" dt="2026-01-16T08:31:46.862" v="2712" actId="26606"/>
          <ac:spMkLst>
            <pc:docMk/>
            <pc:sldMk cId="1715846408" sldId="258"/>
            <ac:spMk id="11" creationId="{743AA782-23D1-4521-8CAD-47662984AA08}"/>
          </ac:spMkLst>
        </pc:spChg>
        <pc:spChg chg="add">
          <ac:chgData name="faik bilgen" userId="9fcb1696e65a161f" providerId="LiveId" clId="{0C3A4C9E-717D-4ADE-97E0-B0AD580B3355}" dt="2026-01-16T08:31:46.862" v="2712" actId="26606"/>
          <ac:spMkLst>
            <pc:docMk/>
            <pc:sldMk cId="1715846408" sldId="258"/>
            <ac:spMk id="13" creationId="{71877DBC-BB60-40F0-AC93-2ACDBAAE60CE}"/>
          </ac:spMkLst>
        </pc:spChg>
        <pc:picChg chg="mod ord">
          <ac:chgData name="faik bilgen" userId="9fcb1696e65a161f" providerId="LiveId" clId="{0C3A4C9E-717D-4ADE-97E0-B0AD580B3355}" dt="2026-01-16T08:31:55.226" v="2714" actId="14100"/>
          <ac:picMkLst>
            <pc:docMk/>
            <pc:sldMk cId="1715846408" sldId="258"/>
            <ac:picMk id="6" creationId="{E98C48E4-C6B7-5FFE-60AF-6BF91DD0DD23}"/>
          </ac:picMkLst>
        </pc:picChg>
      </pc:sldChg>
      <pc:sldChg chg="addSp delSp modSp mod setBg">
        <pc:chgData name="faik bilgen" userId="9fcb1696e65a161f" providerId="LiveId" clId="{0C3A4C9E-717D-4ADE-97E0-B0AD580B3355}" dt="2026-01-16T08:30:19.790" v="2705" actId="26606"/>
        <pc:sldMkLst>
          <pc:docMk/>
          <pc:sldMk cId="3834534611" sldId="260"/>
        </pc:sldMkLst>
        <pc:spChg chg="mod">
          <ac:chgData name="faik bilgen" userId="9fcb1696e65a161f" providerId="LiveId" clId="{0C3A4C9E-717D-4ADE-97E0-B0AD580B3355}" dt="2026-01-16T08:30:19.790" v="2705" actId="26606"/>
          <ac:spMkLst>
            <pc:docMk/>
            <pc:sldMk cId="3834534611" sldId="260"/>
            <ac:spMk id="2" creationId="{38103C54-94F3-CD0A-69BC-C34C633AB21B}"/>
          </ac:spMkLst>
        </pc:spChg>
        <pc:spChg chg="mod">
          <ac:chgData name="faik bilgen" userId="9fcb1696e65a161f" providerId="LiveId" clId="{0C3A4C9E-717D-4ADE-97E0-B0AD580B3355}" dt="2026-01-16T08:30:19.790" v="2705" actId="26606"/>
          <ac:spMkLst>
            <pc:docMk/>
            <pc:sldMk cId="3834534611" sldId="260"/>
            <ac:spMk id="5" creationId="{E8F4CA8F-FF10-AEE3-BC3E-A64F90A2042F}"/>
          </ac:spMkLst>
        </pc:spChg>
        <pc:spChg chg="add">
          <ac:chgData name="faik bilgen" userId="9fcb1696e65a161f" providerId="LiveId" clId="{0C3A4C9E-717D-4ADE-97E0-B0AD580B3355}" dt="2026-01-16T08:30:19.790" v="2705" actId="26606"/>
          <ac:spMkLst>
            <pc:docMk/>
            <pc:sldMk cId="3834534611" sldId="260"/>
            <ac:spMk id="7" creationId="{743AA782-23D1-4521-8CAD-47662984AA08}"/>
          </ac:spMkLst>
        </pc:spChg>
        <pc:spChg chg="add">
          <ac:chgData name="faik bilgen" userId="9fcb1696e65a161f" providerId="LiveId" clId="{0C3A4C9E-717D-4ADE-97E0-B0AD580B3355}" dt="2026-01-16T08:30:19.790" v="2705" actId="26606"/>
          <ac:spMkLst>
            <pc:docMk/>
            <pc:sldMk cId="3834534611" sldId="260"/>
            <ac:spMk id="8" creationId="{71877DBC-BB60-40F0-AC93-2ACDBAAE60CE}"/>
          </ac:spMkLst>
        </pc:spChg>
        <pc:spChg chg="add del">
          <ac:chgData name="faik bilgen" userId="9fcb1696e65a161f" providerId="LiveId" clId="{0C3A4C9E-717D-4ADE-97E0-B0AD580B3355}" dt="2026-01-16T08:29:23.450" v="2694" actId="26606"/>
          <ac:spMkLst>
            <pc:docMk/>
            <pc:sldMk cId="3834534611" sldId="260"/>
            <ac:spMk id="10" creationId="{2B97F24A-32CE-4C1C-A50D-3016B394DCFB}"/>
          </ac:spMkLst>
        </pc:spChg>
        <pc:spChg chg="add del">
          <ac:chgData name="faik bilgen" userId="9fcb1696e65a161f" providerId="LiveId" clId="{0C3A4C9E-717D-4ADE-97E0-B0AD580B3355}" dt="2026-01-16T08:29:23.450" v="2694" actId="26606"/>
          <ac:spMkLst>
            <pc:docMk/>
            <pc:sldMk cId="3834534611" sldId="260"/>
            <ac:spMk id="12" creationId="{CD8B4F24-440B-49E9-B85D-733523DC064B}"/>
          </ac:spMkLst>
        </pc:spChg>
        <pc:spChg chg="add del">
          <ac:chgData name="faik bilgen" userId="9fcb1696e65a161f" providerId="LiveId" clId="{0C3A4C9E-717D-4ADE-97E0-B0AD580B3355}" dt="2026-01-16T08:29:30.131" v="2696" actId="26606"/>
          <ac:spMkLst>
            <pc:docMk/>
            <pc:sldMk cId="3834534611" sldId="260"/>
            <ac:spMk id="14" creationId="{743AA782-23D1-4521-8CAD-47662984AA08}"/>
          </ac:spMkLst>
        </pc:spChg>
        <pc:spChg chg="add del">
          <ac:chgData name="faik bilgen" userId="9fcb1696e65a161f" providerId="LiveId" clId="{0C3A4C9E-717D-4ADE-97E0-B0AD580B3355}" dt="2026-01-16T08:29:30.131" v="2696" actId="26606"/>
          <ac:spMkLst>
            <pc:docMk/>
            <pc:sldMk cId="3834534611" sldId="260"/>
            <ac:spMk id="15" creationId="{71877DBC-BB60-40F0-AC93-2ACDBAAE60CE}"/>
          </ac:spMkLst>
        </pc:spChg>
        <pc:spChg chg="add del">
          <ac:chgData name="faik bilgen" userId="9fcb1696e65a161f" providerId="LiveId" clId="{0C3A4C9E-717D-4ADE-97E0-B0AD580B3355}" dt="2026-01-16T08:29:33.949" v="2698" actId="26606"/>
          <ac:spMkLst>
            <pc:docMk/>
            <pc:sldMk cId="3834534611" sldId="260"/>
            <ac:spMk id="16" creationId="{768EB4DD-3704-43AD-92B3-C4E0C6EA92CB}"/>
          </ac:spMkLst>
        </pc:spChg>
        <pc:spChg chg="add del">
          <ac:chgData name="faik bilgen" userId="9fcb1696e65a161f" providerId="LiveId" clId="{0C3A4C9E-717D-4ADE-97E0-B0AD580B3355}" dt="2026-01-16T08:29:33.949" v="2698" actId="26606"/>
          <ac:spMkLst>
            <pc:docMk/>
            <pc:sldMk cId="3834534611" sldId="260"/>
            <ac:spMk id="17" creationId="{84ECDE7A-6944-466D-8FFE-149A29BA6BAE}"/>
          </ac:spMkLst>
        </pc:spChg>
        <pc:spChg chg="add del">
          <ac:chgData name="faik bilgen" userId="9fcb1696e65a161f" providerId="LiveId" clId="{0C3A4C9E-717D-4ADE-97E0-B0AD580B3355}" dt="2026-01-16T08:29:33.949" v="2698" actId="26606"/>
          <ac:spMkLst>
            <pc:docMk/>
            <pc:sldMk cId="3834534611" sldId="260"/>
            <ac:spMk id="18" creationId="{B3420082-9415-44EC-802E-C77D71D59C57}"/>
          </ac:spMkLst>
        </pc:spChg>
        <pc:spChg chg="add del">
          <ac:chgData name="faik bilgen" userId="9fcb1696e65a161f" providerId="LiveId" clId="{0C3A4C9E-717D-4ADE-97E0-B0AD580B3355}" dt="2026-01-16T08:29:33.949" v="2698" actId="26606"/>
          <ac:spMkLst>
            <pc:docMk/>
            <pc:sldMk cId="3834534611" sldId="260"/>
            <ac:spMk id="19" creationId="{55A52C45-1FCB-4636-A80F-2849B8226C01}"/>
          </ac:spMkLst>
        </pc:spChg>
        <pc:spChg chg="add del">
          <ac:chgData name="faik bilgen" userId="9fcb1696e65a161f" providerId="LiveId" clId="{0C3A4C9E-717D-4ADE-97E0-B0AD580B3355}" dt="2026-01-16T08:29:36.433" v="2700" actId="26606"/>
          <ac:spMkLst>
            <pc:docMk/>
            <pc:sldMk cId="3834534611" sldId="260"/>
            <ac:spMk id="21" creationId="{FFB60E8C-7224-44A4-87A0-46A1711DD2ED}"/>
          </ac:spMkLst>
        </pc:spChg>
        <pc:spChg chg="add del">
          <ac:chgData name="faik bilgen" userId="9fcb1696e65a161f" providerId="LiveId" clId="{0C3A4C9E-717D-4ADE-97E0-B0AD580B3355}" dt="2026-01-16T08:29:36.433" v="2700" actId="26606"/>
          <ac:spMkLst>
            <pc:docMk/>
            <pc:sldMk cId="3834534611" sldId="260"/>
            <ac:spMk id="22" creationId="{5DA32751-37A2-45C0-BE94-63D375E27003}"/>
          </ac:spMkLst>
        </pc:spChg>
        <pc:spChg chg="add del">
          <ac:chgData name="faik bilgen" userId="9fcb1696e65a161f" providerId="LiveId" clId="{0C3A4C9E-717D-4ADE-97E0-B0AD580B3355}" dt="2026-01-16T08:29:36.433" v="2700" actId="26606"/>
          <ac:spMkLst>
            <pc:docMk/>
            <pc:sldMk cId="3834534611" sldId="260"/>
            <ac:spMk id="23" creationId="{E659831F-0D9A-4C63-9EBB-8435B85A440F}"/>
          </ac:spMkLst>
        </pc:spChg>
        <pc:spChg chg="add del">
          <ac:chgData name="faik bilgen" userId="9fcb1696e65a161f" providerId="LiveId" clId="{0C3A4C9E-717D-4ADE-97E0-B0AD580B3355}" dt="2026-01-16T08:29:36.433" v="2700" actId="26606"/>
          <ac:spMkLst>
            <pc:docMk/>
            <pc:sldMk cId="3834534611" sldId="260"/>
            <ac:spMk id="24" creationId="{5A55FBCD-CD42-40F5-8A1B-3203F9CAEEAA}"/>
          </ac:spMkLst>
        </pc:spChg>
        <pc:spChg chg="add del">
          <ac:chgData name="faik bilgen" userId="9fcb1696e65a161f" providerId="LiveId" clId="{0C3A4C9E-717D-4ADE-97E0-B0AD580B3355}" dt="2026-01-16T08:30:08.660" v="2702" actId="26606"/>
          <ac:spMkLst>
            <pc:docMk/>
            <pc:sldMk cId="3834534611" sldId="260"/>
            <ac:spMk id="26" creationId="{743AA782-23D1-4521-8CAD-47662984AA08}"/>
          </ac:spMkLst>
        </pc:spChg>
        <pc:spChg chg="add del">
          <ac:chgData name="faik bilgen" userId="9fcb1696e65a161f" providerId="LiveId" clId="{0C3A4C9E-717D-4ADE-97E0-B0AD580B3355}" dt="2026-01-16T08:30:08.660" v="2702" actId="26606"/>
          <ac:spMkLst>
            <pc:docMk/>
            <pc:sldMk cId="3834534611" sldId="260"/>
            <ac:spMk id="27" creationId="{71877DBC-BB60-40F0-AC93-2ACDBAAE60CE}"/>
          </ac:spMkLst>
        </pc:spChg>
        <pc:spChg chg="add del">
          <ac:chgData name="faik bilgen" userId="9fcb1696e65a161f" providerId="LiveId" clId="{0C3A4C9E-717D-4ADE-97E0-B0AD580B3355}" dt="2026-01-16T08:30:11.478" v="2704" actId="26606"/>
          <ac:spMkLst>
            <pc:docMk/>
            <pc:sldMk cId="3834534611" sldId="260"/>
            <ac:spMk id="29" creationId="{90D01200-0224-43C5-AB38-FB4D16B73FB7}"/>
          </ac:spMkLst>
        </pc:spChg>
        <pc:spChg chg="add del">
          <ac:chgData name="faik bilgen" userId="9fcb1696e65a161f" providerId="LiveId" clId="{0C3A4C9E-717D-4ADE-97E0-B0AD580B3355}" dt="2026-01-16T08:30:11.478" v="2704" actId="26606"/>
          <ac:spMkLst>
            <pc:docMk/>
            <pc:sldMk cId="3834534611" sldId="260"/>
            <ac:spMk id="30" creationId="{728A44A4-A002-4A88-9FC9-1D0566C97A47}"/>
          </ac:spMkLst>
        </pc:spChg>
        <pc:spChg chg="add del">
          <ac:chgData name="faik bilgen" userId="9fcb1696e65a161f" providerId="LiveId" clId="{0C3A4C9E-717D-4ADE-97E0-B0AD580B3355}" dt="2026-01-16T08:30:11.478" v="2704" actId="26606"/>
          <ac:spMkLst>
            <pc:docMk/>
            <pc:sldMk cId="3834534611" sldId="260"/>
            <ac:spMk id="31" creationId="{3E7D5C7B-DD16-401B-85CE-4AAA2A4F5136}"/>
          </ac:spMkLst>
        </pc:spChg>
        <pc:picChg chg="mod ord">
          <ac:chgData name="faik bilgen" userId="9fcb1696e65a161f" providerId="LiveId" clId="{0C3A4C9E-717D-4ADE-97E0-B0AD580B3355}" dt="2026-01-16T08:30:19.790" v="2705" actId="26606"/>
          <ac:picMkLst>
            <pc:docMk/>
            <pc:sldMk cId="3834534611" sldId="260"/>
            <ac:picMk id="4" creationId="{943FE01B-8082-F704-5AE6-D2031BBC33F3}"/>
          </ac:picMkLst>
        </pc:picChg>
      </pc:sldChg>
      <pc:sldChg chg="addSp delSp modSp mod setBg">
        <pc:chgData name="faik bilgen" userId="9fcb1696e65a161f" providerId="LiveId" clId="{0C3A4C9E-717D-4ADE-97E0-B0AD580B3355}" dt="2026-01-16T08:30:46.580" v="2708" actId="26606"/>
        <pc:sldMkLst>
          <pc:docMk/>
          <pc:sldMk cId="1738797384" sldId="262"/>
        </pc:sldMkLst>
        <pc:spChg chg="mod">
          <ac:chgData name="faik bilgen" userId="9fcb1696e65a161f" providerId="LiveId" clId="{0C3A4C9E-717D-4ADE-97E0-B0AD580B3355}" dt="2026-01-16T08:30:46.580" v="2708" actId="26606"/>
          <ac:spMkLst>
            <pc:docMk/>
            <pc:sldMk cId="1738797384" sldId="262"/>
            <ac:spMk id="2" creationId="{0D35B77F-8050-25C5-75A7-D5FCF5C319E3}"/>
          </ac:spMkLst>
        </pc:spChg>
        <pc:spChg chg="add del">
          <ac:chgData name="faik bilgen" userId="9fcb1696e65a161f" providerId="LiveId" clId="{0C3A4C9E-717D-4ADE-97E0-B0AD580B3355}" dt="2026-01-16T08:30:46.564" v="2707" actId="26606"/>
          <ac:spMkLst>
            <pc:docMk/>
            <pc:sldMk cId="1738797384" sldId="262"/>
            <ac:spMk id="9" creationId="{68AF5748-FED8-45BA-8631-26D1D10F3246}"/>
          </ac:spMkLst>
        </pc:spChg>
        <pc:spChg chg="add del">
          <ac:chgData name="faik bilgen" userId="9fcb1696e65a161f" providerId="LiveId" clId="{0C3A4C9E-717D-4ADE-97E0-B0AD580B3355}" dt="2026-01-16T08:30:46.564" v="2707" actId="26606"/>
          <ac:spMkLst>
            <pc:docMk/>
            <pc:sldMk cId="1738797384" sldId="262"/>
            <ac:spMk id="11" creationId="{AF2F604E-43BE-4DC3-B983-E071523364F8}"/>
          </ac:spMkLst>
        </pc:spChg>
        <pc:spChg chg="add del">
          <ac:chgData name="faik bilgen" userId="9fcb1696e65a161f" providerId="LiveId" clId="{0C3A4C9E-717D-4ADE-97E0-B0AD580B3355}" dt="2026-01-16T08:30:46.564" v="2707" actId="26606"/>
          <ac:spMkLst>
            <pc:docMk/>
            <pc:sldMk cId="1738797384" sldId="262"/>
            <ac:spMk id="13" creationId="{08C9B587-E65E-4B52-B37C-ABEBB6E87928}"/>
          </ac:spMkLst>
        </pc:spChg>
        <pc:spChg chg="add">
          <ac:chgData name="faik bilgen" userId="9fcb1696e65a161f" providerId="LiveId" clId="{0C3A4C9E-717D-4ADE-97E0-B0AD580B3355}" dt="2026-01-16T08:30:46.580" v="2708" actId="26606"/>
          <ac:spMkLst>
            <pc:docMk/>
            <pc:sldMk cId="1738797384" sldId="262"/>
            <ac:spMk id="15" creationId="{BCED4D40-4B67-4331-AC48-79B82B4A47D8}"/>
          </ac:spMkLst>
        </pc:spChg>
        <pc:spChg chg="add">
          <ac:chgData name="faik bilgen" userId="9fcb1696e65a161f" providerId="LiveId" clId="{0C3A4C9E-717D-4ADE-97E0-B0AD580B3355}" dt="2026-01-16T08:30:46.580" v="2708" actId="26606"/>
          <ac:spMkLst>
            <pc:docMk/>
            <pc:sldMk cId="1738797384" sldId="262"/>
            <ac:spMk id="16" creationId="{670CEDEF-4F34-412E-84EE-329C1E936AF5}"/>
          </ac:spMkLst>
        </pc:spChg>
        <pc:graphicFrameChg chg="add mod modGraphic">
          <ac:chgData name="faik bilgen" userId="9fcb1696e65a161f" providerId="LiveId" clId="{0C3A4C9E-717D-4ADE-97E0-B0AD580B3355}" dt="2026-01-16T08:30:46.580" v="2708" actId="26606"/>
          <ac:graphicFrameMkLst>
            <pc:docMk/>
            <pc:sldMk cId="1738797384" sldId="262"/>
            <ac:graphicFrameMk id="4" creationId="{33A0C392-C3D3-2A72-515E-9DE3E1619817}"/>
          </ac:graphicFrameMkLst>
        </pc:graphicFrameChg>
      </pc:sldChg>
      <pc:sldChg chg="addSp delSp modSp mod setBg">
        <pc:chgData name="faik bilgen" userId="9fcb1696e65a161f" providerId="LiveId" clId="{0C3A4C9E-717D-4ADE-97E0-B0AD580B3355}" dt="2026-01-16T08:30:59.091" v="2711" actId="26606"/>
        <pc:sldMkLst>
          <pc:docMk/>
          <pc:sldMk cId="4035011338" sldId="263"/>
        </pc:sldMkLst>
        <pc:spChg chg="mod">
          <ac:chgData name="faik bilgen" userId="9fcb1696e65a161f" providerId="LiveId" clId="{0C3A4C9E-717D-4ADE-97E0-B0AD580B3355}" dt="2026-01-16T08:30:59.091" v="2711" actId="26606"/>
          <ac:spMkLst>
            <pc:docMk/>
            <pc:sldMk cId="4035011338" sldId="263"/>
            <ac:spMk id="2" creationId="{FB46E584-4808-01F1-775C-40CECB2E95D6}"/>
          </ac:spMkLst>
        </pc:spChg>
        <pc:spChg chg="mod">
          <ac:chgData name="faik bilgen" userId="9fcb1696e65a161f" providerId="LiveId" clId="{0C3A4C9E-717D-4ADE-97E0-B0AD580B3355}" dt="2026-01-16T08:30:59.091" v="2711" actId="26606"/>
          <ac:spMkLst>
            <pc:docMk/>
            <pc:sldMk cId="4035011338" sldId="263"/>
            <ac:spMk id="6" creationId="{13308570-471D-1B6E-AC13-C0EAB77B4E65}"/>
          </ac:spMkLst>
        </pc:spChg>
        <pc:spChg chg="add del">
          <ac:chgData name="faik bilgen" userId="9fcb1696e65a161f" providerId="LiveId" clId="{0C3A4C9E-717D-4ADE-97E0-B0AD580B3355}" dt="2026-01-16T08:30:59.091" v="2710" actId="26606"/>
          <ac:spMkLst>
            <pc:docMk/>
            <pc:sldMk cId="4035011338" sldId="263"/>
            <ac:spMk id="11" creationId="{100EDD19-6802-4EC3-95CE-CFFAB042CFD6}"/>
          </ac:spMkLst>
        </pc:spChg>
        <pc:spChg chg="add del">
          <ac:chgData name="faik bilgen" userId="9fcb1696e65a161f" providerId="LiveId" clId="{0C3A4C9E-717D-4ADE-97E0-B0AD580B3355}" dt="2026-01-16T08:30:59.091" v="2710" actId="26606"/>
          <ac:spMkLst>
            <pc:docMk/>
            <pc:sldMk cId="4035011338" sldId="263"/>
            <ac:spMk id="13" creationId="{DB17E863-922E-4C26-BD64-E8FD41D28661}"/>
          </ac:spMkLst>
        </pc:spChg>
        <pc:spChg chg="add">
          <ac:chgData name="faik bilgen" userId="9fcb1696e65a161f" providerId="LiveId" clId="{0C3A4C9E-717D-4ADE-97E0-B0AD580B3355}" dt="2026-01-16T08:30:59.091" v="2711" actId="26606"/>
          <ac:spMkLst>
            <pc:docMk/>
            <pc:sldMk cId="4035011338" sldId="263"/>
            <ac:spMk id="15" creationId="{8E0105E7-23DB-4CF2-8258-FF47C7620F6E}"/>
          </ac:spMkLst>
        </pc:spChg>
        <pc:spChg chg="add">
          <ac:chgData name="faik bilgen" userId="9fcb1696e65a161f" providerId="LiveId" clId="{0C3A4C9E-717D-4ADE-97E0-B0AD580B3355}" dt="2026-01-16T08:30:59.091" v="2711" actId="26606"/>
          <ac:spMkLst>
            <pc:docMk/>
            <pc:sldMk cId="4035011338" sldId="263"/>
            <ac:spMk id="16" creationId="{DAF1966E-FD40-4A4A-B61B-C4DF7FA05F06}"/>
          </ac:spMkLst>
        </pc:spChg>
        <pc:spChg chg="add">
          <ac:chgData name="faik bilgen" userId="9fcb1696e65a161f" providerId="LiveId" clId="{0C3A4C9E-717D-4ADE-97E0-B0AD580B3355}" dt="2026-01-16T08:30:59.091" v="2711" actId="26606"/>
          <ac:spMkLst>
            <pc:docMk/>
            <pc:sldMk cId="4035011338" sldId="263"/>
            <ac:spMk id="17" creationId="{074B4F7D-14B2-478B-8BF5-01E4E0C5D263}"/>
          </ac:spMkLst>
        </pc:spChg>
        <pc:spChg chg="add">
          <ac:chgData name="faik bilgen" userId="9fcb1696e65a161f" providerId="LiveId" clId="{0C3A4C9E-717D-4ADE-97E0-B0AD580B3355}" dt="2026-01-16T08:30:59.091" v="2711" actId="26606"/>
          <ac:spMkLst>
            <pc:docMk/>
            <pc:sldMk cId="4035011338" sldId="263"/>
            <ac:spMk id="18" creationId="{047BFA19-D45E-416B-A404-7AF2F3F27017}"/>
          </ac:spMkLst>
        </pc:spChg>
      </pc:sldChg>
      <pc:sldChg chg="addSp modSp mod setBg addAnim">
        <pc:chgData name="faik bilgen" userId="9fcb1696e65a161f" providerId="LiveId" clId="{0C3A4C9E-717D-4ADE-97E0-B0AD580B3355}" dt="2026-01-06T16:11:31.035" v="7"/>
        <pc:sldMkLst>
          <pc:docMk/>
          <pc:sldMk cId="3826261541" sldId="264"/>
        </pc:sldMkLst>
        <pc:spChg chg="mod">
          <ac:chgData name="faik bilgen" userId="9fcb1696e65a161f" providerId="LiveId" clId="{0C3A4C9E-717D-4ADE-97E0-B0AD580B3355}" dt="2026-01-06T16:11:31.035" v="6" actId="26606"/>
          <ac:spMkLst>
            <pc:docMk/>
            <pc:sldMk cId="3826261541" sldId="264"/>
            <ac:spMk id="2" creationId="{EABE0B89-E77A-F662-6D28-4839F54E21E2}"/>
          </ac:spMkLst>
        </pc:spChg>
        <pc:spChg chg="add">
          <ac:chgData name="faik bilgen" userId="9fcb1696e65a161f" providerId="LiveId" clId="{0C3A4C9E-717D-4ADE-97E0-B0AD580B3355}" dt="2026-01-06T16:11:31.035" v="6" actId="26606"/>
          <ac:spMkLst>
            <pc:docMk/>
            <pc:sldMk cId="3826261541" sldId="264"/>
            <ac:spMk id="7" creationId="{FFD48BC7-DC40-47DE-87EE-9F4B6ECB9ABB}"/>
          </ac:spMkLst>
        </pc:spChg>
        <pc:spChg chg="add">
          <ac:chgData name="faik bilgen" userId="9fcb1696e65a161f" providerId="LiveId" clId="{0C3A4C9E-717D-4ADE-97E0-B0AD580B3355}" dt="2026-01-06T16:11:31.035" v="6" actId="26606"/>
          <ac:spMkLst>
            <pc:docMk/>
            <pc:sldMk cId="3826261541" sldId="264"/>
            <ac:spMk id="9" creationId="{E502BBC7-2C76-46F3-BC24-5985BC13DB88}"/>
          </ac:spMkLst>
        </pc:spChg>
        <pc:spChg chg="add">
          <ac:chgData name="faik bilgen" userId="9fcb1696e65a161f" providerId="LiveId" clId="{0C3A4C9E-717D-4ADE-97E0-B0AD580B3355}" dt="2026-01-06T16:11:31.035" v="6" actId="26606"/>
          <ac:spMkLst>
            <pc:docMk/>
            <pc:sldMk cId="3826261541" sldId="264"/>
            <ac:spMk id="11" creationId="{C7F28D52-2A5F-4D23-81AE-7CB8B591C7AF}"/>
          </ac:spMkLst>
        </pc:spChg>
        <pc:spChg chg="add">
          <ac:chgData name="faik bilgen" userId="9fcb1696e65a161f" providerId="LiveId" clId="{0C3A4C9E-717D-4ADE-97E0-B0AD580B3355}" dt="2026-01-06T16:11:31.035" v="6" actId="26606"/>
          <ac:spMkLst>
            <pc:docMk/>
            <pc:sldMk cId="3826261541" sldId="264"/>
            <ac:spMk id="13" creationId="{3629484E-3792-4B3D-89AD-7C8A1ED0E0D4}"/>
          </ac:spMkLst>
        </pc:spChg>
      </pc:sldChg>
      <pc:sldChg chg="addSp delSp modSp mod setBg addAnim delAnim">
        <pc:chgData name="faik bilgen" userId="9fcb1696e65a161f" providerId="LiveId" clId="{0C3A4C9E-717D-4ADE-97E0-B0AD580B3355}" dt="2026-01-06T16:11:23.483" v="5" actId="26606"/>
        <pc:sldMkLst>
          <pc:docMk/>
          <pc:sldMk cId="3229684071" sldId="265"/>
        </pc:sldMkLst>
        <pc:spChg chg="mod">
          <ac:chgData name="faik bilgen" userId="9fcb1696e65a161f" providerId="LiveId" clId="{0C3A4C9E-717D-4ADE-97E0-B0AD580B3355}" dt="2026-01-06T16:11:23.483" v="5" actId="26606"/>
          <ac:spMkLst>
            <pc:docMk/>
            <pc:sldMk cId="3229684071" sldId="265"/>
            <ac:spMk id="2" creationId="{E7ABDE96-608C-110E-E9D1-C9B7D2B49B6F}"/>
          </ac:spMkLst>
        </pc:spChg>
        <pc:spChg chg="add">
          <ac:chgData name="faik bilgen" userId="9fcb1696e65a161f" providerId="LiveId" clId="{0C3A4C9E-717D-4ADE-97E0-B0AD580B3355}" dt="2026-01-06T16:11:23.483" v="5" actId="26606"/>
          <ac:spMkLst>
            <pc:docMk/>
            <pc:sldMk cId="3229684071" sldId="265"/>
            <ac:spMk id="27" creationId="{FFD48BC7-DC40-47DE-87EE-9F4B6ECB9ABB}"/>
          </ac:spMkLst>
        </pc:spChg>
        <pc:spChg chg="add">
          <ac:chgData name="faik bilgen" userId="9fcb1696e65a161f" providerId="LiveId" clId="{0C3A4C9E-717D-4ADE-97E0-B0AD580B3355}" dt="2026-01-06T16:11:23.483" v="5" actId="26606"/>
          <ac:spMkLst>
            <pc:docMk/>
            <pc:sldMk cId="3229684071" sldId="265"/>
            <ac:spMk id="28" creationId="{E502BBC7-2C76-46F3-BC24-5985BC13DB88}"/>
          </ac:spMkLst>
        </pc:spChg>
        <pc:spChg chg="add">
          <ac:chgData name="faik bilgen" userId="9fcb1696e65a161f" providerId="LiveId" clId="{0C3A4C9E-717D-4ADE-97E0-B0AD580B3355}" dt="2026-01-06T16:11:23.483" v="5" actId="26606"/>
          <ac:spMkLst>
            <pc:docMk/>
            <pc:sldMk cId="3229684071" sldId="265"/>
            <ac:spMk id="29" creationId="{C7F28D52-2A5F-4D23-81AE-7CB8B591C7AF}"/>
          </ac:spMkLst>
        </pc:spChg>
        <pc:spChg chg="add">
          <ac:chgData name="faik bilgen" userId="9fcb1696e65a161f" providerId="LiveId" clId="{0C3A4C9E-717D-4ADE-97E0-B0AD580B3355}" dt="2026-01-06T16:11:23.483" v="5" actId="26606"/>
          <ac:spMkLst>
            <pc:docMk/>
            <pc:sldMk cId="3229684071" sldId="265"/>
            <ac:spMk id="30" creationId="{3629484E-3792-4B3D-89AD-7C8A1ED0E0D4}"/>
          </ac:spMkLst>
        </pc:spChg>
      </pc:sldChg>
      <pc:sldChg chg="addSp delSp modSp new mod">
        <pc:chgData name="faik bilgen" userId="9fcb1696e65a161f" providerId="LiveId" clId="{0C3A4C9E-717D-4ADE-97E0-B0AD580B3355}" dt="2026-01-07T17:07:21.424" v="175"/>
        <pc:sldMkLst>
          <pc:docMk/>
          <pc:sldMk cId="1874607520" sldId="266"/>
        </pc:sldMkLst>
        <pc:spChg chg="mod">
          <ac:chgData name="faik bilgen" userId="9fcb1696e65a161f" providerId="LiveId" clId="{0C3A4C9E-717D-4ADE-97E0-B0AD580B3355}" dt="2026-01-06T16:48:34.383" v="120" actId="20577"/>
          <ac:spMkLst>
            <pc:docMk/>
            <pc:sldMk cId="1874607520" sldId="266"/>
            <ac:spMk id="2" creationId="{B393E277-BE1C-BA7B-FEEF-1E721434010D}"/>
          </ac:spMkLst>
        </pc:spChg>
        <pc:graphicFrameChg chg="add mod modGraphic">
          <ac:chgData name="faik bilgen" userId="9fcb1696e65a161f" providerId="LiveId" clId="{0C3A4C9E-717D-4ADE-97E0-B0AD580B3355}" dt="2026-01-07T17:07:21.424" v="175"/>
          <ac:graphicFrameMkLst>
            <pc:docMk/>
            <pc:sldMk cId="1874607520" sldId="266"/>
            <ac:graphicFrameMk id="4" creationId="{3FD693D8-43AF-01A9-189B-5F44377E34A0}"/>
          </ac:graphicFrameMkLst>
        </pc:graphicFrameChg>
      </pc:sldChg>
      <pc:sldChg chg="addSp delSp modSp new mod setBg">
        <pc:chgData name="faik bilgen" userId="9fcb1696e65a161f" providerId="LiveId" clId="{0C3A4C9E-717D-4ADE-97E0-B0AD580B3355}" dt="2026-01-07T17:09:35.421" v="188" actId="26606"/>
        <pc:sldMkLst>
          <pc:docMk/>
          <pc:sldMk cId="3572393446" sldId="267"/>
        </pc:sldMkLst>
        <pc:spChg chg="mod">
          <ac:chgData name="faik bilgen" userId="9fcb1696e65a161f" providerId="LiveId" clId="{0C3A4C9E-717D-4ADE-97E0-B0AD580B3355}" dt="2026-01-07T17:09:35.421" v="188" actId="26606"/>
          <ac:spMkLst>
            <pc:docMk/>
            <pc:sldMk cId="3572393446" sldId="267"/>
            <ac:spMk id="2" creationId="{4EF7A6B2-4CB7-A0DE-FF18-791F9572D386}"/>
          </ac:spMkLst>
        </pc:spChg>
        <pc:spChg chg="add">
          <ac:chgData name="faik bilgen" userId="9fcb1696e65a161f" providerId="LiveId" clId="{0C3A4C9E-717D-4ADE-97E0-B0AD580B3355}" dt="2026-01-07T17:09:35.421" v="188" actId="26606"/>
          <ac:spMkLst>
            <pc:docMk/>
            <pc:sldMk cId="3572393446" sldId="267"/>
            <ac:spMk id="7" creationId="{FFD48BC7-DC40-47DE-87EE-9F4B6ECB9ABB}"/>
          </ac:spMkLst>
        </pc:spChg>
        <pc:spChg chg="add">
          <ac:chgData name="faik bilgen" userId="9fcb1696e65a161f" providerId="LiveId" clId="{0C3A4C9E-717D-4ADE-97E0-B0AD580B3355}" dt="2026-01-07T17:09:35.421" v="188" actId="26606"/>
          <ac:spMkLst>
            <pc:docMk/>
            <pc:sldMk cId="3572393446" sldId="267"/>
            <ac:spMk id="9" creationId="{E502BBC7-2C76-46F3-BC24-5985BC13DB88}"/>
          </ac:spMkLst>
        </pc:spChg>
        <pc:spChg chg="add">
          <ac:chgData name="faik bilgen" userId="9fcb1696e65a161f" providerId="LiveId" clId="{0C3A4C9E-717D-4ADE-97E0-B0AD580B3355}" dt="2026-01-07T17:09:35.421" v="188" actId="26606"/>
          <ac:spMkLst>
            <pc:docMk/>
            <pc:sldMk cId="3572393446" sldId="267"/>
            <ac:spMk id="11" creationId="{C7F28D52-2A5F-4D23-81AE-7CB8B591C7AF}"/>
          </ac:spMkLst>
        </pc:spChg>
        <pc:spChg chg="add">
          <ac:chgData name="faik bilgen" userId="9fcb1696e65a161f" providerId="LiveId" clId="{0C3A4C9E-717D-4ADE-97E0-B0AD580B3355}" dt="2026-01-07T17:09:35.421" v="188" actId="26606"/>
          <ac:spMkLst>
            <pc:docMk/>
            <pc:sldMk cId="3572393446" sldId="267"/>
            <ac:spMk id="13" creationId="{3629484E-3792-4B3D-89AD-7C8A1ED0E0D4}"/>
          </ac:spMkLst>
        </pc:spChg>
      </pc:sldChg>
      <pc:sldChg chg="addSp delSp modSp new mod setBg">
        <pc:chgData name="faik bilgen" userId="9fcb1696e65a161f" providerId="LiveId" clId="{0C3A4C9E-717D-4ADE-97E0-B0AD580B3355}" dt="2026-01-14T16:41:33.453" v="1153" actId="26606"/>
        <pc:sldMkLst>
          <pc:docMk/>
          <pc:sldMk cId="3619989164" sldId="269"/>
        </pc:sldMkLst>
        <pc:spChg chg="mod">
          <ac:chgData name="faik bilgen" userId="9fcb1696e65a161f" providerId="LiveId" clId="{0C3A4C9E-717D-4ADE-97E0-B0AD580B3355}" dt="2026-01-08T07:27:42.447" v="381" actId="26606"/>
          <ac:spMkLst>
            <pc:docMk/>
            <pc:sldMk cId="3619989164" sldId="269"/>
            <ac:spMk id="2" creationId="{D9775033-B39F-A0E0-F5DD-8A5E717719B3}"/>
          </ac:spMkLst>
        </pc:spChg>
        <pc:spChg chg="add">
          <ac:chgData name="faik bilgen" userId="9fcb1696e65a161f" providerId="LiveId" clId="{0C3A4C9E-717D-4ADE-97E0-B0AD580B3355}" dt="2026-01-08T07:27:42.447" v="381" actId="26606"/>
          <ac:spMkLst>
            <pc:docMk/>
            <pc:sldMk cId="3619989164" sldId="269"/>
            <ac:spMk id="9" creationId="{35DB3719-6FDC-4E5D-891D-FF40B7300F64}"/>
          </ac:spMkLst>
        </pc:spChg>
        <pc:spChg chg="add">
          <ac:chgData name="faik bilgen" userId="9fcb1696e65a161f" providerId="LiveId" clId="{0C3A4C9E-717D-4ADE-97E0-B0AD580B3355}" dt="2026-01-08T07:27:42.447" v="381" actId="26606"/>
          <ac:spMkLst>
            <pc:docMk/>
            <pc:sldMk cId="3619989164" sldId="269"/>
            <ac:spMk id="11" creationId="{E0CBAC23-2E3F-4A90-BA59-F8299F6A5439}"/>
          </ac:spMkLst>
        </pc:spChg>
        <pc:graphicFrameChg chg="add modGraphic">
          <ac:chgData name="faik bilgen" userId="9fcb1696e65a161f" providerId="LiveId" clId="{0C3A4C9E-717D-4ADE-97E0-B0AD580B3355}" dt="2026-01-14T16:41:33.453" v="1153" actId="26606"/>
          <ac:graphicFrameMkLst>
            <pc:docMk/>
            <pc:sldMk cId="3619989164" sldId="269"/>
            <ac:graphicFrameMk id="5" creationId="{68FC6FFF-5C14-00E6-DEE7-0F99CE91297E}"/>
          </ac:graphicFrameMkLst>
        </pc:graphicFrameChg>
      </pc:sldChg>
      <pc:sldChg chg="addSp delSp modSp new mod setBg">
        <pc:chgData name="faik bilgen" userId="9fcb1696e65a161f" providerId="LiveId" clId="{0C3A4C9E-717D-4ADE-97E0-B0AD580B3355}" dt="2026-01-08T07:26:27.987" v="379" actId="26606"/>
        <pc:sldMkLst>
          <pc:docMk/>
          <pc:sldMk cId="463496407" sldId="270"/>
        </pc:sldMkLst>
        <pc:spChg chg="mod">
          <ac:chgData name="faik bilgen" userId="9fcb1696e65a161f" providerId="LiveId" clId="{0C3A4C9E-717D-4ADE-97E0-B0AD580B3355}" dt="2026-01-08T07:26:27.987" v="379" actId="26606"/>
          <ac:spMkLst>
            <pc:docMk/>
            <pc:sldMk cId="463496407" sldId="270"/>
            <ac:spMk id="2" creationId="{81541D8B-A5E3-0566-7DE2-67149D272081}"/>
          </ac:spMkLst>
        </pc:spChg>
        <pc:spChg chg="add">
          <ac:chgData name="faik bilgen" userId="9fcb1696e65a161f" providerId="LiveId" clId="{0C3A4C9E-717D-4ADE-97E0-B0AD580B3355}" dt="2026-01-08T07:26:27.987" v="379" actId="26606"/>
          <ac:spMkLst>
            <pc:docMk/>
            <pc:sldMk cId="463496407" sldId="270"/>
            <ac:spMk id="15" creationId="{2E442304-DDBD-4F7B-8017-36BCC863FB40}"/>
          </ac:spMkLst>
        </pc:spChg>
        <pc:spChg chg="add">
          <ac:chgData name="faik bilgen" userId="9fcb1696e65a161f" providerId="LiveId" clId="{0C3A4C9E-717D-4ADE-97E0-B0AD580B3355}" dt="2026-01-08T07:26:27.987" v="379" actId="26606"/>
          <ac:spMkLst>
            <pc:docMk/>
            <pc:sldMk cId="463496407" sldId="270"/>
            <ac:spMk id="16" creationId="{5E107275-3853-46FD-A241-DE4355A42675}"/>
          </ac:spMkLst>
        </pc:spChg>
        <pc:graphicFrameChg chg="add">
          <ac:chgData name="faik bilgen" userId="9fcb1696e65a161f" providerId="LiveId" clId="{0C3A4C9E-717D-4ADE-97E0-B0AD580B3355}" dt="2026-01-08T07:26:27.987" v="379" actId="26606"/>
          <ac:graphicFrameMkLst>
            <pc:docMk/>
            <pc:sldMk cId="463496407" sldId="270"/>
            <ac:graphicFrameMk id="17" creationId="{F0A15B44-8040-9AC0-9387-944300101A20}"/>
          </ac:graphicFrameMkLst>
        </pc:graphicFrameChg>
      </pc:sldChg>
      <pc:sldChg chg="addSp delSp modSp new mod setBg">
        <pc:chgData name="faik bilgen" userId="9fcb1696e65a161f" providerId="LiveId" clId="{0C3A4C9E-717D-4ADE-97E0-B0AD580B3355}" dt="2026-01-14T16:09:41.452" v="740" actId="403"/>
        <pc:sldMkLst>
          <pc:docMk/>
          <pc:sldMk cId="3498216230" sldId="271"/>
        </pc:sldMkLst>
        <pc:spChg chg="mod">
          <ac:chgData name="faik bilgen" userId="9fcb1696e65a161f" providerId="LiveId" clId="{0C3A4C9E-717D-4ADE-97E0-B0AD580B3355}" dt="2026-01-08T07:43:55.193" v="515" actId="26606"/>
          <ac:spMkLst>
            <pc:docMk/>
            <pc:sldMk cId="3498216230" sldId="271"/>
            <ac:spMk id="2" creationId="{CB1C7848-32E7-6008-4D6D-C35BF30B146B}"/>
          </ac:spMkLst>
        </pc:spChg>
        <pc:spChg chg="mod">
          <ac:chgData name="faik bilgen" userId="9fcb1696e65a161f" providerId="LiveId" clId="{0C3A4C9E-717D-4ADE-97E0-B0AD580B3355}" dt="2026-01-14T16:09:41.452" v="740" actId="403"/>
          <ac:spMkLst>
            <pc:docMk/>
            <pc:sldMk cId="3498216230" sldId="271"/>
            <ac:spMk id="3" creationId="{B0951A02-0D04-3561-B915-0E412BEBF915}"/>
          </ac:spMkLst>
        </pc:spChg>
        <pc:spChg chg="add">
          <ac:chgData name="faik bilgen" userId="9fcb1696e65a161f" providerId="LiveId" clId="{0C3A4C9E-717D-4ADE-97E0-B0AD580B3355}" dt="2026-01-08T07:43:55.193" v="515" actId="26606"/>
          <ac:spMkLst>
            <pc:docMk/>
            <pc:sldMk cId="3498216230" sldId="271"/>
            <ac:spMk id="15" creationId="{100EDD19-6802-4EC3-95CE-CFFAB042CFD6}"/>
          </ac:spMkLst>
        </pc:spChg>
        <pc:spChg chg="add">
          <ac:chgData name="faik bilgen" userId="9fcb1696e65a161f" providerId="LiveId" clId="{0C3A4C9E-717D-4ADE-97E0-B0AD580B3355}" dt="2026-01-08T07:43:55.193" v="515" actId="26606"/>
          <ac:spMkLst>
            <pc:docMk/>
            <pc:sldMk cId="3498216230" sldId="271"/>
            <ac:spMk id="17" creationId="{DB17E863-922E-4C26-BD64-E8FD41D28661}"/>
          </ac:spMkLst>
        </pc:spChg>
      </pc:sldChg>
      <pc:sldChg chg="addSp delSp modSp new mod setBg">
        <pc:chgData name="faik bilgen" userId="9fcb1696e65a161f" providerId="LiveId" clId="{0C3A4C9E-717D-4ADE-97E0-B0AD580B3355}" dt="2026-01-14T16:28:48.294" v="1138" actId="12"/>
        <pc:sldMkLst>
          <pc:docMk/>
          <pc:sldMk cId="4275700154" sldId="272"/>
        </pc:sldMkLst>
        <pc:spChg chg="mod">
          <ac:chgData name="faik bilgen" userId="9fcb1696e65a161f" providerId="LiveId" clId="{0C3A4C9E-717D-4ADE-97E0-B0AD580B3355}" dt="2026-01-08T07:43:58.954" v="516" actId="26606"/>
          <ac:spMkLst>
            <pc:docMk/>
            <pc:sldMk cId="4275700154" sldId="272"/>
            <ac:spMk id="2" creationId="{9FF9A83D-F5B0-DB7B-FEB9-42D00122B485}"/>
          </ac:spMkLst>
        </pc:spChg>
        <pc:spChg chg="mod">
          <ac:chgData name="faik bilgen" userId="9fcb1696e65a161f" providerId="LiveId" clId="{0C3A4C9E-717D-4ADE-97E0-B0AD580B3355}" dt="2026-01-14T16:28:48.294" v="1138" actId="12"/>
          <ac:spMkLst>
            <pc:docMk/>
            <pc:sldMk cId="4275700154" sldId="272"/>
            <ac:spMk id="3" creationId="{15C0D3D9-0B5F-4F19-76C6-8680325163A3}"/>
          </ac:spMkLst>
        </pc:spChg>
        <pc:spChg chg="add">
          <ac:chgData name="faik bilgen" userId="9fcb1696e65a161f" providerId="LiveId" clId="{0C3A4C9E-717D-4ADE-97E0-B0AD580B3355}" dt="2026-01-08T07:43:58.954" v="516" actId="26606"/>
          <ac:spMkLst>
            <pc:docMk/>
            <pc:sldMk cId="4275700154" sldId="272"/>
            <ac:spMk id="15" creationId="{100EDD19-6802-4EC3-95CE-CFFAB042CFD6}"/>
          </ac:spMkLst>
        </pc:spChg>
        <pc:spChg chg="add">
          <ac:chgData name="faik bilgen" userId="9fcb1696e65a161f" providerId="LiveId" clId="{0C3A4C9E-717D-4ADE-97E0-B0AD580B3355}" dt="2026-01-08T07:43:58.954" v="516" actId="26606"/>
          <ac:spMkLst>
            <pc:docMk/>
            <pc:sldMk cId="4275700154" sldId="272"/>
            <ac:spMk id="17" creationId="{DB17E863-922E-4C26-BD64-E8FD41D28661}"/>
          </ac:spMkLst>
        </pc:spChg>
      </pc:sldChg>
      <pc:sldChg chg="addSp delSp modSp new mod setBg">
        <pc:chgData name="faik bilgen" userId="9fcb1696e65a161f" providerId="LiveId" clId="{0C3A4C9E-717D-4ADE-97E0-B0AD580B3355}" dt="2026-01-08T07:47:44.787" v="579" actId="14100"/>
        <pc:sldMkLst>
          <pc:docMk/>
          <pc:sldMk cId="2080183293" sldId="273"/>
        </pc:sldMkLst>
        <pc:spChg chg="mod">
          <ac:chgData name="faik bilgen" userId="9fcb1696e65a161f" providerId="LiveId" clId="{0C3A4C9E-717D-4ADE-97E0-B0AD580B3355}" dt="2026-01-08T07:44:02.673" v="517" actId="26606"/>
          <ac:spMkLst>
            <pc:docMk/>
            <pc:sldMk cId="2080183293" sldId="273"/>
            <ac:spMk id="2" creationId="{9BF1941A-B372-995B-6115-7C7A0F5B6D16}"/>
          </ac:spMkLst>
        </pc:spChg>
        <pc:spChg chg="mod">
          <ac:chgData name="faik bilgen" userId="9fcb1696e65a161f" providerId="LiveId" clId="{0C3A4C9E-717D-4ADE-97E0-B0AD580B3355}" dt="2026-01-08T07:47:44.787" v="579" actId="14100"/>
          <ac:spMkLst>
            <pc:docMk/>
            <pc:sldMk cId="2080183293" sldId="273"/>
            <ac:spMk id="3" creationId="{3F55BEC1-706E-171B-A530-83533B9D15EC}"/>
          </ac:spMkLst>
        </pc:spChg>
        <pc:spChg chg="add">
          <ac:chgData name="faik bilgen" userId="9fcb1696e65a161f" providerId="LiveId" clId="{0C3A4C9E-717D-4ADE-97E0-B0AD580B3355}" dt="2026-01-08T07:44:02.673" v="517" actId="26606"/>
          <ac:spMkLst>
            <pc:docMk/>
            <pc:sldMk cId="2080183293" sldId="273"/>
            <ac:spMk id="15" creationId="{100EDD19-6802-4EC3-95CE-CFFAB042CFD6}"/>
          </ac:spMkLst>
        </pc:spChg>
        <pc:spChg chg="add">
          <ac:chgData name="faik bilgen" userId="9fcb1696e65a161f" providerId="LiveId" clId="{0C3A4C9E-717D-4ADE-97E0-B0AD580B3355}" dt="2026-01-08T07:44:02.673" v="517" actId="26606"/>
          <ac:spMkLst>
            <pc:docMk/>
            <pc:sldMk cId="2080183293" sldId="273"/>
            <ac:spMk id="17" creationId="{DB17E863-922E-4C26-BD64-E8FD41D28661}"/>
          </ac:spMkLst>
        </pc:spChg>
      </pc:sldChg>
      <pc:sldChg chg="addSp delSp modSp new mod ord setBg">
        <pc:chgData name="faik bilgen" userId="9fcb1696e65a161f" providerId="LiveId" clId="{0C3A4C9E-717D-4ADE-97E0-B0AD580B3355}" dt="2026-01-14T16:41:14.996" v="1152" actId="20577"/>
        <pc:sldMkLst>
          <pc:docMk/>
          <pc:sldMk cId="612358189" sldId="274"/>
        </pc:sldMkLst>
        <pc:spChg chg="mod">
          <ac:chgData name="faik bilgen" userId="9fcb1696e65a161f" providerId="LiveId" clId="{0C3A4C9E-717D-4ADE-97E0-B0AD580B3355}" dt="2026-01-08T07:43:46.441" v="514" actId="26606"/>
          <ac:spMkLst>
            <pc:docMk/>
            <pc:sldMk cId="612358189" sldId="274"/>
            <ac:spMk id="2" creationId="{CC9149DD-8BB7-1EAE-4C79-A44E2E30068A}"/>
          </ac:spMkLst>
        </pc:spChg>
        <pc:spChg chg="mod">
          <ac:chgData name="faik bilgen" userId="9fcb1696e65a161f" providerId="LiveId" clId="{0C3A4C9E-717D-4ADE-97E0-B0AD580B3355}" dt="2026-01-14T16:41:14.996" v="1152" actId="20577"/>
          <ac:spMkLst>
            <pc:docMk/>
            <pc:sldMk cId="612358189" sldId="274"/>
            <ac:spMk id="3" creationId="{3832FE40-9216-3877-8297-23F75598F452}"/>
          </ac:spMkLst>
        </pc:spChg>
        <pc:spChg chg="add">
          <ac:chgData name="faik bilgen" userId="9fcb1696e65a161f" providerId="LiveId" clId="{0C3A4C9E-717D-4ADE-97E0-B0AD580B3355}" dt="2026-01-08T07:43:46.441" v="514" actId="26606"/>
          <ac:spMkLst>
            <pc:docMk/>
            <pc:sldMk cId="612358189" sldId="274"/>
            <ac:spMk id="12" creationId="{100EDD19-6802-4EC3-95CE-CFFAB042CFD6}"/>
          </ac:spMkLst>
        </pc:spChg>
        <pc:spChg chg="add">
          <ac:chgData name="faik bilgen" userId="9fcb1696e65a161f" providerId="LiveId" clId="{0C3A4C9E-717D-4ADE-97E0-B0AD580B3355}" dt="2026-01-08T07:43:46.441" v="514" actId="26606"/>
          <ac:spMkLst>
            <pc:docMk/>
            <pc:sldMk cId="612358189" sldId="274"/>
            <ac:spMk id="13" creationId="{DB17E863-922E-4C26-BD64-E8FD41D28661}"/>
          </ac:spMkLst>
        </pc:spChg>
      </pc:sldChg>
      <pc:sldChg chg="addSp modSp new mod setBg">
        <pc:chgData name="faik bilgen" userId="9fcb1696e65a161f" providerId="LiveId" clId="{0C3A4C9E-717D-4ADE-97E0-B0AD580B3355}" dt="2026-01-08T07:47:10.908" v="576" actId="948"/>
        <pc:sldMkLst>
          <pc:docMk/>
          <pc:sldMk cId="3629431649" sldId="275"/>
        </pc:sldMkLst>
        <pc:spChg chg="mod">
          <ac:chgData name="faik bilgen" userId="9fcb1696e65a161f" providerId="LiveId" clId="{0C3A4C9E-717D-4ADE-97E0-B0AD580B3355}" dt="2026-01-08T07:45:06.558" v="524" actId="26606"/>
          <ac:spMkLst>
            <pc:docMk/>
            <pc:sldMk cId="3629431649" sldId="275"/>
            <ac:spMk id="2" creationId="{0CD8F6A6-993F-85A4-478E-053D8D0A5EFC}"/>
          </ac:spMkLst>
        </pc:spChg>
        <pc:spChg chg="mod">
          <ac:chgData name="faik bilgen" userId="9fcb1696e65a161f" providerId="LiveId" clId="{0C3A4C9E-717D-4ADE-97E0-B0AD580B3355}" dt="2026-01-08T07:47:10.908" v="576" actId="948"/>
          <ac:spMkLst>
            <pc:docMk/>
            <pc:sldMk cId="3629431649" sldId="275"/>
            <ac:spMk id="3" creationId="{C7DE3F96-4146-3DB7-A408-9B91FEC871D5}"/>
          </ac:spMkLst>
        </pc:spChg>
        <pc:spChg chg="add">
          <ac:chgData name="faik bilgen" userId="9fcb1696e65a161f" providerId="LiveId" clId="{0C3A4C9E-717D-4ADE-97E0-B0AD580B3355}" dt="2026-01-08T07:45:06.558" v="524" actId="26606"/>
          <ac:spMkLst>
            <pc:docMk/>
            <pc:sldMk cId="3629431649" sldId="275"/>
            <ac:spMk id="8" creationId="{100EDD19-6802-4EC3-95CE-CFFAB042CFD6}"/>
          </ac:spMkLst>
        </pc:spChg>
        <pc:spChg chg="add">
          <ac:chgData name="faik bilgen" userId="9fcb1696e65a161f" providerId="LiveId" clId="{0C3A4C9E-717D-4ADE-97E0-B0AD580B3355}" dt="2026-01-08T07:45:06.558" v="524" actId="26606"/>
          <ac:spMkLst>
            <pc:docMk/>
            <pc:sldMk cId="3629431649" sldId="275"/>
            <ac:spMk id="10" creationId="{DB17E863-922E-4C26-BD64-E8FD41D28661}"/>
          </ac:spMkLst>
        </pc:spChg>
      </pc:sldChg>
      <pc:sldChg chg="addSp modSp add mod">
        <pc:chgData name="faik bilgen" userId="9fcb1696e65a161f" providerId="LiveId" clId="{0C3A4C9E-717D-4ADE-97E0-B0AD580B3355}" dt="2026-01-14T16:26:20.708" v="1120" actId="14100"/>
        <pc:sldMkLst>
          <pc:docMk/>
          <pc:sldMk cId="1495505857" sldId="276"/>
        </pc:sldMkLst>
        <pc:spChg chg="mod">
          <ac:chgData name="faik bilgen" userId="9fcb1696e65a161f" providerId="LiveId" clId="{0C3A4C9E-717D-4ADE-97E0-B0AD580B3355}" dt="2026-01-14T14:50:55.501" v="594" actId="20577"/>
          <ac:spMkLst>
            <pc:docMk/>
            <pc:sldMk cId="1495505857" sldId="276"/>
            <ac:spMk id="2" creationId="{369B8835-705B-C04B-E0F7-50ABC3E1C154}"/>
          </ac:spMkLst>
        </pc:spChg>
        <pc:spChg chg="mod">
          <ac:chgData name="faik bilgen" userId="9fcb1696e65a161f" providerId="LiveId" clId="{0C3A4C9E-717D-4ADE-97E0-B0AD580B3355}" dt="2026-01-14T15:36:55.988" v="718" actId="14100"/>
          <ac:spMkLst>
            <pc:docMk/>
            <pc:sldMk cId="1495505857" sldId="276"/>
            <ac:spMk id="3" creationId="{36BF8D70-5021-2E9A-ADEC-6A67E70F63A6}"/>
          </ac:spMkLst>
        </pc:spChg>
        <pc:spChg chg="add mod">
          <ac:chgData name="faik bilgen" userId="9fcb1696e65a161f" providerId="LiveId" clId="{0C3A4C9E-717D-4ADE-97E0-B0AD580B3355}" dt="2026-01-14T16:22:22.449" v="1006" actId="403"/>
          <ac:spMkLst>
            <pc:docMk/>
            <pc:sldMk cId="1495505857" sldId="276"/>
            <ac:spMk id="4" creationId="{3367DFE3-629C-2392-1951-92D4132A03D9}"/>
          </ac:spMkLst>
        </pc:spChg>
        <pc:spChg chg="add mod">
          <ac:chgData name="faik bilgen" userId="9fcb1696e65a161f" providerId="LiveId" clId="{0C3A4C9E-717D-4ADE-97E0-B0AD580B3355}" dt="2026-01-14T16:26:20.708" v="1120" actId="14100"/>
          <ac:spMkLst>
            <pc:docMk/>
            <pc:sldMk cId="1495505857" sldId="276"/>
            <ac:spMk id="5" creationId="{496921FA-D64A-2E76-B317-58AF58475614}"/>
          </ac:spMkLst>
        </pc:spChg>
      </pc:sldChg>
      <pc:sldChg chg="addSp delSp modSp new mod setBg">
        <pc:chgData name="faik bilgen" userId="9fcb1696e65a161f" providerId="LiveId" clId="{0C3A4C9E-717D-4ADE-97E0-B0AD580B3355}" dt="2026-01-14T16:41:54.801" v="1168" actId="1036"/>
        <pc:sldMkLst>
          <pc:docMk/>
          <pc:sldMk cId="3842696902" sldId="277"/>
        </pc:sldMkLst>
        <pc:spChg chg="mod">
          <ac:chgData name="faik bilgen" userId="9fcb1696e65a161f" providerId="LiveId" clId="{0C3A4C9E-717D-4ADE-97E0-B0AD580B3355}" dt="2026-01-14T16:27:25.593" v="1131" actId="26606"/>
          <ac:spMkLst>
            <pc:docMk/>
            <pc:sldMk cId="3842696902" sldId="277"/>
            <ac:spMk id="2" creationId="{C2CD7899-7AFB-EDF5-2D83-3AF68E652042}"/>
          </ac:spMkLst>
        </pc:spChg>
        <pc:spChg chg="add mod">
          <ac:chgData name="faik bilgen" userId="9fcb1696e65a161f" providerId="LiveId" clId="{0C3A4C9E-717D-4ADE-97E0-B0AD580B3355}" dt="2026-01-14T16:41:54.801" v="1168" actId="1036"/>
          <ac:spMkLst>
            <pc:docMk/>
            <pc:sldMk cId="3842696902" sldId="277"/>
            <ac:spMk id="7" creationId="{38FF405A-6C75-0B44-08DA-DC78FCB3243E}"/>
          </ac:spMkLst>
        </pc:spChg>
        <pc:spChg chg="add">
          <ac:chgData name="faik bilgen" userId="9fcb1696e65a161f" providerId="LiveId" clId="{0C3A4C9E-717D-4ADE-97E0-B0AD580B3355}" dt="2026-01-14T16:27:25.593" v="1131" actId="26606"/>
          <ac:spMkLst>
            <pc:docMk/>
            <pc:sldMk cId="3842696902" sldId="277"/>
            <ac:spMk id="8" creationId="{100EDD19-6802-4EC3-95CE-CFFAB042CFD6}"/>
          </ac:spMkLst>
        </pc:spChg>
        <pc:spChg chg="add">
          <ac:chgData name="faik bilgen" userId="9fcb1696e65a161f" providerId="LiveId" clId="{0C3A4C9E-717D-4ADE-97E0-B0AD580B3355}" dt="2026-01-14T16:27:25.593" v="1131" actId="26606"/>
          <ac:spMkLst>
            <pc:docMk/>
            <pc:sldMk cId="3842696902" sldId="277"/>
            <ac:spMk id="10" creationId="{DB17E863-922E-4C26-BD64-E8FD41D28661}"/>
          </ac:spMkLst>
        </pc:spChg>
      </pc:sldChg>
      <pc:sldChg chg="addSp delSp modSp add mod">
        <pc:chgData name="faik bilgen" userId="9fcb1696e65a161f" providerId="LiveId" clId="{0C3A4C9E-717D-4ADE-97E0-B0AD580B3355}" dt="2026-01-15T07:27:07.964" v="1252" actId="20577"/>
        <pc:sldMkLst>
          <pc:docMk/>
          <pc:sldMk cId="1870557810" sldId="278"/>
        </pc:sldMkLst>
        <pc:spChg chg="mod">
          <ac:chgData name="faik bilgen" userId="9fcb1696e65a161f" providerId="LiveId" clId="{0C3A4C9E-717D-4ADE-97E0-B0AD580B3355}" dt="2026-01-15T07:27:07.964" v="1252" actId="20577"/>
          <ac:spMkLst>
            <pc:docMk/>
            <pc:sldMk cId="1870557810" sldId="278"/>
            <ac:spMk id="2" creationId="{11FCFD2C-62A3-9408-4081-783E59745431}"/>
          </ac:spMkLst>
        </pc:spChg>
        <pc:spChg chg="del">
          <ac:chgData name="faik bilgen" userId="9fcb1696e65a161f" providerId="LiveId" clId="{0C3A4C9E-717D-4ADE-97E0-B0AD580B3355}" dt="2026-01-15T07:25:48.037" v="1170" actId="478"/>
          <ac:spMkLst>
            <pc:docMk/>
            <pc:sldMk cId="1870557810" sldId="278"/>
            <ac:spMk id="3" creationId="{760F1D31-C383-811E-0305-E2ACD12CF7D1}"/>
          </ac:spMkLst>
        </pc:spChg>
        <pc:spChg chg="add del mod">
          <ac:chgData name="faik bilgen" userId="9fcb1696e65a161f" providerId="LiveId" clId="{0C3A4C9E-717D-4ADE-97E0-B0AD580B3355}" dt="2026-01-15T07:25:52.274" v="1172"/>
          <ac:spMkLst>
            <pc:docMk/>
            <pc:sldMk cId="1870557810" sldId="278"/>
            <ac:spMk id="5" creationId="{554DF4FF-EF25-D496-702E-9CB0CD4A4B70}"/>
          </ac:spMkLst>
        </pc:spChg>
        <pc:graphicFrameChg chg="add mod">
          <ac:chgData name="faik bilgen" userId="9fcb1696e65a161f" providerId="LiveId" clId="{0C3A4C9E-717D-4ADE-97E0-B0AD580B3355}" dt="2026-01-15T07:25:52.274" v="1172"/>
          <ac:graphicFrameMkLst>
            <pc:docMk/>
            <pc:sldMk cId="1870557810" sldId="278"/>
            <ac:graphicFrameMk id="6" creationId="{02A85862-09DB-3209-FDA6-D1A223271C49}"/>
          </ac:graphicFrameMkLst>
        </pc:graphicFrameChg>
      </pc:sldChg>
      <pc:sldChg chg="addSp modSp new mod setBg">
        <pc:chgData name="faik bilgen" userId="9fcb1696e65a161f" providerId="LiveId" clId="{0C3A4C9E-717D-4ADE-97E0-B0AD580B3355}" dt="2026-01-15T07:34:27.974" v="1278" actId="26606"/>
        <pc:sldMkLst>
          <pc:docMk/>
          <pc:sldMk cId="2540744057" sldId="279"/>
        </pc:sldMkLst>
        <pc:spChg chg="mod">
          <ac:chgData name="faik bilgen" userId="9fcb1696e65a161f" providerId="LiveId" clId="{0C3A4C9E-717D-4ADE-97E0-B0AD580B3355}" dt="2026-01-15T07:34:27.974" v="1278" actId="26606"/>
          <ac:spMkLst>
            <pc:docMk/>
            <pc:sldMk cId="2540744057" sldId="279"/>
            <ac:spMk id="2" creationId="{C2B108BA-CE66-2908-88CD-284D3F55490C}"/>
          </ac:spMkLst>
        </pc:spChg>
        <pc:spChg chg="mod">
          <ac:chgData name="faik bilgen" userId="9fcb1696e65a161f" providerId="LiveId" clId="{0C3A4C9E-717D-4ADE-97E0-B0AD580B3355}" dt="2026-01-15T07:34:27.974" v="1278" actId="26606"/>
          <ac:spMkLst>
            <pc:docMk/>
            <pc:sldMk cId="2540744057" sldId="279"/>
            <ac:spMk id="3" creationId="{ABE0EBD9-543C-DF01-01FB-128713202535}"/>
          </ac:spMkLst>
        </pc:spChg>
        <pc:spChg chg="add">
          <ac:chgData name="faik bilgen" userId="9fcb1696e65a161f" providerId="LiveId" clId="{0C3A4C9E-717D-4ADE-97E0-B0AD580B3355}" dt="2026-01-15T07:34:27.974" v="1278" actId="26606"/>
          <ac:spMkLst>
            <pc:docMk/>
            <pc:sldMk cId="2540744057" sldId="279"/>
            <ac:spMk id="8" creationId="{943CAA20-3569-4189-9E48-239A229A86CA}"/>
          </ac:spMkLst>
        </pc:spChg>
        <pc:spChg chg="add">
          <ac:chgData name="faik bilgen" userId="9fcb1696e65a161f" providerId="LiveId" clId="{0C3A4C9E-717D-4ADE-97E0-B0AD580B3355}" dt="2026-01-15T07:34:27.974" v="1278" actId="26606"/>
          <ac:spMkLst>
            <pc:docMk/>
            <pc:sldMk cId="2540744057" sldId="279"/>
            <ac:spMk id="10" creationId="{DA542B6D-E775-4832-91DC-2D20F857813A}"/>
          </ac:spMkLst>
        </pc:spChg>
      </pc:sldChg>
      <pc:sldChg chg="modSp add mod ord">
        <pc:chgData name="faik bilgen" userId="9fcb1696e65a161f" providerId="LiveId" clId="{0C3A4C9E-717D-4ADE-97E0-B0AD580B3355}" dt="2026-01-15T07:35:06.549" v="1288" actId="20577"/>
        <pc:sldMkLst>
          <pc:docMk/>
          <pc:sldMk cId="1319315845" sldId="280"/>
        </pc:sldMkLst>
        <pc:spChg chg="mod">
          <ac:chgData name="faik bilgen" userId="9fcb1696e65a161f" providerId="LiveId" clId="{0C3A4C9E-717D-4ADE-97E0-B0AD580B3355}" dt="2026-01-15T07:35:06.549" v="1288" actId="20577"/>
          <ac:spMkLst>
            <pc:docMk/>
            <pc:sldMk cId="1319315845" sldId="280"/>
            <ac:spMk id="3" creationId="{E4B95596-46B0-5907-861B-BB7E7C0A8019}"/>
          </ac:spMkLst>
        </pc:spChg>
      </pc:sldChg>
      <pc:sldChg chg="modSp add mod ord">
        <pc:chgData name="faik bilgen" userId="9fcb1696e65a161f" providerId="LiveId" clId="{0C3A4C9E-717D-4ADE-97E0-B0AD580B3355}" dt="2026-01-15T16:14:03.286" v="1296" actId="20577"/>
        <pc:sldMkLst>
          <pc:docMk/>
          <pc:sldMk cId="2111680051" sldId="281"/>
        </pc:sldMkLst>
        <pc:spChg chg="mod">
          <ac:chgData name="faik bilgen" userId="9fcb1696e65a161f" providerId="LiveId" clId="{0C3A4C9E-717D-4ADE-97E0-B0AD580B3355}" dt="2026-01-15T16:14:03.286" v="1296" actId="20577"/>
          <ac:spMkLst>
            <pc:docMk/>
            <pc:sldMk cId="2111680051" sldId="281"/>
            <ac:spMk id="3" creationId="{AE9A90AF-4786-1939-96FC-BCC6BA730EB7}"/>
          </ac:spMkLst>
        </pc:spChg>
      </pc:sldChg>
      <pc:sldChg chg="modSp add mod ord">
        <pc:chgData name="faik bilgen" userId="9fcb1696e65a161f" providerId="LiveId" clId="{0C3A4C9E-717D-4ADE-97E0-B0AD580B3355}" dt="2026-01-15T16:15:04.422" v="1320" actId="20577"/>
        <pc:sldMkLst>
          <pc:docMk/>
          <pc:sldMk cId="4292313360" sldId="282"/>
        </pc:sldMkLst>
        <pc:spChg chg="mod">
          <ac:chgData name="faik bilgen" userId="9fcb1696e65a161f" providerId="LiveId" clId="{0C3A4C9E-717D-4ADE-97E0-B0AD580B3355}" dt="2026-01-15T16:15:04.422" v="1320" actId="20577"/>
          <ac:spMkLst>
            <pc:docMk/>
            <pc:sldMk cId="4292313360" sldId="282"/>
            <ac:spMk id="2" creationId="{DD27CCCF-AE7A-25E7-BFFF-0DA25929D339}"/>
          </ac:spMkLst>
        </pc:spChg>
      </pc:sldChg>
      <pc:sldChg chg="addSp modSp new mod setBg">
        <pc:chgData name="faik bilgen" userId="9fcb1696e65a161f" providerId="LiveId" clId="{0C3A4C9E-717D-4ADE-97E0-B0AD580B3355}" dt="2026-01-15T17:09:52.413" v="1457" actId="948"/>
        <pc:sldMkLst>
          <pc:docMk/>
          <pc:sldMk cId="1827053775" sldId="283"/>
        </pc:sldMkLst>
        <pc:spChg chg="mod">
          <ac:chgData name="faik bilgen" userId="9fcb1696e65a161f" providerId="LiveId" clId="{0C3A4C9E-717D-4ADE-97E0-B0AD580B3355}" dt="2026-01-15T17:06:52.591" v="1425" actId="20577"/>
          <ac:spMkLst>
            <pc:docMk/>
            <pc:sldMk cId="1827053775" sldId="283"/>
            <ac:spMk id="2" creationId="{9B04EC62-3031-7072-16EC-B397A472F0CE}"/>
          </ac:spMkLst>
        </pc:spChg>
        <pc:spChg chg="mod">
          <ac:chgData name="faik bilgen" userId="9fcb1696e65a161f" providerId="LiveId" clId="{0C3A4C9E-717D-4ADE-97E0-B0AD580B3355}" dt="2026-01-15T17:09:52.413" v="1457" actId="948"/>
          <ac:spMkLst>
            <pc:docMk/>
            <pc:sldMk cId="1827053775" sldId="283"/>
            <ac:spMk id="3" creationId="{CF269636-5A48-605F-5D7F-D02783CEAB36}"/>
          </ac:spMkLst>
        </pc:spChg>
        <pc:spChg chg="add">
          <ac:chgData name="faik bilgen" userId="9fcb1696e65a161f" providerId="LiveId" clId="{0C3A4C9E-717D-4ADE-97E0-B0AD580B3355}" dt="2026-01-15T16:22:56.177" v="1344" actId="26606"/>
          <ac:spMkLst>
            <pc:docMk/>
            <pc:sldMk cId="1827053775" sldId="283"/>
            <ac:spMk id="8" creationId="{DAF1966E-FD40-4A4A-B61B-C4DF7FA05F06}"/>
          </ac:spMkLst>
        </pc:spChg>
        <pc:spChg chg="add">
          <ac:chgData name="faik bilgen" userId="9fcb1696e65a161f" providerId="LiveId" clId="{0C3A4C9E-717D-4ADE-97E0-B0AD580B3355}" dt="2026-01-15T16:22:56.177" v="1344" actId="26606"/>
          <ac:spMkLst>
            <pc:docMk/>
            <pc:sldMk cId="1827053775" sldId="283"/>
            <ac:spMk id="10" creationId="{047BFA19-D45E-416B-A404-7AF2F3F27017}"/>
          </ac:spMkLst>
        </pc:spChg>
        <pc:spChg chg="add">
          <ac:chgData name="faik bilgen" userId="9fcb1696e65a161f" providerId="LiveId" clId="{0C3A4C9E-717D-4ADE-97E0-B0AD580B3355}" dt="2026-01-15T16:22:56.177" v="1344" actId="26606"/>
          <ac:spMkLst>
            <pc:docMk/>
            <pc:sldMk cId="1827053775" sldId="283"/>
            <ac:spMk id="12" creationId="{8E0105E7-23DB-4CF2-8258-FF47C7620F6E}"/>
          </ac:spMkLst>
        </pc:spChg>
        <pc:spChg chg="add">
          <ac:chgData name="faik bilgen" userId="9fcb1696e65a161f" providerId="LiveId" clId="{0C3A4C9E-717D-4ADE-97E0-B0AD580B3355}" dt="2026-01-15T16:22:56.177" v="1344" actId="26606"/>
          <ac:spMkLst>
            <pc:docMk/>
            <pc:sldMk cId="1827053775" sldId="283"/>
            <ac:spMk id="14" creationId="{074B4F7D-14B2-478B-8BF5-01E4E0C5D263}"/>
          </ac:spMkLst>
        </pc:spChg>
      </pc:sldChg>
      <pc:sldChg chg="modSp add mod">
        <pc:chgData name="faik bilgen" userId="9fcb1696e65a161f" providerId="LiveId" clId="{0C3A4C9E-717D-4ADE-97E0-B0AD580B3355}" dt="2026-01-15T16:26:16.818" v="1364" actId="948"/>
        <pc:sldMkLst>
          <pc:docMk/>
          <pc:sldMk cId="1280037439" sldId="284"/>
        </pc:sldMkLst>
        <pc:spChg chg="mod">
          <ac:chgData name="faik bilgen" userId="9fcb1696e65a161f" providerId="LiveId" clId="{0C3A4C9E-717D-4ADE-97E0-B0AD580B3355}" dt="2026-01-15T16:26:16.818" v="1364" actId="948"/>
          <ac:spMkLst>
            <pc:docMk/>
            <pc:sldMk cId="1280037439" sldId="284"/>
            <ac:spMk id="3" creationId="{698DF95B-81F2-8E9F-15FC-94B49FBD3B3E}"/>
          </ac:spMkLst>
        </pc:spChg>
      </pc:sldChg>
      <pc:sldChg chg="modSp add mod ord">
        <pc:chgData name="faik bilgen" userId="9fcb1696e65a161f" providerId="LiveId" clId="{0C3A4C9E-717D-4ADE-97E0-B0AD580B3355}" dt="2026-01-15T16:54:15.953" v="1410" actId="12"/>
        <pc:sldMkLst>
          <pc:docMk/>
          <pc:sldMk cId="413130814" sldId="285"/>
        </pc:sldMkLst>
        <pc:spChg chg="mod">
          <ac:chgData name="faik bilgen" userId="9fcb1696e65a161f" providerId="LiveId" clId="{0C3A4C9E-717D-4ADE-97E0-B0AD580B3355}" dt="2026-01-15T16:54:15.953" v="1410" actId="12"/>
          <ac:spMkLst>
            <pc:docMk/>
            <pc:sldMk cId="413130814" sldId="285"/>
            <ac:spMk id="3" creationId="{EC081AD6-DB3D-D471-7519-EB72BC8F31A9}"/>
          </ac:spMkLst>
        </pc:spChg>
      </pc:sldChg>
      <pc:sldChg chg="modSp add mod">
        <pc:chgData name="faik bilgen" userId="9fcb1696e65a161f" providerId="LiveId" clId="{0C3A4C9E-717D-4ADE-97E0-B0AD580B3355}" dt="2026-01-15T16:46:49.339" v="1386" actId="12"/>
        <pc:sldMkLst>
          <pc:docMk/>
          <pc:sldMk cId="3038040624" sldId="286"/>
        </pc:sldMkLst>
        <pc:spChg chg="mod">
          <ac:chgData name="faik bilgen" userId="9fcb1696e65a161f" providerId="LiveId" clId="{0C3A4C9E-717D-4ADE-97E0-B0AD580B3355}" dt="2026-01-15T16:46:49.339" v="1386" actId="12"/>
          <ac:spMkLst>
            <pc:docMk/>
            <pc:sldMk cId="3038040624" sldId="286"/>
            <ac:spMk id="3" creationId="{FA6F0B7B-9B5B-7DCB-54A7-38213B52B53F}"/>
          </ac:spMkLst>
        </pc:spChg>
      </pc:sldChg>
      <pc:sldChg chg="modSp add mod ord">
        <pc:chgData name="faik bilgen" userId="9fcb1696e65a161f" providerId="LiveId" clId="{0C3A4C9E-717D-4ADE-97E0-B0AD580B3355}" dt="2026-01-15T16:49:39.368" v="1399" actId="948"/>
        <pc:sldMkLst>
          <pc:docMk/>
          <pc:sldMk cId="3043854610" sldId="287"/>
        </pc:sldMkLst>
        <pc:spChg chg="mod">
          <ac:chgData name="faik bilgen" userId="9fcb1696e65a161f" providerId="LiveId" clId="{0C3A4C9E-717D-4ADE-97E0-B0AD580B3355}" dt="2026-01-15T16:49:39.368" v="1399" actId="948"/>
          <ac:spMkLst>
            <pc:docMk/>
            <pc:sldMk cId="3043854610" sldId="287"/>
            <ac:spMk id="3" creationId="{656D809C-B305-4E04-0984-BD9606CAFF5C}"/>
          </ac:spMkLst>
        </pc:spChg>
      </pc:sldChg>
      <pc:sldChg chg="modSp add mod">
        <pc:chgData name="faik bilgen" userId="9fcb1696e65a161f" providerId="LiveId" clId="{0C3A4C9E-717D-4ADE-97E0-B0AD580B3355}" dt="2026-01-15T16:50:43.130" v="1409" actId="27636"/>
        <pc:sldMkLst>
          <pc:docMk/>
          <pc:sldMk cId="2666904521" sldId="288"/>
        </pc:sldMkLst>
        <pc:spChg chg="mod">
          <ac:chgData name="faik bilgen" userId="9fcb1696e65a161f" providerId="LiveId" clId="{0C3A4C9E-717D-4ADE-97E0-B0AD580B3355}" dt="2026-01-15T16:50:43.130" v="1409" actId="27636"/>
          <ac:spMkLst>
            <pc:docMk/>
            <pc:sldMk cId="2666904521" sldId="288"/>
            <ac:spMk id="3" creationId="{E6BADB82-9C06-2D6D-8A11-EDE2855DA8F8}"/>
          </ac:spMkLst>
        </pc:spChg>
      </pc:sldChg>
      <pc:sldChg chg="add">
        <pc:chgData name="faik bilgen" userId="9fcb1696e65a161f" providerId="LiveId" clId="{0C3A4C9E-717D-4ADE-97E0-B0AD580B3355}" dt="2026-01-15T17:06:42.519" v="1411" actId="2890"/>
        <pc:sldMkLst>
          <pc:docMk/>
          <pc:sldMk cId="4201830527" sldId="289"/>
        </pc:sldMkLst>
      </pc:sldChg>
      <pc:sldChg chg="addSp modSp add mod">
        <pc:chgData name="faik bilgen" userId="9fcb1696e65a161f" providerId="LiveId" clId="{0C3A4C9E-717D-4ADE-97E0-B0AD580B3355}" dt="2026-01-15T17:14:07.905" v="1475" actId="552"/>
        <pc:sldMkLst>
          <pc:docMk/>
          <pc:sldMk cId="2001816398" sldId="290"/>
        </pc:sldMkLst>
        <pc:spChg chg="mod">
          <ac:chgData name="faik bilgen" userId="9fcb1696e65a161f" providerId="LiveId" clId="{0C3A4C9E-717D-4ADE-97E0-B0AD580B3355}" dt="2026-01-15T17:14:07.905" v="1475" actId="552"/>
          <ac:spMkLst>
            <pc:docMk/>
            <pc:sldMk cId="2001816398" sldId="290"/>
            <ac:spMk id="3" creationId="{D7B8D800-C497-27CE-D975-CF6B8949BC75}"/>
          </ac:spMkLst>
        </pc:spChg>
        <pc:graphicFrameChg chg="add mod modGraphic">
          <ac:chgData name="faik bilgen" userId="9fcb1696e65a161f" providerId="LiveId" clId="{0C3A4C9E-717D-4ADE-97E0-B0AD580B3355}" dt="2026-01-15T17:14:07.905" v="1475" actId="552"/>
          <ac:graphicFrameMkLst>
            <pc:docMk/>
            <pc:sldMk cId="2001816398" sldId="290"/>
            <ac:graphicFrameMk id="4" creationId="{C0D57AAB-5BD5-A397-EB9A-8EA5BE21A337}"/>
          </ac:graphicFrameMkLst>
        </pc:graphicFrameChg>
      </pc:sldChg>
      <pc:sldChg chg="addSp delSp modSp new mod">
        <pc:chgData name="faik bilgen" userId="9fcb1696e65a161f" providerId="LiveId" clId="{0C3A4C9E-717D-4ADE-97E0-B0AD580B3355}" dt="2026-01-16T07:45:55.150" v="1726" actId="1037"/>
        <pc:sldMkLst>
          <pc:docMk/>
          <pc:sldMk cId="3700015185" sldId="291"/>
        </pc:sldMkLst>
        <pc:spChg chg="del">
          <ac:chgData name="faik bilgen" userId="9fcb1696e65a161f" providerId="LiveId" clId="{0C3A4C9E-717D-4ADE-97E0-B0AD580B3355}" dt="2026-01-16T07:38:26.028" v="1477" actId="478"/>
          <ac:spMkLst>
            <pc:docMk/>
            <pc:sldMk cId="3700015185" sldId="291"/>
            <ac:spMk id="2" creationId="{ABF22292-977E-63AF-3351-82289EE5CFB6}"/>
          </ac:spMkLst>
        </pc:spChg>
        <pc:spChg chg="del">
          <ac:chgData name="faik bilgen" userId="9fcb1696e65a161f" providerId="LiveId" clId="{0C3A4C9E-717D-4ADE-97E0-B0AD580B3355}" dt="2026-01-16T07:38:29.455" v="1478" actId="478"/>
          <ac:spMkLst>
            <pc:docMk/>
            <pc:sldMk cId="3700015185" sldId="291"/>
            <ac:spMk id="3" creationId="{F946818D-823C-EB10-34FB-7A3E814DA424}"/>
          </ac:spMkLst>
        </pc:spChg>
        <pc:spChg chg="add mod">
          <ac:chgData name="faik bilgen" userId="9fcb1696e65a161f" providerId="LiveId" clId="{0C3A4C9E-717D-4ADE-97E0-B0AD580B3355}" dt="2026-01-16T07:41:18.305" v="1512" actId="14100"/>
          <ac:spMkLst>
            <pc:docMk/>
            <pc:sldMk cId="3700015185" sldId="291"/>
            <ac:spMk id="4" creationId="{A0C462EC-A415-6D63-BFFD-01932A1587FF}"/>
          </ac:spMkLst>
        </pc:spChg>
        <pc:spChg chg="add mod">
          <ac:chgData name="faik bilgen" userId="9fcb1696e65a161f" providerId="LiveId" clId="{0C3A4C9E-717D-4ADE-97E0-B0AD580B3355}" dt="2026-01-16T07:41:24.415" v="1524" actId="1038"/>
          <ac:spMkLst>
            <pc:docMk/>
            <pc:sldMk cId="3700015185" sldId="291"/>
            <ac:spMk id="5" creationId="{FD9FF899-3E69-4E89-A40E-6B0FDA2235D9}"/>
          </ac:spMkLst>
        </pc:spChg>
        <pc:spChg chg="add mod">
          <ac:chgData name="faik bilgen" userId="9fcb1696e65a161f" providerId="LiveId" clId="{0C3A4C9E-717D-4ADE-97E0-B0AD580B3355}" dt="2026-01-16T07:41:24.415" v="1524" actId="1038"/>
          <ac:spMkLst>
            <pc:docMk/>
            <pc:sldMk cId="3700015185" sldId="291"/>
            <ac:spMk id="6" creationId="{ED1031D1-7992-7A95-F47C-B7C6846AD382}"/>
          </ac:spMkLst>
        </pc:spChg>
        <pc:spChg chg="add mod">
          <ac:chgData name="faik bilgen" userId="9fcb1696e65a161f" providerId="LiveId" clId="{0C3A4C9E-717D-4ADE-97E0-B0AD580B3355}" dt="2026-01-16T07:44:27.347" v="1715" actId="554"/>
          <ac:spMkLst>
            <pc:docMk/>
            <pc:sldMk cId="3700015185" sldId="291"/>
            <ac:spMk id="7" creationId="{4037F4CE-32E4-9758-520F-7876371D2AE6}"/>
          </ac:spMkLst>
        </pc:spChg>
        <pc:spChg chg="add mod">
          <ac:chgData name="faik bilgen" userId="9fcb1696e65a161f" providerId="LiveId" clId="{0C3A4C9E-717D-4ADE-97E0-B0AD580B3355}" dt="2026-01-16T07:45:43.929" v="1725" actId="408"/>
          <ac:spMkLst>
            <pc:docMk/>
            <pc:sldMk cId="3700015185" sldId="291"/>
            <ac:spMk id="8" creationId="{A8022B27-33DE-4DE7-2E98-7B37F85180AE}"/>
          </ac:spMkLst>
        </pc:spChg>
        <pc:spChg chg="add mod">
          <ac:chgData name="faik bilgen" userId="9fcb1696e65a161f" providerId="LiveId" clId="{0C3A4C9E-717D-4ADE-97E0-B0AD580B3355}" dt="2026-01-16T07:45:11.155" v="1719" actId="20577"/>
          <ac:spMkLst>
            <pc:docMk/>
            <pc:sldMk cId="3700015185" sldId="291"/>
            <ac:spMk id="9" creationId="{8E5EB565-5D5B-37FB-BC3E-39C0F0D9DE55}"/>
          </ac:spMkLst>
        </pc:spChg>
        <pc:spChg chg="add mod">
          <ac:chgData name="faik bilgen" userId="9fcb1696e65a161f" providerId="LiveId" clId="{0C3A4C9E-717D-4ADE-97E0-B0AD580B3355}" dt="2026-01-16T07:45:14.950" v="1721" actId="20577"/>
          <ac:spMkLst>
            <pc:docMk/>
            <pc:sldMk cId="3700015185" sldId="291"/>
            <ac:spMk id="10" creationId="{D9BF56F4-1108-8E48-8103-DE1C58507C47}"/>
          </ac:spMkLst>
        </pc:spChg>
        <pc:spChg chg="add mod">
          <ac:chgData name="faik bilgen" userId="9fcb1696e65a161f" providerId="LiveId" clId="{0C3A4C9E-717D-4ADE-97E0-B0AD580B3355}" dt="2026-01-16T07:45:55.150" v="1726" actId="1037"/>
          <ac:spMkLst>
            <pc:docMk/>
            <pc:sldMk cId="3700015185" sldId="291"/>
            <ac:spMk id="11" creationId="{43E097A2-3FEB-0D29-4574-8A0456067964}"/>
          </ac:spMkLst>
        </pc:spChg>
        <pc:spChg chg="add mod">
          <ac:chgData name="faik bilgen" userId="9fcb1696e65a161f" providerId="LiveId" clId="{0C3A4C9E-717D-4ADE-97E0-B0AD580B3355}" dt="2026-01-16T07:45:23.661" v="1724" actId="1038"/>
          <ac:spMkLst>
            <pc:docMk/>
            <pc:sldMk cId="3700015185" sldId="291"/>
            <ac:spMk id="12" creationId="{0EE8E21D-784F-6862-7B72-11A490846C22}"/>
          </ac:spMkLst>
        </pc:spChg>
        <pc:spChg chg="add del mod">
          <ac:chgData name="faik bilgen" userId="9fcb1696e65a161f" providerId="LiveId" clId="{0C3A4C9E-717D-4ADE-97E0-B0AD580B3355}" dt="2026-01-16T07:44:38.286" v="1716" actId="478"/>
          <ac:spMkLst>
            <pc:docMk/>
            <pc:sldMk cId="3700015185" sldId="291"/>
            <ac:spMk id="13" creationId="{918801DA-224B-A7E5-E2FF-60FD7D80BABF}"/>
          </ac:spMkLst>
        </pc:spChg>
        <pc:spChg chg="add del mod">
          <ac:chgData name="faik bilgen" userId="9fcb1696e65a161f" providerId="LiveId" clId="{0C3A4C9E-717D-4ADE-97E0-B0AD580B3355}" dt="2026-01-16T07:44:41.497" v="1717" actId="478"/>
          <ac:spMkLst>
            <pc:docMk/>
            <pc:sldMk cId="3700015185" sldId="291"/>
            <ac:spMk id="14" creationId="{8F43831A-9BBB-1323-2A58-A942BEC8EC47}"/>
          </ac:spMkLst>
        </pc:spChg>
        <pc:spChg chg="add mod">
          <ac:chgData name="faik bilgen" userId="9fcb1696e65a161f" providerId="LiveId" clId="{0C3A4C9E-717D-4ADE-97E0-B0AD580B3355}" dt="2026-01-16T07:45:23.661" v="1724" actId="1038"/>
          <ac:spMkLst>
            <pc:docMk/>
            <pc:sldMk cId="3700015185" sldId="291"/>
            <ac:spMk id="15" creationId="{9C9AE840-E5EB-276D-C3DF-CF74C0853A7D}"/>
          </ac:spMkLst>
        </pc:spChg>
      </pc:sldChg>
      <pc:sldChg chg="add del">
        <pc:chgData name="faik bilgen" userId="9fcb1696e65a161f" providerId="LiveId" clId="{0C3A4C9E-717D-4ADE-97E0-B0AD580B3355}" dt="2026-01-16T07:46:34.219" v="1728" actId="47"/>
        <pc:sldMkLst>
          <pc:docMk/>
          <pc:sldMk cId="2222259851" sldId="292"/>
        </pc:sldMkLst>
      </pc:sldChg>
      <pc:sldChg chg="addSp delSp modSp new mod ord">
        <pc:chgData name="faik bilgen" userId="9fcb1696e65a161f" providerId="LiveId" clId="{0C3A4C9E-717D-4ADE-97E0-B0AD580B3355}" dt="2026-01-16T08:05:48.406" v="2239" actId="20577"/>
        <pc:sldMkLst>
          <pc:docMk/>
          <pc:sldMk cId="3701918185" sldId="292"/>
        </pc:sldMkLst>
        <pc:spChg chg="mod">
          <ac:chgData name="faik bilgen" userId="9fcb1696e65a161f" providerId="LiveId" clId="{0C3A4C9E-717D-4ADE-97E0-B0AD580B3355}" dt="2026-01-16T08:05:48.406" v="2239" actId="20577"/>
          <ac:spMkLst>
            <pc:docMk/>
            <pc:sldMk cId="3701918185" sldId="292"/>
            <ac:spMk id="2" creationId="{8F5C56BB-7693-F4A9-0438-9E0CD5E495D1}"/>
          </ac:spMkLst>
        </pc:spChg>
        <pc:spChg chg="del">
          <ac:chgData name="faik bilgen" userId="9fcb1696e65a161f" providerId="LiveId" clId="{0C3A4C9E-717D-4ADE-97E0-B0AD580B3355}" dt="2026-01-16T07:47:25.681" v="1771" actId="478"/>
          <ac:spMkLst>
            <pc:docMk/>
            <pc:sldMk cId="3701918185" sldId="292"/>
            <ac:spMk id="3" creationId="{417CF9B5-0D8F-1523-C873-A95148ACD08A}"/>
          </ac:spMkLst>
        </pc:spChg>
        <pc:spChg chg="add mod">
          <ac:chgData name="faik bilgen" userId="9fcb1696e65a161f" providerId="LiveId" clId="{0C3A4C9E-717D-4ADE-97E0-B0AD580B3355}" dt="2026-01-16T07:50:58.509" v="1889" actId="1037"/>
          <ac:spMkLst>
            <pc:docMk/>
            <pc:sldMk cId="3701918185" sldId="292"/>
            <ac:spMk id="4" creationId="{A3CC4BA3-BE48-0E0C-1278-7465A712508B}"/>
          </ac:spMkLst>
        </pc:spChg>
        <pc:spChg chg="add mod">
          <ac:chgData name="faik bilgen" userId="9fcb1696e65a161f" providerId="LiveId" clId="{0C3A4C9E-717D-4ADE-97E0-B0AD580B3355}" dt="2026-01-16T07:50:58.509" v="1889" actId="1037"/>
          <ac:spMkLst>
            <pc:docMk/>
            <pc:sldMk cId="3701918185" sldId="292"/>
            <ac:spMk id="5" creationId="{512FAB0E-F1D3-E127-8FE7-6A1E24CA27F7}"/>
          </ac:spMkLst>
        </pc:spChg>
        <pc:spChg chg="add mod">
          <ac:chgData name="faik bilgen" userId="9fcb1696e65a161f" providerId="LiveId" clId="{0C3A4C9E-717D-4ADE-97E0-B0AD580B3355}" dt="2026-01-16T07:50:58.509" v="1889" actId="1037"/>
          <ac:spMkLst>
            <pc:docMk/>
            <pc:sldMk cId="3701918185" sldId="292"/>
            <ac:spMk id="6" creationId="{B68EBBE9-E940-7124-3729-A603156450DC}"/>
          </ac:spMkLst>
        </pc:spChg>
        <pc:spChg chg="add mod">
          <ac:chgData name="faik bilgen" userId="9fcb1696e65a161f" providerId="LiveId" clId="{0C3A4C9E-717D-4ADE-97E0-B0AD580B3355}" dt="2026-01-16T08:02:26.134" v="2112" actId="20577"/>
          <ac:spMkLst>
            <pc:docMk/>
            <pc:sldMk cId="3701918185" sldId="292"/>
            <ac:spMk id="7" creationId="{09FA6012-98F0-159D-FF1B-92B2191012DD}"/>
          </ac:spMkLst>
        </pc:spChg>
        <pc:spChg chg="add mod">
          <ac:chgData name="faik bilgen" userId="9fcb1696e65a161f" providerId="LiveId" clId="{0C3A4C9E-717D-4ADE-97E0-B0AD580B3355}" dt="2026-01-16T07:50:58.509" v="1889" actId="1037"/>
          <ac:spMkLst>
            <pc:docMk/>
            <pc:sldMk cId="3701918185" sldId="292"/>
            <ac:spMk id="8" creationId="{4B5EC493-7E34-1135-BBC1-66CB32AD9451}"/>
          </ac:spMkLst>
        </pc:spChg>
        <pc:spChg chg="add mod">
          <ac:chgData name="faik bilgen" userId="9fcb1696e65a161f" providerId="LiveId" clId="{0C3A4C9E-717D-4ADE-97E0-B0AD580B3355}" dt="2026-01-16T07:50:58.509" v="1889" actId="1037"/>
          <ac:spMkLst>
            <pc:docMk/>
            <pc:sldMk cId="3701918185" sldId="292"/>
            <ac:spMk id="9" creationId="{AC3F914C-8B7C-70C2-14E9-DEBE30BC60A2}"/>
          </ac:spMkLst>
        </pc:spChg>
        <pc:spChg chg="add mod">
          <ac:chgData name="faik bilgen" userId="9fcb1696e65a161f" providerId="LiveId" clId="{0C3A4C9E-717D-4ADE-97E0-B0AD580B3355}" dt="2026-01-16T07:50:58.509" v="1889" actId="1037"/>
          <ac:spMkLst>
            <pc:docMk/>
            <pc:sldMk cId="3701918185" sldId="292"/>
            <ac:spMk id="10" creationId="{5ECBD15E-1C31-5182-F6F1-38C1FCFE8877}"/>
          </ac:spMkLst>
        </pc:spChg>
        <pc:spChg chg="add mod">
          <ac:chgData name="faik bilgen" userId="9fcb1696e65a161f" providerId="LiveId" clId="{0C3A4C9E-717D-4ADE-97E0-B0AD580B3355}" dt="2026-01-16T08:02:29.432" v="2115" actId="20577"/>
          <ac:spMkLst>
            <pc:docMk/>
            <pc:sldMk cId="3701918185" sldId="292"/>
            <ac:spMk id="11" creationId="{D6EA7902-781F-0F82-0FFB-F3B156EBC585}"/>
          </ac:spMkLst>
        </pc:spChg>
        <pc:spChg chg="add mod">
          <ac:chgData name="faik bilgen" userId="9fcb1696e65a161f" providerId="LiveId" clId="{0C3A4C9E-717D-4ADE-97E0-B0AD580B3355}" dt="2026-01-16T07:50:58.509" v="1889" actId="1037"/>
          <ac:spMkLst>
            <pc:docMk/>
            <pc:sldMk cId="3701918185" sldId="292"/>
            <ac:spMk id="12" creationId="{9F837FD8-4ED7-00E1-107D-3777BE7401A9}"/>
          </ac:spMkLst>
        </pc:spChg>
        <pc:spChg chg="add mod">
          <ac:chgData name="faik bilgen" userId="9fcb1696e65a161f" providerId="LiveId" clId="{0C3A4C9E-717D-4ADE-97E0-B0AD580B3355}" dt="2026-01-16T08:02:32.579" v="2118" actId="20577"/>
          <ac:spMkLst>
            <pc:docMk/>
            <pc:sldMk cId="3701918185" sldId="292"/>
            <ac:spMk id="13" creationId="{040731EA-253D-BB1C-4E01-A043EB6EA777}"/>
          </ac:spMkLst>
        </pc:spChg>
        <pc:graphicFrameChg chg="add mod modGraphic">
          <ac:chgData name="faik bilgen" userId="9fcb1696e65a161f" providerId="LiveId" clId="{0C3A4C9E-717D-4ADE-97E0-B0AD580B3355}" dt="2026-01-16T07:50:50.307" v="1876" actId="1076"/>
          <ac:graphicFrameMkLst>
            <pc:docMk/>
            <pc:sldMk cId="3701918185" sldId="292"/>
            <ac:graphicFrameMk id="14" creationId="{10F5DDB1-514C-2FE5-C4AD-AE12BBC5D34C}"/>
          </ac:graphicFrameMkLst>
        </pc:graphicFrameChg>
      </pc:sldChg>
      <pc:sldChg chg="addSp delSp modSp new mod setBg">
        <pc:chgData name="faik bilgen" userId="9fcb1696e65a161f" providerId="LiveId" clId="{0C3A4C9E-717D-4ADE-97E0-B0AD580B3355}" dt="2026-01-16T07:47:17.372" v="1770" actId="26606"/>
        <pc:sldMkLst>
          <pc:docMk/>
          <pc:sldMk cId="903027820" sldId="293"/>
        </pc:sldMkLst>
        <pc:spChg chg="mod">
          <ac:chgData name="faik bilgen" userId="9fcb1696e65a161f" providerId="LiveId" clId="{0C3A4C9E-717D-4ADE-97E0-B0AD580B3355}" dt="2026-01-16T07:47:17.372" v="1770" actId="26606"/>
          <ac:spMkLst>
            <pc:docMk/>
            <pc:sldMk cId="903027820" sldId="293"/>
            <ac:spMk id="2" creationId="{5E4B51D0-4598-2563-9477-CEA6B5A8FB61}"/>
          </ac:spMkLst>
        </pc:spChg>
        <pc:spChg chg="del">
          <ac:chgData name="faik bilgen" userId="9fcb1696e65a161f" providerId="LiveId" clId="{0C3A4C9E-717D-4ADE-97E0-B0AD580B3355}" dt="2026-01-16T07:47:14.158" v="1769" actId="478"/>
          <ac:spMkLst>
            <pc:docMk/>
            <pc:sldMk cId="903027820" sldId="293"/>
            <ac:spMk id="3" creationId="{0A10A366-4E52-0E30-BA62-013DF032E245}"/>
          </ac:spMkLst>
        </pc:spChg>
        <pc:spChg chg="add">
          <ac:chgData name="faik bilgen" userId="9fcb1696e65a161f" providerId="LiveId" clId="{0C3A4C9E-717D-4ADE-97E0-B0AD580B3355}" dt="2026-01-16T07:47:17.372" v="1770" actId="26606"/>
          <ac:spMkLst>
            <pc:docMk/>
            <pc:sldMk cId="903027820" sldId="293"/>
            <ac:spMk id="7" creationId="{BAD76F3E-3A97-486B-B402-44400A8B9173}"/>
          </ac:spMkLst>
        </pc:spChg>
        <pc:spChg chg="add">
          <ac:chgData name="faik bilgen" userId="9fcb1696e65a161f" providerId="LiveId" clId="{0C3A4C9E-717D-4ADE-97E0-B0AD580B3355}" dt="2026-01-16T07:47:17.372" v="1770" actId="26606"/>
          <ac:spMkLst>
            <pc:docMk/>
            <pc:sldMk cId="903027820" sldId="293"/>
            <ac:spMk id="9" creationId="{391F6B52-91F4-4AEB-B6DB-29FEBCF28C8B}"/>
          </ac:spMkLst>
        </pc:spChg>
        <pc:spChg chg="add">
          <ac:chgData name="faik bilgen" userId="9fcb1696e65a161f" providerId="LiveId" clId="{0C3A4C9E-717D-4ADE-97E0-B0AD580B3355}" dt="2026-01-16T07:47:17.372" v="1770" actId="26606"/>
          <ac:spMkLst>
            <pc:docMk/>
            <pc:sldMk cId="903027820" sldId="293"/>
            <ac:spMk id="11" creationId="{2CD6F061-7C53-44F4-9794-953DB70A451B}"/>
          </ac:spMkLst>
        </pc:spChg>
      </pc:sldChg>
      <pc:sldChg chg="addSp modSp add mod">
        <pc:chgData name="faik bilgen" userId="9fcb1696e65a161f" providerId="LiveId" clId="{0C3A4C9E-717D-4ADE-97E0-B0AD580B3355}" dt="2026-01-16T08:05:36.091" v="2237" actId="20577"/>
        <pc:sldMkLst>
          <pc:docMk/>
          <pc:sldMk cId="1985601365" sldId="294"/>
        </pc:sldMkLst>
        <pc:spChg chg="mod">
          <ac:chgData name="faik bilgen" userId="9fcb1696e65a161f" providerId="LiveId" clId="{0C3A4C9E-717D-4ADE-97E0-B0AD580B3355}" dt="2026-01-16T08:05:36.091" v="2237" actId="20577"/>
          <ac:spMkLst>
            <pc:docMk/>
            <pc:sldMk cId="1985601365" sldId="294"/>
            <ac:spMk id="2" creationId="{F1D73962-4AFF-57D4-1D32-1B37EFC91D65}"/>
          </ac:spMkLst>
        </pc:spChg>
        <pc:spChg chg="mod">
          <ac:chgData name="faik bilgen" userId="9fcb1696e65a161f" providerId="LiveId" clId="{0C3A4C9E-717D-4ADE-97E0-B0AD580B3355}" dt="2026-01-16T07:53:33.316" v="1930" actId="1076"/>
          <ac:spMkLst>
            <pc:docMk/>
            <pc:sldMk cId="1985601365" sldId="294"/>
            <ac:spMk id="5" creationId="{26661E2E-B90D-1976-CE45-FB526748692D}"/>
          </ac:spMkLst>
        </pc:spChg>
        <pc:spChg chg="mod">
          <ac:chgData name="faik bilgen" userId="9fcb1696e65a161f" providerId="LiveId" clId="{0C3A4C9E-717D-4ADE-97E0-B0AD580B3355}" dt="2026-01-16T07:53:41.100" v="1931" actId="1076"/>
          <ac:spMkLst>
            <pc:docMk/>
            <pc:sldMk cId="1985601365" sldId="294"/>
            <ac:spMk id="6" creationId="{59F9F93C-A32F-E869-EFE2-55BC6F62204E}"/>
          </ac:spMkLst>
        </pc:spChg>
        <pc:spChg chg="mod">
          <ac:chgData name="faik bilgen" userId="9fcb1696e65a161f" providerId="LiveId" clId="{0C3A4C9E-717D-4ADE-97E0-B0AD580B3355}" dt="2026-01-16T08:02:37.037" v="2121" actId="20577"/>
          <ac:spMkLst>
            <pc:docMk/>
            <pc:sldMk cId="1985601365" sldId="294"/>
            <ac:spMk id="7" creationId="{D644E3C7-234F-BDA5-F01A-E752625FB561}"/>
          </ac:spMkLst>
        </pc:spChg>
        <pc:spChg chg="mod">
          <ac:chgData name="faik bilgen" userId="9fcb1696e65a161f" providerId="LiveId" clId="{0C3A4C9E-717D-4ADE-97E0-B0AD580B3355}" dt="2026-01-16T07:53:49.978" v="1932" actId="465"/>
          <ac:spMkLst>
            <pc:docMk/>
            <pc:sldMk cId="1985601365" sldId="294"/>
            <ac:spMk id="10" creationId="{47B6D1F5-36F8-E84A-0963-FD57AE628DD1}"/>
          </ac:spMkLst>
        </pc:spChg>
        <pc:spChg chg="mod">
          <ac:chgData name="faik bilgen" userId="9fcb1696e65a161f" providerId="LiveId" clId="{0C3A4C9E-717D-4ADE-97E0-B0AD580B3355}" dt="2026-01-16T08:02:40.138" v="2124" actId="20577"/>
          <ac:spMkLst>
            <pc:docMk/>
            <pc:sldMk cId="1985601365" sldId="294"/>
            <ac:spMk id="11" creationId="{0336E7C6-FB61-030D-B3A8-E2FD77A245DE}"/>
          </ac:spMkLst>
        </pc:spChg>
        <pc:spChg chg="mod">
          <ac:chgData name="faik bilgen" userId="9fcb1696e65a161f" providerId="LiveId" clId="{0C3A4C9E-717D-4ADE-97E0-B0AD580B3355}" dt="2026-01-16T08:02:43.287" v="2127" actId="20577"/>
          <ac:spMkLst>
            <pc:docMk/>
            <pc:sldMk cId="1985601365" sldId="294"/>
            <ac:spMk id="13" creationId="{DD1724E7-CAD5-D0AC-9AA1-37C03CD3BFE5}"/>
          </ac:spMkLst>
        </pc:spChg>
        <pc:graphicFrameChg chg="mod modGraphic">
          <ac:chgData name="faik bilgen" userId="9fcb1696e65a161f" providerId="LiveId" clId="{0C3A4C9E-717D-4ADE-97E0-B0AD580B3355}" dt="2026-01-16T07:58:02.851" v="2071" actId="14100"/>
          <ac:graphicFrameMkLst>
            <pc:docMk/>
            <pc:sldMk cId="1985601365" sldId="294"/>
            <ac:graphicFrameMk id="14" creationId="{88C28382-548A-E6EA-8787-49DB348EF894}"/>
          </ac:graphicFrameMkLst>
        </pc:graphicFrameChg>
        <pc:cxnChg chg="add mod">
          <ac:chgData name="faik bilgen" userId="9fcb1696e65a161f" providerId="LiveId" clId="{0C3A4C9E-717D-4ADE-97E0-B0AD580B3355}" dt="2026-01-16T07:54:57.136" v="1936" actId="693"/>
          <ac:cxnSpMkLst>
            <pc:docMk/>
            <pc:sldMk cId="1985601365" sldId="294"/>
            <ac:cxnSpMk id="15" creationId="{3E888DFA-5F8B-07D1-22F9-B71C46123860}"/>
          </ac:cxnSpMkLst>
        </pc:cxnChg>
        <pc:cxnChg chg="add mod">
          <ac:chgData name="faik bilgen" userId="9fcb1696e65a161f" providerId="LiveId" clId="{0C3A4C9E-717D-4ADE-97E0-B0AD580B3355}" dt="2026-01-16T07:54:47.512" v="1935" actId="693"/>
          <ac:cxnSpMkLst>
            <pc:docMk/>
            <pc:sldMk cId="1985601365" sldId="294"/>
            <ac:cxnSpMk id="17" creationId="{A0F539ED-4FC0-AA8D-AFD8-BD57442DE167}"/>
          </ac:cxnSpMkLst>
        </pc:cxnChg>
      </pc:sldChg>
      <pc:sldChg chg="delSp modSp add mod">
        <pc:chgData name="faik bilgen" userId="9fcb1696e65a161f" providerId="LiveId" clId="{0C3A4C9E-717D-4ADE-97E0-B0AD580B3355}" dt="2026-01-16T08:05:27.423" v="2231" actId="20577"/>
        <pc:sldMkLst>
          <pc:docMk/>
          <pc:sldMk cId="1779925364" sldId="295"/>
        </pc:sldMkLst>
        <pc:spChg chg="mod">
          <ac:chgData name="faik bilgen" userId="9fcb1696e65a161f" providerId="LiveId" clId="{0C3A4C9E-717D-4ADE-97E0-B0AD580B3355}" dt="2026-01-16T08:05:27.423" v="2231" actId="20577"/>
          <ac:spMkLst>
            <pc:docMk/>
            <pc:sldMk cId="1779925364" sldId="295"/>
            <ac:spMk id="2" creationId="{E0E4A7DB-E22A-9ED5-3DE9-3875320C2EEE}"/>
          </ac:spMkLst>
        </pc:spChg>
        <pc:spChg chg="mod">
          <ac:chgData name="faik bilgen" userId="9fcb1696e65a161f" providerId="LiveId" clId="{0C3A4C9E-717D-4ADE-97E0-B0AD580B3355}" dt="2026-01-16T08:02:48.499" v="2130" actId="20577"/>
          <ac:spMkLst>
            <pc:docMk/>
            <pc:sldMk cId="1779925364" sldId="295"/>
            <ac:spMk id="7" creationId="{D8011EF0-9F87-6891-3CF6-EDAD984EA1E3}"/>
          </ac:spMkLst>
        </pc:spChg>
        <pc:spChg chg="mod">
          <ac:chgData name="faik bilgen" userId="9fcb1696e65a161f" providerId="LiveId" clId="{0C3A4C9E-717D-4ADE-97E0-B0AD580B3355}" dt="2026-01-16T08:02:52.463" v="2133" actId="20577"/>
          <ac:spMkLst>
            <pc:docMk/>
            <pc:sldMk cId="1779925364" sldId="295"/>
            <ac:spMk id="11" creationId="{99FE69CA-1A9E-1F60-338F-C67E75215742}"/>
          </ac:spMkLst>
        </pc:spChg>
        <pc:spChg chg="mod">
          <ac:chgData name="faik bilgen" userId="9fcb1696e65a161f" providerId="LiveId" clId="{0C3A4C9E-717D-4ADE-97E0-B0AD580B3355}" dt="2026-01-16T08:02:55.716" v="2136" actId="20577"/>
          <ac:spMkLst>
            <pc:docMk/>
            <pc:sldMk cId="1779925364" sldId="295"/>
            <ac:spMk id="13" creationId="{E09A5172-8A01-0C84-DD6E-F5F091D022AB}"/>
          </ac:spMkLst>
        </pc:spChg>
        <pc:graphicFrameChg chg="mod modGraphic">
          <ac:chgData name="faik bilgen" userId="9fcb1696e65a161f" providerId="LiveId" clId="{0C3A4C9E-717D-4ADE-97E0-B0AD580B3355}" dt="2026-01-16T08:04:17.637" v="2192" actId="14734"/>
          <ac:graphicFrameMkLst>
            <pc:docMk/>
            <pc:sldMk cId="1779925364" sldId="295"/>
            <ac:graphicFrameMk id="14" creationId="{7BBF78E1-CCA2-0274-E8FA-A8BE7D13F35C}"/>
          </ac:graphicFrameMkLst>
        </pc:graphicFrameChg>
        <pc:cxnChg chg="del">
          <ac:chgData name="faik bilgen" userId="9fcb1696e65a161f" providerId="LiveId" clId="{0C3A4C9E-717D-4ADE-97E0-B0AD580B3355}" dt="2026-01-16T08:01:46.306" v="2091" actId="478"/>
          <ac:cxnSpMkLst>
            <pc:docMk/>
            <pc:sldMk cId="1779925364" sldId="295"/>
            <ac:cxnSpMk id="15" creationId="{E5B4B9D4-C4E2-7E1D-C1BE-0DDFB5009018}"/>
          </ac:cxnSpMkLst>
        </pc:cxnChg>
        <pc:cxnChg chg="del">
          <ac:chgData name="faik bilgen" userId="9fcb1696e65a161f" providerId="LiveId" clId="{0C3A4C9E-717D-4ADE-97E0-B0AD580B3355}" dt="2026-01-16T08:01:43.430" v="2090" actId="478"/>
          <ac:cxnSpMkLst>
            <pc:docMk/>
            <pc:sldMk cId="1779925364" sldId="295"/>
            <ac:cxnSpMk id="17" creationId="{5C0CE377-3CF1-3CE2-5EA8-6A1C82760D33}"/>
          </ac:cxnSpMkLst>
        </pc:cxnChg>
      </pc:sldChg>
      <pc:sldChg chg="addSp modSp add mod">
        <pc:chgData name="faik bilgen" userId="9fcb1696e65a161f" providerId="LiveId" clId="{0C3A4C9E-717D-4ADE-97E0-B0AD580B3355}" dt="2026-01-16T08:10:21.141" v="2448" actId="20577"/>
        <pc:sldMkLst>
          <pc:docMk/>
          <pc:sldMk cId="2337829577" sldId="296"/>
        </pc:sldMkLst>
        <pc:spChg chg="mod">
          <ac:chgData name="faik bilgen" userId="9fcb1696e65a161f" providerId="LiveId" clId="{0C3A4C9E-717D-4ADE-97E0-B0AD580B3355}" dt="2026-01-16T08:05:19.656" v="2227" actId="20577"/>
          <ac:spMkLst>
            <pc:docMk/>
            <pc:sldMk cId="2337829577" sldId="296"/>
            <ac:spMk id="2" creationId="{5D547B1B-AC9F-38AC-261E-134478A66D64}"/>
          </ac:spMkLst>
        </pc:spChg>
        <pc:spChg chg="mod">
          <ac:chgData name="faik bilgen" userId="9fcb1696e65a161f" providerId="LiveId" clId="{0C3A4C9E-717D-4ADE-97E0-B0AD580B3355}" dt="2026-01-16T08:07:59.939" v="2361" actId="552"/>
          <ac:spMkLst>
            <pc:docMk/>
            <pc:sldMk cId="2337829577" sldId="296"/>
            <ac:spMk id="5" creationId="{C4C88F79-185F-6326-1B9A-E123A2FF19E8}"/>
          </ac:spMkLst>
        </pc:spChg>
        <pc:spChg chg="mod">
          <ac:chgData name="faik bilgen" userId="9fcb1696e65a161f" providerId="LiveId" clId="{0C3A4C9E-717D-4ADE-97E0-B0AD580B3355}" dt="2026-01-16T08:08:08.879" v="2362" actId="552"/>
          <ac:spMkLst>
            <pc:docMk/>
            <pc:sldMk cId="2337829577" sldId="296"/>
            <ac:spMk id="6" creationId="{34E47EB4-7FA9-8BB7-677C-E288F2E5B0E4}"/>
          </ac:spMkLst>
        </pc:spChg>
        <pc:spChg chg="mod">
          <ac:chgData name="faik bilgen" userId="9fcb1696e65a161f" providerId="LiveId" clId="{0C3A4C9E-717D-4ADE-97E0-B0AD580B3355}" dt="2026-01-16T08:08:08.879" v="2362" actId="552"/>
          <ac:spMkLst>
            <pc:docMk/>
            <pc:sldMk cId="2337829577" sldId="296"/>
            <ac:spMk id="9" creationId="{F062A1C8-FCC2-BA0E-7309-CDE66968FAE6}"/>
          </ac:spMkLst>
        </pc:spChg>
        <pc:spChg chg="mod">
          <ac:chgData name="faik bilgen" userId="9fcb1696e65a161f" providerId="LiveId" clId="{0C3A4C9E-717D-4ADE-97E0-B0AD580B3355}" dt="2026-01-16T08:07:59.939" v="2361" actId="552"/>
          <ac:spMkLst>
            <pc:docMk/>
            <pc:sldMk cId="2337829577" sldId="296"/>
            <ac:spMk id="10" creationId="{DE8C6C24-F0CF-03E2-FC3B-244584C1F88F}"/>
          </ac:spMkLst>
        </pc:spChg>
        <pc:spChg chg="mod">
          <ac:chgData name="faik bilgen" userId="9fcb1696e65a161f" providerId="LiveId" clId="{0C3A4C9E-717D-4ADE-97E0-B0AD580B3355}" dt="2026-01-16T08:10:21.141" v="2448" actId="20577"/>
          <ac:spMkLst>
            <pc:docMk/>
            <pc:sldMk cId="2337829577" sldId="296"/>
            <ac:spMk id="11" creationId="{2A247726-B787-B815-8BDE-B15B05A329EE}"/>
          </ac:spMkLst>
        </pc:spChg>
        <pc:graphicFrameChg chg="mod modGraphic">
          <ac:chgData name="faik bilgen" userId="9fcb1696e65a161f" providerId="LiveId" clId="{0C3A4C9E-717D-4ADE-97E0-B0AD580B3355}" dt="2026-01-16T08:10:15.041" v="2446" actId="20577"/>
          <ac:graphicFrameMkLst>
            <pc:docMk/>
            <pc:sldMk cId="2337829577" sldId="296"/>
            <ac:graphicFrameMk id="14" creationId="{12235A3F-7865-C51C-8F10-A9CF02F15F48}"/>
          </ac:graphicFrameMkLst>
        </pc:graphicFrameChg>
        <pc:cxnChg chg="add mod">
          <ac:chgData name="faik bilgen" userId="9fcb1696e65a161f" providerId="LiveId" clId="{0C3A4C9E-717D-4ADE-97E0-B0AD580B3355}" dt="2026-01-16T08:08:20.828" v="2363" actId="693"/>
          <ac:cxnSpMkLst>
            <pc:docMk/>
            <pc:sldMk cId="2337829577" sldId="296"/>
            <ac:cxnSpMk id="15" creationId="{E6ECDBC2-9FDB-B081-3B64-A1EA2339A0DB}"/>
          </ac:cxnSpMkLst>
        </pc:cxnChg>
        <pc:cxnChg chg="add mod">
          <ac:chgData name="faik bilgen" userId="9fcb1696e65a161f" providerId="LiveId" clId="{0C3A4C9E-717D-4ADE-97E0-B0AD580B3355}" dt="2026-01-16T08:08:20.828" v="2363" actId="693"/>
          <ac:cxnSpMkLst>
            <pc:docMk/>
            <pc:sldMk cId="2337829577" sldId="296"/>
            <ac:cxnSpMk id="17" creationId="{50FC6B17-A82D-63E3-091D-8BAC1EE62361}"/>
          </ac:cxnSpMkLst>
        </pc:cxnChg>
        <pc:cxnChg chg="add mod">
          <ac:chgData name="faik bilgen" userId="9fcb1696e65a161f" providerId="LiveId" clId="{0C3A4C9E-717D-4ADE-97E0-B0AD580B3355}" dt="2026-01-16T08:08:20.828" v="2363" actId="693"/>
          <ac:cxnSpMkLst>
            <pc:docMk/>
            <pc:sldMk cId="2337829577" sldId="296"/>
            <ac:cxnSpMk id="20" creationId="{694BC0BC-4B0A-A7D3-F919-B4DF115DA568}"/>
          </ac:cxnSpMkLst>
        </pc:cxnChg>
      </pc:sldChg>
      <pc:sldChg chg="addSp delSp modSp add mod">
        <pc:chgData name="faik bilgen" userId="9fcb1696e65a161f" providerId="LiveId" clId="{0C3A4C9E-717D-4ADE-97E0-B0AD580B3355}" dt="2026-01-16T08:14:26.970" v="2660" actId="20577"/>
        <pc:sldMkLst>
          <pc:docMk/>
          <pc:sldMk cId="2758371294" sldId="297"/>
        </pc:sldMkLst>
        <pc:spChg chg="mod">
          <ac:chgData name="faik bilgen" userId="9fcb1696e65a161f" providerId="LiveId" clId="{0C3A4C9E-717D-4ADE-97E0-B0AD580B3355}" dt="2026-01-16T08:10:41.258" v="2463" actId="20577"/>
          <ac:spMkLst>
            <pc:docMk/>
            <pc:sldMk cId="2758371294" sldId="297"/>
            <ac:spMk id="2" creationId="{D2A04C46-6D9F-901B-F3D2-181C6E6F9DCC}"/>
          </ac:spMkLst>
        </pc:spChg>
        <pc:spChg chg="mod">
          <ac:chgData name="faik bilgen" userId="9fcb1696e65a161f" providerId="LiveId" clId="{0C3A4C9E-717D-4ADE-97E0-B0AD580B3355}" dt="2026-01-16T08:12:41.850" v="2592" actId="1037"/>
          <ac:spMkLst>
            <pc:docMk/>
            <pc:sldMk cId="2758371294" sldId="297"/>
            <ac:spMk id="5" creationId="{C9216B06-63E8-EE38-DE12-90855010740E}"/>
          </ac:spMkLst>
        </pc:spChg>
        <pc:spChg chg="mod">
          <ac:chgData name="faik bilgen" userId="9fcb1696e65a161f" providerId="LiveId" clId="{0C3A4C9E-717D-4ADE-97E0-B0AD580B3355}" dt="2026-01-16T08:13:50.925" v="2656" actId="552"/>
          <ac:spMkLst>
            <pc:docMk/>
            <pc:sldMk cId="2758371294" sldId="297"/>
            <ac:spMk id="6" creationId="{1D472DB5-8A47-9237-4EBB-D3D28FF31C6F}"/>
          </ac:spMkLst>
        </pc:spChg>
        <pc:spChg chg="mod">
          <ac:chgData name="faik bilgen" userId="9fcb1696e65a161f" providerId="LiveId" clId="{0C3A4C9E-717D-4ADE-97E0-B0AD580B3355}" dt="2026-01-16T08:13:50.925" v="2656" actId="552"/>
          <ac:spMkLst>
            <pc:docMk/>
            <pc:sldMk cId="2758371294" sldId="297"/>
            <ac:spMk id="9" creationId="{68E1F8C8-D93A-2F1F-7C47-66CF6F24D939}"/>
          </ac:spMkLst>
        </pc:spChg>
        <pc:spChg chg="mod">
          <ac:chgData name="faik bilgen" userId="9fcb1696e65a161f" providerId="LiveId" clId="{0C3A4C9E-717D-4ADE-97E0-B0AD580B3355}" dt="2026-01-16T08:13:50.925" v="2656" actId="552"/>
          <ac:spMkLst>
            <pc:docMk/>
            <pc:sldMk cId="2758371294" sldId="297"/>
            <ac:spMk id="10" creationId="{8511FB4B-0FD7-BC14-92D9-56D1BC09EABA}"/>
          </ac:spMkLst>
        </pc:spChg>
        <pc:graphicFrameChg chg="modGraphic">
          <ac:chgData name="faik bilgen" userId="9fcb1696e65a161f" providerId="LiveId" clId="{0C3A4C9E-717D-4ADE-97E0-B0AD580B3355}" dt="2026-01-16T08:14:26.970" v="2660" actId="20577"/>
          <ac:graphicFrameMkLst>
            <pc:docMk/>
            <pc:sldMk cId="2758371294" sldId="297"/>
            <ac:graphicFrameMk id="14" creationId="{EF88BEB5-032E-6304-62F9-DF8C0A488B43}"/>
          </ac:graphicFrameMkLst>
        </pc:graphicFrameChg>
        <pc:cxnChg chg="add mod">
          <ac:chgData name="faik bilgen" userId="9fcb1696e65a161f" providerId="LiveId" clId="{0C3A4C9E-717D-4ADE-97E0-B0AD580B3355}" dt="2026-01-16T08:12:30.798" v="2535" actId="552"/>
          <ac:cxnSpMkLst>
            <pc:docMk/>
            <pc:sldMk cId="2758371294" sldId="297"/>
            <ac:cxnSpMk id="3" creationId="{20E837C1-4C80-8064-457A-CCDBF93710E5}"/>
          </ac:cxnSpMkLst>
        </pc:cxnChg>
        <pc:cxnChg chg="add del">
          <ac:chgData name="faik bilgen" userId="9fcb1696e65a161f" providerId="LiveId" clId="{0C3A4C9E-717D-4ADE-97E0-B0AD580B3355}" dt="2026-01-16T08:11:56.082" v="2530" actId="478"/>
          <ac:cxnSpMkLst>
            <pc:docMk/>
            <pc:sldMk cId="2758371294" sldId="297"/>
            <ac:cxnSpMk id="15" creationId="{42324075-53C9-5F81-B398-6355DD888ACB}"/>
          </ac:cxnSpMkLst>
        </pc:cxnChg>
        <pc:cxnChg chg="del">
          <ac:chgData name="faik bilgen" userId="9fcb1696e65a161f" providerId="LiveId" clId="{0C3A4C9E-717D-4ADE-97E0-B0AD580B3355}" dt="2026-01-16T08:11:40.381" v="2527" actId="478"/>
          <ac:cxnSpMkLst>
            <pc:docMk/>
            <pc:sldMk cId="2758371294" sldId="297"/>
            <ac:cxnSpMk id="17" creationId="{43D209B6-C395-0DD5-8064-93AB0C25532B}"/>
          </ac:cxnSpMkLst>
        </pc:cxnChg>
        <pc:cxnChg chg="mod">
          <ac:chgData name="faik bilgen" userId="9fcb1696e65a161f" providerId="LiveId" clId="{0C3A4C9E-717D-4ADE-97E0-B0AD580B3355}" dt="2026-01-16T08:14:03.690" v="2657" actId="14100"/>
          <ac:cxnSpMkLst>
            <pc:docMk/>
            <pc:sldMk cId="2758371294" sldId="297"/>
            <ac:cxnSpMk id="20" creationId="{2F7CE0B1-CC07-8721-B86E-5F3C60A6EB5A}"/>
          </ac:cxnSpMkLst>
        </pc:cxnChg>
      </pc:sldChg>
      <pc:sldChg chg="modSp add del mod ord">
        <pc:chgData name="faik bilgen" userId="9fcb1696e65a161f" providerId="LiveId" clId="{0C3A4C9E-717D-4ADE-97E0-B0AD580B3355}" dt="2026-01-16T08:16:38.827" v="2675" actId="47"/>
        <pc:sldMkLst>
          <pc:docMk/>
          <pc:sldMk cId="91450768" sldId="298"/>
        </pc:sldMkLst>
        <pc:spChg chg="mod">
          <ac:chgData name="faik bilgen" userId="9fcb1696e65a161f" providerId="LiveId" clId="{0C3A4C9E-717D-4ADE-97E0-B0AD580B3355}" dt="2026-01-16T08:16:29.924" v="2674" actId="20577"/>
          <ac:spMkLst>
            <pc:docMk/>
            <pc:sldMk cId="91450768" sldId="298"/>
            <ac:spMk id="2" creationId="{497AECC9-BF83-9F8C-16AE-2AB61788F517}"/>
          </ac:spMkLst>
        </pc:spChg>
      </pc:sldChg>
      <pc:sldChg chg="delSp modSp add mod">
        <pc:chgData name="faik bilgen" userId="9fcb1696e65a161f" providerId="LiveId" clId="{0C3A4C9E-717D-4ADE-97E0-B0AD580B3355}" dt="2026-01-16T08:17:29.681" v="2692" actId="478"/>
        <pc:sldMkLst>
          <pc:docMk/>
          <pc:sldMk cId="827202394" sldId="298"/>
        </pc:sldMkLst>
        <pc:spChg chg="mod">
          <ac:chgData name="faik bilgen" userId="9fcb1696e65a161f" providerId="LiveId" clId="{0C3A4C9E-717D-4ADE-97E0-B0AD580B3355}" dt="2026-01-16T08:16:49.862" v="2687" actId="20577"/>
          <ac:spMkLst>
            <pc:docMk/>
            <pc:sldMk cId="827202394" sldId="298"/>
            <ac:spMk id="2" creationId="{F3D8AADA-1852-4432-86E7-7731BC219326}"/>
          </ac:spMkLst>
        </pc:spChg>
        <pc:spChg chg="del">
          <ac:chgData name="faik bilgen" userId="9fcb1696e65a161f" providerId="LiveId" clId="{0C3A4C9E-717D-4ADE-97E0-B0AD580B3355}" dt="2026-01-16T08:17:00.438" v="2690" actId="478"/>
          <ac:spMkLst>
            <pc:docMk/>
            <pc:sldMk cId="827202394" sldId="298"/>
            <ac:spMk id="12" creationId="{9E58121D-C83C-1117-2BB4-20C820699905}"/>
          </ac:spMkLst>
        </pc:spChg>
        <pc:spChg chg="del">
          <ac:chgData name="faik bilgen" userId="9fcb1696e65a161f" providerId="LiveId" clId="{0C3A4C9E-717D-4ADE-97E0-B0AD580B3355}" dt="2026-01-16T08:17:03.353" v="2691" actId="478"/>
          <ac:spMkLst>
            <pc:docMk/>
            <pc:sldMk cId="827202394" sldId="298"/>
            <ac:spMk id="13" creationId="{82D3CB97-1AA8-7A7C-DD3F-93D963D89005}"/>
          </ac:spMkLst>
        </pc:spChg>
        <pc:graphicFrameChg chg="del">
          <ac:chgData name="faik bilgen" userId="9fcb1696e65a161f" providerId="LiveId" clId="{0C3A4C9E-717D-4ADE-97E0-B0AD580B3355}" dt="2026-01-16T08:17:29.681" v="2692" actId="478"/>
          <ac:graphicFrameMkLst>
            <pc:docMk/>
            <pc:sldMk cId="827202394" sldId="298"/>
            <ac:graphicFrameMk id="14" creationId="{B6D63FE5-D102-1695-E0D9-A22B202493FF}"/>
          </ac:graphicFrameMkLst>
        </pc:graphicFrameChg>
        <pc:cxnChg chg="del">
          <ac:chgData name="faik bilgen" userId="9fcb1696e65a161f" providerId="LiveId" clId="{0C3A4C9E-717D-4ADE-97E0-B0AD580B3355}" dt="2026-01-16T08:16:57.646" v="2689" actId="478"/>
          <ac:cxnSpMkLst>
            <pc:docMk/>
            <pc:sldMk cId="827202394" sldId="298"/>
            <ac:cxnSpMk id="3" creationId="{4EDD4CD2-87E8-551F-FBAC-5909AA9A1D57}"/>
          </ac:cxnSpMkLst>
        </pc:cxnChg>
        <pc:cxnChg chg="del">
          <ac:chgData name="faik bilgen" userId="9fcb1696e65a161f" providerId="LiveId" clId="{0C3A4C9E-717D-4ADE-97E0-B0AD580B3355}" dt="2026-01-16T08:16:54.273" v="2688" actId="478"/>
          <ac:cxnSpMkLst>
            <pc:docMk/>
            <pc:sldMk cId="827202394" sldId="298"/>
            <ac:cxnSpMk id="20" creationId="{3D5E152F-977D-ECEC-FDB6-312288CD5559}"/>
          </ac:cxnSpMkLst>
        </pc:cxnChg>
      </pc:sldChg>
    </pc:docChg>
  </pc:docChgLst>
</pc:chgInfo>
</file>

<file path=ppt/diagrams/_rels/data2.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1BA27B7-CE71-487F-B688-6790437F23FF}"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ED5EB5AA-1F52-46FB-B107-66AE245EE9BE}">
      <dgm:prSet/>
      <dgm:spPr/>
      <dgm:t>
        <a:bodyPr/>
        <a:lstStyle/>
        <a:p>
          <a:r>
            <a:rPr lang="en-US"/>
            <a:t>In </a:t>
          </a:r>
          <a:r>
            <a:rPr lang="en-US" b="1"/>
            <a:t>Azure Kubernetes Service (AKS)</a:t>
          </a:r>
          <a:r>
            <a:rPr lang="en-US"/>
            <a:t>, a </a:t>
          </a:r>
          <a:r>
            <a:rPr lang="en-US" b="1"/>
            <a:t>node pool</a:t>
          </a:r>
          <a:r>
            <a:rPr lang="en-US"/>
            <a:t> is a </a:t>
          </a:r>
          <a:r>
            <a:rPr lang="en-US" b="1"/>
            <a:t>group of worker nodes (VMs) that share the same configuration</a:t>
          </a:r>
          <a:r>
            <a:rPr lang="en-US"/>
            <a:t> (VM size, OS type, disk settings, labels/taints, scaling rules, etc.). </a:t>
          </a:r>
        </a:p>
      </dgm:t>
    </dgm:pt>
    <dgm:pt modelId="{0649746A-07EA-4D59-8065-6FA2AE0C5F36}" type="parTrans" cxnId="{D05D389F-7DDE-4733-B14A-3FE940BD6EBC}">
      <dgm:prSet/>
      <dgm:spPr/>
      <dgm:t>
        <a:bodyPr/>
        <a:lstStyle/>
        <a:p>
          <a:endParaRPr lang="en-US"/>
        </a:p>
      </dgm:t>
    </dgm:pt>
    <dgm:pt modelId="{95CFA7F6-CB26-4254-ACCA-20B78D1A8B6B}" type="sibTrans" cxnId="{D05D389F-7DDE-4733-B14A-3FE940BD6EBC}">
      <dgm:prSet/>
      <dgm:spPr/>
      <dgm:t>
        <a:bodyPr/>
        <a:lstStyle/>
        <a:p>
          <a:endParaRPr lang="en-US"/>
        </a:p>
      </dgm:t>
    </dgm:pt>
    <dgm:pt modelId="{6FC10BFC-77C8-4423-A4C7-095532419F48}">
      <dgm:prSet/>
      <dgm:spPr/>
      <dgm:t>
        <a:bodyPr/>
        <a:lstStyle/>
        <a:p>
          <a:r>
            <a:rPr lang="en-US"/>
            <a:t>You use node pools to run both </a:t>
          </a:r>
          <a:r>
            <a:rPr lang="en-US" b="1"/>
            <a:t>Kubernetes system components</a:t>
          </a:r>
          <a:r>
            <a:rPr lang="en-US"/>
            <a:t> and </a:t>
          </a:r>
          <a:r>
            <a:rPr lang="en-US" b="1"/>
            <a:t>your workloads</a:t>
          </a:r>
          <a:r>
            <a:rPr lang="en-US"/>
            <a:t>, while managing them as a unit (scale, upgrade, replace).</a:t>
          </a:r>
        </a:p>
      </dgm:t>
    </dgm:pt>
    <dgm:pt modelId="{296B9AA4-5B06-4210-B097-7C1994C5CE3D}" type="parTrans" cxnId="{76BCFBA1-7297-48C2-868E-95CA982175F8}">
      <dgm:prSet/>
      <dgm:spPr/>
      <dgm:t>
        <a:bodyPr/>
        <a:lstStyle/>
        <a:p>
          <a:endParaRPr lang="en-US"/>
        </a:p>
      </dgm:t>
    </dgm:pt>
    <dgm:pt modelId="{3DC6EC2B-AFA5-4A36-9301-9CD32C75C48E}" type="sibTrans" cxnId="{76BCFBA1-7297-48C2-868E-95CA982175F8}">
      <dgm:prSet/>
      <dgm:spPr/>
      <dgm:t>
        <a:bodyPr/>
        <a:lstStyle/>
        <a:p>
          <a:endParaRPr lang="en-US"/>
        </a:p>
      </dgm:t>
    </dgm:pt>
    <dgm:pt modelId="{8D51A01C-6948-479B-B805-F8B7FE031CFA}" type="pres">
      <dgm:prSet presAssocID="{A1BA27B7-CE71-487F-B688-6790437F23FF}" presName="vert0" presStyleCnt="0">
        <dgm:presLayoutVars>
          <dgm:dir/>
          <dgm:animOne val="branch"/>
          <dgm:animLvl val="lvl"/>
        </dgm:presLayoutVars>
      </dgm:prSet>
      <dgm:spPr/>
    </dgm:pt>
    <dgm:pt modelId="{50EDB88A-67BA-4499-91DE-0BEB5956068C}" type="pres">
      <dgm:prSet presAssocID="{ED5EB5AA-1F52-46FB-B107-66AE245EE9BE}" presName="thickLine" presStyleLbl="alignNode1" presStyleIdx="0" presStyleCnt="2"/>
      <dgm:spPr/>
    </dgm:pt>
    <dgm:pt modelId="{BB97D2C1-0427-4644-9B8D-D6F5317D994C}" type="pres">
      <dgm:prSet presAssocID="{ED5EB5AA-1F52-46FB-B107-66AE245EE9BE}" presName="horz1" presStyleCnt="0"/>
      <dgm:spPr/>
    </dgm:pt>
    <dgm:pt modelId="{10B2A6CA-F463-4FEB-A92B-0972F0381157}" type="pres">
      <dgm:prSet presAssocID="{ED5EB5AA-1F52-46FB-B107-66AE245EE9BE}" presName="tx1" presStyleLbl="revTx" presStyleIdx="0" presStyleCnt="2"/>
      <dgm:spPr/>
    </dgm:pt>
    <dgm:pt modelId="{ABC41DB4-E3EA-40DA-B52C-FEC915352DBC}" type="pres">
      <dgm:prSet presAssocID="{ED5EB5AA-1F52-46FB-B107-66AE245EE9BE}" presName="vert1" presStyleCnt="0"/>
      <dgm:spPr/>
    </dgm:pt>
    <dgm:pt modelId="{A8E98079-39BC-42AE-BEDE-C16FD987D3F7}" type="pres">
      <dgm:prSet presAssocID="{6FC10BFC-77C8-4423-A4C7-095532419F48}" presName="thickLine" presStyleLbl="alignNode1" presStyleIdx="1" presStyleCnt="2"/>
      <dgm:spPr/>
    </dgm:pt>
    <dgm:pt modelId="{0FBA8EA6-8C0D-4843-ACDA-8DDBD4F1B370}" type="pres">
      <dgm:prSet presAssocID="{6FC10BFC-77C8-4423-A4C7-095532419F48}" presName="horz1" presStyleCnt="0"/>
      <dgm:spPr/>
    </dgm:pt>
    <dgm:pt modelId="{B2FAA0F6-2971-4B6D-A65B-D59E0586DE86}" type="pres">
      <dgm:prSet presAssocID="{6FC10BFC-77C8-4423-A4C7-095532419F48}" presName="tx1" presStyleLbl="revTx" presStyleIdx="1" presStyleCnt="2"/>
      <dgm:spPr/>
    </dgm:pt>
    <dgm:pt modelId="{9B6A964D-7206-49D1-8A28-12D1F24781FB}" type="pres">
      <dgm:prSet presAssocID="{6FC10BFC-77C8-4423-A4C7-095532419F48}" presName="vert1" presStyleCnt="0"/>
      <dgm:spPr/>
    </dgm:pt>
  </dgm:ptLst>
  <dgm:cxnLst>
    <dgm:cxn modelId="{689C8E5D-0FD2-401F-991F-F0E736C1BBBA}" type="presOf" srcId="{6FC10BFC-77C8-4423-A4C7-095532419F48}" destId="{B2FAA0F6-2971-4B6D-A65B-D59E0586DE86}" srcOrd="0" destOrd="0" presId="urn:microsoft.com/office/officeart/2008/layout/LinedList"/>
    <dgm:cxn modelId="{3DC7BB67-FFE9-42F0-AAAB-BACAEA16C870}" type="presOf" srcId="{A1BA27B7-CE71-487F-B688-6790437F23FF}" destId="{8D51A01C-6948-479B-B805-F8B7FE031CFA}" srcOrd="0" destOrd="0" presId="urn:microsoft.com/office/officeart/2008/layout/LinedList"/>
    <dgm:cxn modelId="{D3686274-76E4-449E-9BAA-B8EA5D6538B0}" type="presOf" srcId="{ED5EB5AA-1F52-46FB-B107-66AE245EE9BE}" destId="{10B2A6CA-F463-4FEB-A92B-0972F0381157}" srcOrd="0" destOrd="0" presId="urn:microsoft.com/office/officeart/2008/layout/LinedList"/>
    <dgm:cxn modelId="{D05D389F-7DDE-4733-B14A-3FE940BD6EBC}" srcId="{A1BA27B7-CE71-487F-B688-6790437F23FF}" destId="{ED5EB5AA-1F52-46FB-B107-66AE245EE9BE}" srcOrd="0" destOrd="0" parTransId="{0649746A-07EA-4D59-8065-6FA2AE0C5F36}" sibTransId="{95CFA7F6-CB26-4254-ACCA-20B78D1A8B6B}"/>
    <dgm:cxn modelId="{76BCFBA1-7297-48C2-868E-95CA982175F8}" srcId="{A1BA27B7-CE71-487F-B688-6790437F23FF}" destId="{6FC10BFC-77C8-4423-A4C7-095532419F48}" srcOrd="1" destOrd="0" parTransId="{296B9AA4-5B06-4210-B097-7C1994C5CE3D}" sibTransId="{3DC6EC2B-AFA5-4A36-9301-9CD32C75C48E}"/>
    <dgm:cxn modelId="{EE521228-5549-44AE-910B-C5D50C925226}" type="presParOf" srcId="{8D51A01C-6948-479B-B805-F8B7FE031CFA}" destId="{50EDB88A-67BA-4499-91DE-0BEB5956068C}" srcOrd="0" destOrd="0" presId="urn:microsoft.com/office/officeart/2008/layout/LinedList"/>
    <dgm:cxn modelId="{F95219FE-F86C-4C95-9F5D-791FDEAC86AB}" type="presParOf" srcId="{8D51A01C-6948-479B-B805-F8B7FE031CFA}" destId="{BB97D2C1-0427-4644-9B8D-D6F5317D994C}" srcOrd="1" destOrd="0" presId="urn:microsoft.com/office/officeart/2008/layout/LinedList"/>
    <dgm:cxn modelId="{071C0B26-679B-4C6A-B58B-3B1FBB6D5E63}" type="presParOf" srcId="{BB97D2C1-0427-4644-9B8D-D6F5317D994C}" destId="{10B2A6CA-F463-4FEB-A92B-0972F0381157}" srcOrd="0" destOrd="0" presId="urn:microsoft.com/office/officeart/2008/layout/LinedList"/>
    <dgm:cxn modelId="{CFBCA4CE-A6F6-45C5-B8DC-7BA846F35E0D}" type="presParOf" srcId="{BB97D2C1-0427-4644-9B8D-D6F5317D994C}" destId="{ABC41DB4-E3EA-40DA-B52C-FEC915352DBC}" srcOrd="1" destOrd="0" presId="urn:microsoft.com/office/officeart/2008/layout/LinedList"/>
    <dgm:cxn modelId="{2B76CE00-0FAD-4D57-A7AD-D3441F4545FA}" type="presParOf" srcId="{8D51A01C-6948-479B-B805-F8B7FE031CFA}" destId="{A8E98079-39BC-42AE-BEDE-C16FD987D3F7}" srcOrd="2" destOrd="0" presId="urn:microsoft.com/office/officeart/2008/layout/LinedList"/>
    <dgm:cxn modelId="{C64D2656-CE1F-43AC-9928-4762991C7FA1}" type="presParOf" srcId="{8D51A01C-6948-479B-B805-F8B7FE031CFA}" destId="{0FBA8EA6-8C0D-4843-ACDA-8DDBD4F1B370}" srcOrd="3" destOrd="0" presId="urn:microsoft.com/office/officeart/2008/layout/LinedList"/>
    <dgm:cxn modelId="{097FBC6C-D556-456E-BDB2-C0D02F4AAAE1}" type="presParOf" srcId="{0FBA8EA6-8C0D-4843-ACDA-8DDBD4F1B370}" destId="{B2FAA0F6-2971-4B6D-A65B-D59E0586DE86}" srcOrd="0" destOrd="0" presId="urn:microsoft.com/office/officeart/2008/layout/LinedList"/>
    <dgm:cxn modelId="{C947839F-5A1B-4270-8D32-40448F2EA3E8}" type="presParOf" srcId="{0FBA8EA6-8C0D-4843-ACDA-8DDBD4F1B370}" destId="{9B6A964D-7206-49D1-8A28-12D1F24781FB}"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B352BBA-696E-49AD-8E4B-A2DB13D1BB4E}" type="doc">
      <dgm:prSet loTypeId="urn:microsoft.com/office/officeart/2018/2/layout/IconCircleList" loCatId="icon" qsTypeId="urn:microsoft.com/office/officeart/2005/8/quickstyle/simple1" qsCatId="simple" csTypeId="urn:microsoft.com/office/officeart/2005/8/colors/colorful5" csCatId="colorful" phldr="1"/>
      <dgm:spPr/>
      <dgm:t>
        <a:bodyPr/>
        <a:lstStyle/>
        <a:p>
          <a:endParaRPr lang="en-US"/>
        </a:p>
      </dgm:t>
    </dgm:pt>
    <dgm:pt modelId="{72681AA3-C977-4C5A-8544-C590B5239933}">
      <dgm:prSet/>
      <dgm:spPr/>
      <dgm:t>
        <a:bodyPr/>
        <a:lstStyle/>
        <a:p>
          <a:pPr>
            <a:lnSpc>
              <a:spcPct val="100000"/>
            </a:lnSpc>
          </a:pPr>
          <a:r>
            <a:rPr lang="en-US" b="1"/>
            <a:t>Scale</a:t>
          </a:r>
          <a:r>
            <a:rPr lang="en-US"/>
            <a:t> node count (manually or with cluster autoscaler rules per pool).</a:t>
          </a:r>
        </a:p>
      </dgm:t>
    </dgm:pt>
    <dgm:pt modelId="{42666404-442E-40AD-ADDE-A808E5EA0BAC}" type="parTrans" cxnId="{07DA7A2C-4762-48F9-8CC8-488280506377}">
      <dgm:prSet/>
      <dgm:spPr/>
      <dgm:t>
        <a:bodyPr/>
        <a:lstStyle/>
        <a:p>
          <a:endParaRPr lang="en-US"/>
        </a:p>
      </dgm:t>
    </dgm:pt>
    <dgm:pt modelId="{955EDEE2-114D-4523-B3E9-E8282A4A349F}" type="sibTrans" cxnId="{07DA7A2C-4762-48F9-8CC8-488280506377}">
      <dgm:prSet/>
      <dgm:spPr/>
      <dgm:t>
        <a:bodyPr/>
        <a:lstStyle/>
        <a:p>
          <a:pPr>
            <a:lnSpc>
              <a:spcPct val="100000"/>
            </a:lnSpc>
          </a:pPr>
          <a:endParaRPr lang="en-US"/>
        </a:p>
      </dgm:t>
    </dgm:pt>
    <dgm:pt modelId="{78EE957A-9433-4491-8A77-9DEFF45E5C17}">
      <dgm:prSet/>
      <dgm:spPr/>
      <dgm:t>
        <a:bodyPr/>
        <a:lstStyle/>
        <a:p>
          <a:pPr>
            <a:lnSpc>
              <a:spcPct val="100000"/>
            </a:lnSpc>
          </a:pPr>
          <a:r>
            <a:rPr lang="en-US" b="1"/>
            <a:t>Upgrade</a:t>
          </a:r>
          <a:r>
            <a:rPr lang="en-US"/>
            <a:t> nodes in a controlled way (rolling upgrades, surge settings, drain/soak behavior).</a:t>
          </a:r>
        </a:p>
      </dgm:t>
    </dgm:pt>
    <dgm:pt modelId="{4D0D8B4C-E5D9-466F-B5E0-C32381AEF9AD}" type="parTrans" cxnId="{9084E3E7-485B-4547-80C9-628363F39FFA}">
      <dgm:prSet/>
      <dgm:spPr/>
      <dgm:t>
        <a:bodyPr/>
        <a:lstStyle/>
        <a:p>
          <a:endParaRPr lang="en-US"/>
        </a:p>
      </dgm:t>
    </dgm:pt>
    <dgm:pt modelId="{B4041E72-98C8-4953-A0C6-B905BC062A90}" type="sibTrans" cxnId="{9084E3E7-485B-4547-80C9-628363F39FFA}">
      <dgm:prSet/>
      <dgm:spPr/>
      <dgm:t>
        <a:bodyPr/>
        <a:lstStyle/>
        <a:p>
          <a:pPr>
            <a:lnSpc>
              <a:spcPct val="100000"/>
            </a:lnSpc>
          </a:pPr>
          <a:endParaRPr lang="en-US"/>
        </a:p>
      </dgm:t>
    </dgm:pt>
    <dgm:pt modelId="{6720E7A8-F8D3-4853-AE35-F2DFC39C0835}">
      <dgm:prSet/>
      <dgm:spPr/>
      <dgm:t>
        <a:bodyPr/>
        <a:lstStyle/>
        <a:p>
          <a:pPr>
            <a:lnSpc>
              <a:spcPct val="100000"/>
            </a:lnSpc>
          </a:pPr>
          <a:r>
            <a:rPr lang="en-US" b="1"/>
            <a:t>Isolate workloads</a:t>
          </a:r>
          <a:r>
            <a:rPr lang="en-US"/>
            <a:t> using </a:t>
          </a:r>
          <a:r>
            <a:rPr lang="en-US" b="1"/>
            <a:t>labels/taints</a:t>
          </a:r>
          <a:r>
            <a:rPr lang="en-US"/>
            <a:t> (e.g., dedicated pools for system, ingress, batch, GPU, Windows, etc.).</a:t>
          </a:r>
        </a:p>
      </dgm:t>
    </dgm:pt>
    <dgm:pt modelId="{4FAB36D1-359B-4293-856C-C123A880502B}" type="parTrans" cxnId="{0CBFFE55-7360-420F-AC93-342D5F98EDE4}">
      <dgm:prSet/>
      <dgm:spPr/>
      <dgm:t>
        <a:bodyPr/>
        <a:lstStyle/>
        <a:p>
          <a:endParaRPr lang="en-US"/>
        </a:p>
      </dgm:t>
    </dgm:pt>
    <dgm:pt modelId="{BBDAF71E-80E8-4771-B846-93A9C77D5267}" type="sibTrans" cxnId="{0CBFFE55-7360-420F-AC93-342D5F98EDE4}">
      <dgm:prSet/>
      <dgm:spPr/>
      <dgm:t>
        <a:bodyPr/>
        <a:lstStyle/>
        <a:p>
          <a:pPr>
            <a:lnSpc>
              <a:spcPct val="100000"/>
            </a:lnSpc>
          </a:pPr>
          <a:endParaRPr lang="en-US"/>
        </a:p>
      </dgm:t>
    </dgm:pt>
    <dgm:pt modelId="{0D1BD271-9033-47DE-BF0B-9C96E13B5BF0}">
      <dgm:prSet/>
      <dgm:spPr/>
      <dgm:t>
        <a:bodyPr/>
        <a:lstStyle/>
        <a:p>
          <a:pPr>
            <a:lnSpc>
              <a:spcPct val="100000"/>
            </a:lnSpc>
          </a:pPr>
          <a:r>
            <a:rPr lang="en-US" b="1"/>
            <a:t>Choose OS + image/disk behavior</a:t>
          </a:r>
          <a:r>
            <a:rPr lang="en-US"/>
            <a:t> (Linux/Windows; options like ephemeral OS disks are available when creating/adding pools).</a:t>
          </a:r>
        </a:p>
      </dgm:t>
    </dgm:pt>
    <dgm:pt modelId="{AFC04FC9-8BF3-440C-8B36-20E5BE728661}" type="parTrans" cxnId="{30569C90-BB4B-4508-88EE-8F621AED6E28}">
      <dgm:prSet/>
      <dgm:spPr/>
      <dgm:t>
        <a:bodyPr/>
        <a:lstStyle/>
        <a:p>
          <a:endParaRPr lang="en-US"/>
        </a:p>
      </dgm:t>
    </dgm:pt>
    <dgm:pt modelId="{FBFE8F9B-D916-42DE-A804-26C118A2F599}" type="sibTrans" cxnId="{30569C90-BB4B-4508-88EE-8F621AED6E28}">
      <dgm:prSet/>
      <dgm:spPr/>
      <dgm:t>
        <a:bodyPr/>
        <a:lstStyle/>
        <a:p>
          <a:endParaRPr lang="en-US"/>
        </a:p>
      </dgm:t>
    </dgm:pt>
    <dgm:pt modelId="{B9DDB117-0405-491F-BED1-B520A6203C38}" type="pres">
      <dgm:prSet presAssocID="{AB352BBA-696E-49AD-8E4B-A2DB13D1BB4E}" presName="root" presStyleCnt="0">
        <dgm:presLayoutVars>
          <dgm:dir/>
          <dgm:resizeHandles val="exact"/>
        </dgm:presLayoutVars>
      </dgm:prSet>
      <dgm:spPr/>
    </dgm:pt>
    <dgm:pt modelId="{FDB027FF-707D-4795-8FD5-F541B6DFFB77}" type="pres">
      <dgm:prSet presAssocID="{AB352BBA-696E-49AD-8E4B-A2DB13D1BB4E}" presName="container" presStyleCnt="0">
        <dgm:presLayoutVars>
          <dgm:dir/>
          <dgm:resizeHandles val="exact"/>
        </dgm:presLayoutVars>
      </dgm:prSet>
      <dgm:spPr/>
    </dgm:pt>
    <dgm:pt modelId="{8973155D-44B1-40E4-95A7-8C7C5DC9B75A}" type="pres">
      <dgm:prSet presAssocID="{72681AA3-C977-4C5A-8544-C590B5239933}" presName="compNode" presStyleCnt="0"/>
      <dgm:spPr/>
    </dgm:pt>
    <dgm:pt modelId="{9BA82766-3AC7-4E21-AC5F-48679A53FFC8}" type="pres">
      <dgm:prSet presAssocID="{72681AA3-C977-4C5A-8544-C590B5239933}" presName="iconBgRect" presStyleLbl="bgShp" presStyleIdx="0" presStyleCnt="4"/>
      <dgm:spPr/>
    </dgm:pt>
    <dgm:pt modelId="{406864A5-9B84-4AAE-B03B-23BE60F72BBE}" type="pres">
      <dgm:prSet presAssocID="{72681AA3-C977-4C5A-8544-C590B5239933}"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Flowchart"/>
        </a:ext>
      </dgm:extLst>
    </dgm:pt>
    <dgm:pt modelId="{CAA6E662-C7A1-43B0-BEEC-2F30DB9955C2}" type="pres">
      <dgm:prSet presAssocID="{72681AA3-C977-4C5A-8544-C590B5239933}" presName="spaceRect" presStyleCnt="0"/>
      <dgm:spPr/>
    </dgm:pt>
    <dgm:pt modelId="{EE4DED68-B0EF-45D3-A4EA-B249F55BC885}" type="pres">
      <dgm:prSet presAssocID="{72681AA3-C977-4C5A-8544-C590B5239933}" presName="textRect" presStyleLbl="revTx" presStyleIdx="0" presStyleCnt="4">
        <dgm:presLayoutVars>
          <dgm:chMax val="1"/>
          <dgm:chPref val="1"/>
        </dgm:presLayoutVars>
      </dgm:prSet>
      <dgm:spPr/>
    </dgm:pt>
    <dgm:pt modelId="{011C0F09-BED8-4DD2-96EB-2D1FA682C5B2}" type="pres">
      <dgm:prSet presAssocID="{955EDEE2-114D-4523-B3E9-E8282A4A349F}" presName="sibTrans" presStyleLbl="sibTrans2D1" presStyleIdx="0" presStyleCnt="0"/>
      <dgm:spPr/>
    </dgm:pt>
    <dgm:pt modelId="{FCCE71E5-80A4-443D-B812-527E63059ECA}" type="pres">
      <dgm:prSet presAssocID="{78EE957A-9433-4491-8A77-9DEFF45E5C17}" presName="compNode" presStyleCnt="0"/>
      <dgm:spPr/>
    </dgm:pt>
    <dgm:pt modelId="{B3664408-CE5E-4485-A4D2-C7CAF1766C10}" type="pres">
      <dgm:prSet presAssocID="{78EE957A-9433-4491-8A77-9DEFF45E5C17}" presName="iconBgRect" presStyleLbl="bgShp" presStyleIdx="1" presStyleCnt="4"/>
      <dgm:spPr/>
    </dgm:pt>
    <dgm:pt modelId="{CB62B4C3-EADF-4E71-9F80-2D9F997ABD45}" type="pres">
      <dgm:prSet presAssocID="{78EE957A-9433-4491-8A77-9DEFF45E5C17}"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Disconnected"/>
        </a:ext>
      </dgm:extLst>
    </dgm:pt>
    <dgm:pt modelId="{0C670279-1FA4-4E3F-9754-05FFA4487A7A}" type="pres">
      <dgm:prSet presAssocID="{78EE957A-9433-4491-8A77-9DEFF45E5C17}" presName="spaceRect" presStyleCnt="0"/>
      <dgm:spPr/>
    </dgm:pt>
    <dgm:pt modelId="{7C863D20-ECED-4EBC-9025-E8E581429AD5}" type="pres">
      <dgm:prSet presAssocID="{78EE957A-9433-4491-8A77-9DEFF45E5C17}" presName="textRect" presStyleLbl="revTx" presStyleIdx="1" presStyleCnt="4">
        <dgm:presLayoutVars>
          <dgm:chMax val="1"/>
          <dgm:chPref val="1"/>
        </dgm:presLayoutVars>
      </dgm:prSet>
      <dgm:spPr/>
    </dgm:pt>
    <dgm:pt modelId="{007A25CD-2B06-4397-845F-6B5037E8C9A6}" type="pres">
      <dgm:prSet presAssocID="{B4041E72-98C8-4953-A0C6-B905BC062A90}" presName="sibTrans" presStyleLbl="sibTrans2D1" presStyleIdx="0" presStyleCnt="0"/>
      <dgm:spPr/>
    </dgm:pt>
    <dgm:pt modelId="{A0FCB7A8-9C5F-4078-8C70-96E4A0A1E1D5}" type="pres">
      <dgm:prSet presAssocID="{6720E7A8-F8D3-4853-AE35-F2DFC39C0835}" presName="compNode" presStyleCnt="0"/>
      <dgm:spPr/>
    </dgm:pt>
    <dgm:pt modelId="{4BF23104-0771-47C1-9EAB-29D3628E30AE}" type="pres">
      <dgm:prSet presAssocID="{6720E7A8-F8D3-4853-AE35-F2DFC39C0835}" presName="iconBgRect" presStyleLbl="bgShp" presStyleIdx="2" presStyleCnt="4"/>
      <dgm:spPr/>
    </dgm:pt>
    <dgm:pt modelId="{47EA2422-3E0A-43FE-9606-24C56069C54D}" type="pres">
      <dgm:prSet presAssocID="{6720E7A8-F8D3-4853-AE35-F2DFC39C0835}"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Bee with hive"/>
        </a:ext>
      </dgm:extLst>
    </dgm:pt>
    <dgm:pt modelId="{7514C9DC-896B-4E54-BC40-AAE1851CFE88}" type="pres">
      <dgm:prSet presAssocID="{6720E7A8-F8D3-4853-AE35-F2DFC39C0835}" presName="spaceRect" presStyleCnt="0"/>
      <dgm:spPr/>
    </dgm:pt>
    <dgm:pt modelId="{D7E2F196-2589-497D-9672-F07BEC49C1A0}" type="pres">
      <dgm:prSet presAssocID="{6720E7A8-F8D3-4853-AE35-F2DFC39C0835}" presName="textRect" presStyleLbl="revTx" presStyleIdx="2" presStyleCnt="4">
        <dgm:presLayoutVars>
          <dgm:chMax val="1"/>
          <dgm:chPref val="1"/>
        </dgm:presLayoutVars>
      </dgm:prSet>
      <dgm:spPr/>
    </dgm:pt>
    <dgm:pt modelId="{F65B085E-CCF7-45B9-97CD-9C89A66A1ECF}" type="pres">
      <dgm:prSet presAssocID="{BBDAF71E-80E8-4771-B846-93A9C77D5267}" presName="sibTrans" presStyleLbl="sibTrans2D1" presStyleIdx="0" presStyleCnt="0"/>
      <dgm:spPr/>
    </dgm:pt>
    <dgm:pt modelId="{7D5A9155-D088-4543-80C6-22E29C129795}" type="pres">
      <dgm:prSet presAssocID="{0D1BD271-9033-47DE-BF0B-9C96E13B5BF0}" presName="compNode" presStyleCnt="0"/>
      <dgm:spPr/>
    </dgm:pt>
    <dgm:pt modelId="{8C869BAB-84D6-453E-82AD-AC065E1765BB}" type="pres">
      <dgm:prSet presAssocID="{0D1BD271-9033-47DE-BF0B-9C96E13B5BF0}" presName="iconBgRect" presStyleLbl="bgShp" presStyleIdx="3" presStyleCnt="4"/>
      <dgm:spPr/>
    </dgm:pt>
    <dgm:pt modelId="{0D1C05A6-4923-4C10-AAC8-70436301C0CD}" type="pres">
      <dgm:prSet presAssocID="{0D1BD271-9033-47DE-BF0B-9C96E13B5BF0}"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Disk"/>
        </a:ext>
      </dgm:extLst>
    </dgm:pt>
    <dgm:pt modelId="{5CDB66F0-F0A7-4C46-A056-F19AFD45040A}" type="pres">
      <dgm:prSet presAssocID="{0D1BD271-9033-47DE-BF0B-9C96E13B5BF0}" presName="spaceRect" presStyleCnt="0"/>
      <dgm:spPr/>
    </dgm:pt>
    <dgm:pt modelId="{08579434-F38A-431D-8DA3-F05BFABE528C}" type="pres">
      <dgm:prSet presAssocID="{0D1BD271-9033-47DE-BF0B-9C96E13B5BF0}" presName="textRect" presStyleLbl="revTx" presStyleIdx="3" presStyleCnt="4">
        <dgm:presLayoutVars>
          <dgm:chMax val="1"/>
          <dgm:chPref val="1"/>
        </dgm:presLayoutVars>
      </dgm:prSet>
      <dgm:spPr/>
    </dgm:pt>
  </dgm:ptLst>
  <dgm:cxnLst>
    <dgm:cxn modelId="{7E810609-05DC-4356-B2AF-9422315EB281}" type="presOf" srcId="{72681AA3-C977-4C5A-8544-C590B5239933}" destId="{EE4DED68-B0EF-45D3-A4EA-B249F55BC885}" srcOrd="0" destOrd="0" presId="urn:microsoft.com/office/officeart/2018/2/layout/IconCircleList"/>
    <dgm:cxn modelId="{F9B19219-E0CD-44CE-8514-FCF364469E47}" type="presOf" srcId="{BBDAF71E-80E8-4771-B846-93A9C77D5267}" destId="{F65B085E-CCF7-45B9-97CD-9C89A66A1ECF}" srcOrd="0" destOrd="0" presId="urn:microsoft.com/office/officeart/2018/2/layout/IconCircleList"/>
    <dgm:cxn modelId="{C522461A-D420-4051-B4B3-E9EC7C6606E4}" type="presOf" srcId="{AB352BBA-696E-49AD-8E4B-A2DB13D1BB4E}" destId="{B9DDB117-0405-491F-BED1-B520A6203C38}" srcOrd="0" destOrd="0" presId="urn:microsoft.com/office/officeart/2018/2/layout/IconCircleList"/>
    <dgm:cxn modelId="{07DA7A2C-4762-48F9-8CC8-488280506377}" srcId="{AB352BBA-696E-49AD-8E4B-A2DB13D1BB4E}" destId="{72681AA3-C977-4C5A-8544-C590B5239933}" srcOrd="0" destOrd="0" parTransId="{42666404-442E-40AD-ADDE-A808E5EA0BAC}" sibTransId="{955EDEE2-114D-4523-B3E9-E8282A4A349F}"/>
    <dgm:cxn modelId="{0CBFFE55-7360-420F-AC93-342D5F98EDE4}" srcId="{AB352BBA-696E-49AD-8E4B-A2DB13D1BB4E}" destId="{6720E7A8-F8D3-4853-AE35-F2DFC39C0835}" srcOrd="2" destOrd="0" parTransId="{4FAB36D1-359B-4293-856C-C123A880502B}" sibTransId="{BBDAF71E-80E8-4771-B846-93A9C77D5267}"/>
    <dgm:cxn modelId="{EC374856-DF35-446B-A25B-62473E699FF2}" type="presOf" srcId="{955EDEE2-114D-4523-B3E9-E8282A4A349F}" destId="{011C0F09-BED8-4DD2-96EB-2D1FA682C5B2}" srcOrd="0" destOrd="0" presId="urn:microsoft.com/office/officeart/2018/2/layout/IconCircleList"/>
    <dgm:cxn modelId="{F3BE277F-18A5-41C4-8AE2-89CD5B695028}" type="presOf" srcId="{78EE957A-9433-4491-8A77-9DEFF45E5C17}" destId="{7C863D20-ECED-4EBC-9025-E8E581429AD5}" srcOrd="0" destOrd="0" presId="urn:microsoft.com/office/officeart/2018/2/layout/IconCircleList"/>
    <dgm:cxn modelId="{30569C90-BB4B-4508-88EE-8F621AED6E28}" srcId="{AB352BBA-696E-49AD-8E4B-A2DB13D1BB4E}" destId="{0D1BD271-9033-47DE-BF0B-9C96E13B5BF0}" srcOrd="3" destOrd="0" parTransId="{AFC04FC9-8BF3-440C-8B36-20E5BE728661}" sibTransId="{FBFE8F9B-D916-42DE-A804-26C118A2F599}"/>
    <dgm:cxn modelId="{E27DBCAB-B4F7-4B94-9A9E-BF311B5B2263}" type="presOf" srcId="{0D1BD271-9033-47DE-BF0B-9C96E13B5BF0}" destId="{08579434-F38A-431D-8DA3-F05BFABE528C}" srcOrd="0" destOrd="0" presId="urn:microsoft.com/office/officeart/2018/2/layout/IconCircleList"/>
    <dgm:cxn modelId="{3BBA98D5-26D8-40E6-8A45-B10C8890A9C0}" type="presOf" srcId="{B4041E72-98C8-4953-A0C6-B905BC062A90}" destId="{007A25CD-2B06-4397-845F-6B5037E8C9A6}" srcOrd="0" destOrd="0" presId="urn:microsoft.com/office/officeart/2018/2/layout/IconCircleList"/>
    <dgm:cxn modelId="{9E2A3FD9-11FB-43A9-9D7D-5E1DC845A9ED}" type="presOf" srcId="{6720E7A8-F8D3-4853-AE35-F2DFC39C0835}" destId="{D7E2F196-2589-497D-9672-F07BEC49C1A0}" srcOrd="0" destOrd="0" presId="urn:microsoft.com/office/officeart/2018/2/layout/IconCircleList"/>
    <dgm:cxn modelId="{9084E3E7-485B-4547-80C9-628363F39FFA}" srcId="{AB352BBA-696E-49AD-8E4B-A2DB13D1BB4E}" destId="{78EE957A-9433-4491-8A77-9DEFF45E5C17}" srcOrd="1" destOrd="0" parTransId="{4D0D8B4C-E5D9-466F-B5E0-C32381AEF9AD}" sibTransId="{B4041E72-98C8-4953-A0C6-B905BC062A90}"/>
    <dgm:cxn modelId="{564D9EC5-C13D-4658-9A90-321289FB1BAF}" type="presParOf" srcId="{B9DDB117-0405-491F-BED1-B520A6203C38}" destId="{FDB027FF-707D-4795-8FD5-F541B6DFFB77}" srcOrd="0" destOrd="0" presId="urn:microsoft.com/office/officeart/2018/2/layout/IconCircleList"/>
    <dgm:cxn modelId="{970E095E-8F91-4E8C-9613-C56FF7B05F2A}" type="presParOf" srcId="{FDB027FF-707D-4795-8FD5-F541B6DFFB77}" destId="{8973155D-44B1-40E4-95A7-8C7C5DC9B75A}" srcOrd="0" destOrd="0" presId="urn:microsoft.com/office/officeart/2018/2/layout/IconCircleList"/>
    <dgm:cxn modelId="{5879C193-2418-40DA-A8E7-08A0054A2259}" type="presParOf" srcId="{8973155D-44B1-40E4-95A7-8C7C5DC9B75A}" destId="{9BA82766-3AC7-4E21-AC5F-48679A53FFC8}" srcOrd="0" destOrd="0" presId="urn:microsoft.com/office/officeart/2018/2/layout/IconCircleList"/>
    <dgm:cxn modelId="{56E446E9-66A3-44A3-8D42-BB70C9B08150}" type="presParOf" srcId="{8973155D-44B1-40E4-95A7-8C7C5DC9B75A}" destId="{406864A5-9B84-4AAE-B03B-23BE60F72BBE}" srcOrd="1" destOrd="0" presId="urn:microsoft.com/office/officeart/2018/2/layout/IconCircleList"/>
    <dgm:cxn modelId="{63CE2E3C-5DB6-4DE9-B975-62DD0812D70A}" type="presParOf" srcId="{8973155D-44B1-40E4-95A7-8C7C5DC9B75A}" destId="{CAA6E662-C7A1-43B0-BEEC-2F30DB9955C2}" srcOrd="2" destOrd="0" presId="urn:microsoft.com/office/officeart/2018/2/layout/IconCircleList"/>
    <dgm:cxn modelId="{C65BE03A-C820-413E-B470-8AC9BAA913F8}" type="presParOf" srcId="{8973155D-44B1-40E4-95A7-8C7C5DC9B75A}" destId="{EE4DED68-B0EF-45D3-A4EA-B249F55BC885}" srcOrd="3" destOrd="0" presId="urn:microsoft.com/office/officeart/2018/2/layout/IconCircleList"/>
    <dgm:cxn modelId="{EC9483C9-D8A5-4B99-87BA-B4BF5986DAEB}" type="presParOf" srcId="{FDB027FF-707D-4795-8FD5-F541B6DFFB77}" destId="{011C0F09-BED8-4DD2-96EB-2D1FA682C5B2}" srcOrd="1" destOrd="0" presId="urn:microsoft.com/office/officeart/2018/2/layout/IconCircleList"/>
    <dgm:cxn modelId="{DCC5E8A0-9A0F-4B2E-A70D-380A06944361}" type="presParOf" srcId="{FDB027FF-707D-4795-8FD5-F541B6DFFB77}" destId="{FCCE71E5-80A4-443D-B812-527E63059ECA}" srcOrd="2" destOrd="0" presId="urn:microsoft.com/office/officeart/2018/2/layout/IconCircleList"/>
    <dgm:cxn modelId="{95535422-AF48-4706-80CB-7495492AF394}" type="presParOf" srcId="{FCCE71E5-80A4-443D-B812-527E63059ECA}" destId="{B3664408-CE5E-4485-A4D2-C7CAF1766C10}" srcOrd="0" destOrd="0" presId="urn:microsoft.com/office/officeart/2018/2/layout/IconCircleList"/>
    <dgm:cxn modelId="{62291BF5-3228-482D-9889-85E9B3A56D93}" type="presParOf" srcId="{FCCE71E5-80A4-443D-B812-527E63059ECA}" destId="{CB62B4C3-EADF-4E71-9F80-2D9F997ABD45}" srcOrd="1" destOrd="0" presId="urn:microsoft.com/office/officeart/2018/2/layout/IconCircleList"/>
    <dgm:cxn modelId="{2496F590-4793-42FA-9EB5-11DC3A8047B0}" type="presParOf" srcId="{FCCE71E5-80A4-443D-B812-527E63059ECA}" destId="{0C670279-1FA4-4E3F-9754-05FFA4487A7A}" srcOrd="2" destOrd="0" presId="urn:microsoft.com/office/officeart/2018/2/layout/IconCircleList"/>
    <dgm:cxn modelId="{1DD9B067-CEFE-4E82-8010-AA1C2685446B}" type="presParOf" srcId="{FCCE71E5-80A4-443D-B812-527E63059ECA}" destId="{7C863D20-ECED-4EBC-9025-E8E581429AD5}" srcOrd="3" destOrd="0" presId="urn:microsoft.com/office/officeart/2018/2/layout/IconCircleList"/>
    <dgm:cxn modelId="{AD976BF8-CBC4-47E2-8464-BB7AE002B1C3}" type="presParOf" srcId="{FDB027FF-707D-4795-8FD5-F541B6DFFB77}" destId="{007A25CD-2B06-4397-845F-6B5037E8C9A6}" srcOrd="3" destOrd="0" presId="urn:microsoft.com/office/officeart/2018/2/layout/IconCircleList"/>
    <dgm:cxn modelId="{B4D4D003-877C-4BA5-B043-5921E86D53D5}" type="presParOf" srcId="{FDB027FF-707D-4795-8FD5-F541B6DFFB77}" destId="{A0FCB7A8-9C5F-4078-8C70-96E4A0A1E1D5}" srcOrd="4" destOrd="0" presId="urn:microsoft.com/office/officeart/2018/2/layout/IconCircleList"/>
    <dgm:cxn modelId="{8E400835-1337-458D-B461-556371F9BDD4}" type="presParOf" srcId="{A0FCB7A8-9C5F-4078-8C70-96E4A0A1E1D5}" destId="{4BF23104-0771-47C1-9EAB-29D3628E30AE}" srcOrd="0" destOrd="0" presId="urn:microsoft.com/office/officeart/2018/2/layout/IconCircleList"/>
    <dgm:cxn modelId="{25CCC09B-8D36-4FA7-95F1-0FD72D8C5649}" type="presParOf" srcId="{A0FCB7A8-9C5F-4078-8C70-96E4A0A1E1D5}" destId="{47EA2422-3E0A-43FE-9606-24C56069C54D}" srcOrd="1" destOrd="0" presId="urn:microsoft.com/office/officeart/2018/2/layout/IconCircleList"/>
    <dgm:cxn modelId="{88D6BF25-D084-4423-A3F4-AE11A4047AC6}" type="presParOf" srcId="{A0FCB7A8-9C5F-4078-8C70-96E4A0A1E1D5}" destId="{7514C9DC-896B-4E54-BC40-AAE1851CFE88}" srcOrd="2" destOrd="0" presId="urn:microsoft.com/office/officeart/2018/2/layout/IconCircleList"/>
    <dgm:cxn modelId="{B016EFCA-AD34-4F36-A8E7-94C096DFDC61}" type="presParOf" srcId="{A0FCB7A8-9C5F-4078-8C70-96E4A0A1E1D5}" destId="{D7E2F196-2589-497D-9672-F07BEC49C1A0}" srcOrd="3" destOrd="0" presId="urn:microsoft.com/office/officeart/2018/2/layout/IconCircleList"/>
    <dgm:cxn modelId="{59502660-866A-4756-B5C4-92E993FBBF4A}" type="presParOf" srcId="{FDB027FF-707D-4795-8FD5-F541B6DFFB77}" destId="{F65B085E-CCF7-45B9-97CD-9C89A66A1ECF}" srcOrd="5" destOrd="0" presId="urn:microsoft.com/office/officeart/2018/2/layout/IconCircleList"/>
    <dgm:cxn modelId="{D9F52E16-31B8-413D-AC4F-E387E73C616D}" type="presParOf" srcId="{FDB027FF-707D-4795-8FD5-F541B6DFFB77}" destId="{7D5A9155-D088-4543-80C6-22E29C129795}" srcOrd="6" destOrd="0" presId="urn:microsoft.com/office/officeart/2018/2/layout/IconCircleList"/>
    <dgm:cxn modelId="{7430348E-DCA2-4DFD-9B9E-7A8D77EAC670}" type="presParOf" srcId="{7D5A9155-D088-4543-80C6-22E29C129795}" destId="{8C869BAB-84D6-453E-82AD-AC065E1765BB}" srcOrd="0" destOrd="0" presId="urn:microsoft.com/office/officeart/2018/2/layout/IconCircleList"/>
    <dgm:cxn modelId="{F9D00BD4-A7C9-46F3-BAE5-F3FD2A1DB0CD}" type="presParOf" srcId="{7D5A9155-D088-4543-80C6-22E29C129795}" destId="{0D1C05A6-4923-4C10-AAC8-70436301C0CD}" srcOrd="1" destOrd="0" presId="urn:microsoft.com/office/officeart/2018/2/layout/IconCircleList"/>
    <dgm:cxn modelId="{097ACF9C-444A-4FD4-B431-0CDC6D8994C3}" type="presParOf" srcId="{7D5A9155-D088-4543-80C6-22E29C129795}" destId="{5CDB66F0-F0A7-4C46-A056-F19AFD45040A}" srcOrd="2" destOrd="0" presId="urn:microsoft.com/office/officeart/2018/2/layout/IconCircleList"/>
    <dgm:cxn modelId="{344DB4B2-5565-4343-A67E-6F551FA7A600}" type="presParOf" srcId="{7D5A9155-D088-4543-80C6-22E29C129795}" destId="{08579434-F38A-431D-8DA3-F05BFABE528C}"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DB88A-67BA-4499-91DE-0BEB5956068C}">
      <dsp:nvSpPr>
        <dsp:cNvPr id="0" name=""/>
        <dsp:cNvSpPr/>
      </dsp:nvSpPr>
      <dsp:spPr>
        <a:xfrm>
          <a:off x="0" y="0"/>
          <a:ext cx="6900512"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0B2A6CA-F463-4FEB-A92B-0972F0381157}">
      <dsp:nvSpPr>
        <dsp:cNvPr id="0" name=""/>
        <dsp:cNvSpPr/>
      </dsp:nvSpPr>
      <dsp:spPr>
        <a:xfrm>
          <a:off x="0" y="0"/>
          <a:ext cx="6900512" cy="2768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In </a:t>
          </a:r>
          <a:r>
            <a:rPr lang="en-US" sz="3000" b="1" kern="1200"/>
            <a:t>Azure Kubernetes Service (AKS)</a:t>
          </a:r>
          <a:r>
            <a:rPr lang="en-US" sz="3000" kern="1200"/>
            <a:t>, a </a:t>
          </a:r>
          <a:r>
            <a:rPr lang="en-US" sz="3000" b="1" kern="1200"/>
            <a:t>node pool</a:t>
          </a:r>
          <a:r>
            <a:rPr lang="en-US" sz="3000" kern="1200"/>
            <a:t> is a </a:t>
          </a:r>
          <a:r>
            <a:rPr lang="en-US" sz="3000" b="1" kern="1200"/>
            <a:t>group of worker nodes (VMs) that share the same configuration</a:t>
          </a:r>
          <a:r>
            <a:rPr lang="en-US" sz="3000" kern="1200"/>
            <a:t> (VM size, OS type, disk settings, labels/taints, scaling rules, etc.). </a:t>
          </a:r>
        </a:p>
      </dsp:txBody>
      <dsp:txXfrm>
        <a:off x="0" y="0"/>
        <a:ext cx="6900512" cy="2768070"/>
      </dsp:txXfrm>
    </dsp:sp>
    <dsp:sp modelId="{A8E98079-39BC-42AE-BEDE-C16FD987D3F7}">
      <dsp:nvSpPr>
        <dsp:cNvPr id="0" name=""/>
        <dsp:cNvSpPr/>
      </dsp:nvSpPr>
      <dsp:spPr>
        <a:xfrm>
          <a:off x="0" y="2768070"/>
          <a:ext cx="6900512" cy="0"/>
        </a:xfrm>
        <a:prstGeom prst="line">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2FAA0F6-2971-4B6D-A65B-D59E0586DE86}">
      <dsp:nvSpPr>
        <dsp:cNvPr id="0" name=""/>
        <dsp:cNvSpPr/>
      </dsp:nvSpPr>
      <dsp:spPr>
        <a:xfrm>
          <a:off x="0" y="2768070"/>
          <a:ext cx="6900512" cy="2768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You use node pools to run both </a:t>
          </a:r>
          <a:r>
            <a:rPr lang="en-US" sz="3000" b="1" kern="1200"/>
            <a:t>Kubernetes system components</a:t>
          </a:r>
          <a:r>
            <a:rPr lang="en-US" sz="3000" kern="1200"/>
            <a:t> and </a:t>
          </a:r>
          <a:r>
            <a:rPr lang="en-US" sz="3000" b="1" kern="1200"/>
            <a:t>your workloads</a:t>
          </a:r>
          <a:r>
            <a:rPr lang="en-US" sz="3000" kern="1200"/>
            <a:t>, while managing them as a unit (scale, upgrade, replace).</a:t>
          </a:r>
        </a:p>
      </dsp:txBody>
      <dsp:txXfrm>
        <a:off x="0" y="2768070"/>
        <a:ext cx="6900512" cy="276807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BA82766-3AC7-4E21-AC5F-48679A53FFC8}">
      <dsp:nvSpPr>
        <dsp:cNvPr id="0" name=""/>
        <dsp:cNvSpPr/>
      </dsp:nvSpPr>
      <dsp:spPr>
        <a:xfrm>
          <a:off x="212335" y="302868"/>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6864A5-9B84-4AAE-B03B-23BE60F72BBE}">
      <dsp:nvSpPr>
        <dsp:cNvPr id="0" name=""/>
        <dsp:cNvSpPr/>
      </dsp:nvSpPr>
      <dsp:spPr>
        <a:xfrm>
          <a:off x="492877" y="583410"/>
          <a:ext cx="774830" cy="77483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E4DED68-B0EF-45D3-A4EA-B249F55BC885}">
      <dsp:nvSpPr>
        <dsp:cNvPr id="0" name=""/>
        <dsp:cNvSpPr/>
      </dsp:nvSpPr>
      <dsp:spPr>
        <a:xfrm>
          <a:off x="1834517" y="302868"/>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Scale</a:t>
          </a:r>
          <a:r>
            <a:rPr lang="en-US" sz="1700" kern="1200"/>
            <a:t> node count (manually or with cluster autoscaler rules per pool).</a:t>
          </a:r>
        </a:p>
      </dsp:txBody>
      <dsp:txXfrm>
        <a:off x="1834517" y="302868"/>
        <a:ext cx="3148942" cy="1335915"/>
      </dsp:txXfrm>
    </dsp:sp>
    <dsp:sp modelId="{B3664408-CE5E-4485-A4D2-C7CAF1766C10}">
      <dsp:nvSpPr>
        <dsp:cNvPr id="0" name=""/>
        <dsp:cNvSpPr/>
      </dsp:nvSpPr>
      <dsp:spPr>
        <a:xfrm>
          <a:off x="5532139" y="302868"/>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62B4C3-EADF-4E71-9F80-2D9F997ABD45}">
      <dsp:nvSpPr>
        <dsp:cNvPr id="0" name=""/>
        <dsp:cNvSpPr/>
      </dsp:nvSpPr>
      <dsp:spPr>
        <a:xfrm>
          <a:off x="5812681" y="583410"/>
          <a:ext cx="774830" cy="77483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863D20-ECED-4EBC-9025-E8E581429AD5}">
      <dsp:nvSpPr>
        <dsp:cNvPr id="0" name=""/>
        <dsp:cNvSpPr/>
      </dsp:nvSpPr>
      <dsp:spPr>
        <a:xfrm>
          <a:off x="7154322" y="302868"/>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Upgrade</a:t>
          </a:r>
          <a:r>
            <a:rPr lang="en-US" sz="1700" kern="1200"/>
            <a:t> nodes in a controlled way (rolling upgrades, surge settings, drain/soak behavior).</a:t>
          </a:r>
        </a:p>
      </dsp:txBody>
      <dsp:txXfrm>
        <a:off x="7154322" y="302868"/>
        <a:ext cx="3148942" cy="1335915"/>
      </dsp:txXfrm>
    </dsp:sp>
    <dsp:sp modelId="{4BF23104-0771-47C1-9EAB-29D3628E30AE}">
      <dsp:nvSpPr>
        <dsp:cNvPr id="0" name=""/>
        <dsp:cNvSpPr/>
      </dsp:nvSpPr>
      <dsp:spPr>
        <a:xfrm>
          <a:off x="212335" y="2310092"/>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EA2422-3E0A-43FE-9606-24C56069C54D}">
      <dsp:nvSpPr>
        <dsp:cNvPr id="0" name=""/>
        <dsp:cNvSpPr/>
      </dsp:nvSpPr>
      <dsp:spPr>
        <a:xfrm>
          <a:off x="492877" y="2590634"/>
          <a:ext cx="774830" cy="77483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7E2F196-2589-497D-9672-F07BEC49C1A0}">
      <dsp:nvSpPr>
        <dsp:cNvPr id="0" name=""/>
        <dsp:cNvSpPr/>
      </dsp:nvSpPr>
      <dsp:spPr>
        <a:xfrm>
          <a:off x="1834517" y="231009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Isolate workloads</a:t>
          </a:r>
          <a:r>
            <a:rPr lang="en-US" sz="1700" kern="1200"/>
            <a:t> using </a:t>
          </a:r>
          <a:r>
            <a:rPr lang="en-US" sz="1700" b="1" kern="1200"/>
            <a:t>labels/taints</a:t>
          </a:r>
          <a:r>
            <a:rPr lang="en-US" sz="1700" kern="1200"/>
            <a:t> (e.g., dedicated pools for system, ingress, batch, GPU, Windows, etc.).</a:t>
          </a:r>
        </a:p>
      </dsp:txBody>
      <dsp:txXfrm>
        <a:off x="1834517" y="2310092"/>
        <a:ext cx="3148942" cy="1335915"/>
      </dsp:txXfrm>
    </dsp:sp>
    <dsp:sp modelId="{8C869BAB-84D6-453E-82AD-AC065E1765BB}">
      <dsp:nvSpPr>
        <dsp:cNvPr id="0" name=""/>
        <dsp:cNvSpPr/>
      </dsp:nvSpPr>
      <dsp:spPr>
        <a:xfrm>
          <a:off x="5532139" y="2310092"/>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D1C05A6-4923-4C10-AAC8-70436301C0CD}">
      <dsp:nvSpPr>
        <dsp:cNvPr id="0" name=""/>
        <dsp:cNvSpPr/>
      </dsp:nvSpPr>
      <dsp:spPr>
        <a:xfrm>
          <a:off x="5812681" y="2590634"/>
          <a:ext cx="774830" cy="77483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8579434-F38A-431D-8DA3-F05BFABE528C}">
      <dsp:nvSpPr>
        <dsp:cNvPr id="0" name=""/>
        <dsp:cNvSpPr/>
      </dsp:nvSpPr>
      <dsp:spPr>
        <a:xfrm>
          <a:off x="7154322" y="231009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Choose OS + image/disk behavior</a:t>
          </a:r>
          <a:r>
            <a:rPr lang="en-US" sz="1700" kern="1200"/>
            <a:t> (Linux/Windows; options like ephemeral OS disks are available when creating/adding pools).</a:t>
          </a:r>
        </a:p>
      </dsp:txBody>
      <dsp:txXfrm>
        <a:off x="7154322" y="2310092"/>
        <a:ext cx="3148942" cy="133591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7A376-8521-6577-2D07-990054A88E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01D1AD-C5AE-D5D5-8AEB-3CF00915DA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76218E4-0D79-BDF6-8381-F4230E4C160D}"/>
              </a:ext>
            </a:extLst>
          </p:cNvPr>
          <p:cNvSpPr>
            <a:spLocks noGrp="1"/>
          </p:cNvSpPr>
          <p:nvPr>
            <p:ph type="dt" sz="half" idx="10"/>
          </p:nvPr>
        </p:nvSpPr>
        <p:spPr/>
        <p:txBody>
          <a:bodyPr/>
          <a:lstStyle/>
          <a:p>
            <a:fld id="{B9268321-C9E7-441E-8ECB-F5B48CA38B30}" type="datetimeFigureOut">
              <a:rPr lang="en-US" smtClean="0"/>
              <a:t>1/16/2026</a:t>
            </a:fld>
            <a:endParaRPr lang="en-US"/>
          </a:p>
        </p:txBody>
      </p:sp>
      <p:sp>
        <p:nvSpPr>
          <p:cNvPr id="5" name="Footer Placeholder 4">
            <a:extLst>
              <a:ext uri="{FF2B5EF4-FFF2-40B4-BE49-F238E27FC236}">
                <a16:creationId xmlns:a16="http://schemas.microsoft.com/office/drawing/2014/main" id="{12E1445C-3C43-0979-3BC3-3C50A37643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28579E-F99E-72F7-92FC-E65D1F06D8D2}"/>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7306686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A3A46-966F-0889-0D6C-46EF223F72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490CF1-7AE8-CB01-72A6-3E5EC146CE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C82178-CB10-3C0D-9F26-FF03AA7D10AA}"/>
              </a:ext>
            </a:extLst>
          </p:cNvPr>
          <p:cNvSpPr>
            <a:spLocks noGrp="1"/>
          </p:cNvSpPr>
          <p:nvPr>
            <p:ph type="dt" sz="half" idx="10"/>
          </p:nvPr>
        </p:nvSpPr>
        <p:spPr/>
        <p:txBody>
          <a:bodyPr/>
          <a:lstStyle/>
          <a:p>
            <a:fld id="{B9268321-C9E7-441E-8ECB-F5B48CA38B30}" type="datetimeFigureOut">
              <a:rPr lang="en-US" smtClean="0"/>
              <a:t>1/16/2026</a:t>
            </a:fld>
            <a:endParaRPr lang="en-US"/>
          </a:p>
        </p:txBody>
      </p:sp>
      <p:sp>
        <p:nvSpPr>
          <p:cNvPr id="5" name="Footer Placeholder 4">
            <a:extLst>
              <a:ext uri="{FF2B5EF4-FFF2-40B4-BE49-F238E27FC236}">
                <a16:creationId xmlns:a16="http://schemas.microsoft.com/office/drawing/2014/main" id="{F606E56D-AAF0-53B1-2EB3-2B05DB7BE5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A8C5A6-8A41-BFE5-5181-AD86B0150CF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41543201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74A1F-F392-185D-224B-A830DD235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7E378F9-DE95-A055-2AC6-E7157142E7D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963784-AC7B-9035-BD5F-CA457D8DE724}"/>
              </a:ext>
            </a:extLst>
          </p:cNvPr>
          <p:cNvSpPr>
            <a:spLocks noGrp="1"/>
          </p:cNvSpPr>
          <p:nvPr>
            <p:ph type="dt" sz="half" idx="10"/>
          </p:nvPr>
        </p:nvSpPr>
        <p:spPr/>
        <p:txBody>
          <a:bodyPr/>
          <a:lstStyle/>
          <a:p>
            <a:fld id="{B9268321-C9E7-441E-8ECB-F5B48CA38B30}" type="datetimeFigureOut">
              <a:rPr lang="en-US" smtClean="0"/>
              <a:t>1/16/2026</a:t>
            </a:fld>
            <a:endParaRPr lang="en-US"/>
          </a:p>
        </p:txBody>
      </p:sp>
      <p:sp>
        <p:nvSpPr>
          <p:cNvPr id="5" name="Footer Placeholder 4">
            <a:extLst>
              <a:ext uri="{FF2B5EF4-FFF2-40B4-BE49-F238E27FC236}">
                <a16:creationId xmlns:a16="http://schemas.microsoft.com/office/drawing/2014/main" id="{A2E98C38-8659-E5D3-AA01-9DBE632E3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2600AF-5C3D-1998-F8D6-2A1AD019587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3957394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0FF7E-5293-08F1-D9A1-3A1680CEEC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26F6F1-FDCC-6B3B-E060-DBA64E0B8A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695A3E-2804-E8CE-36A7-16F0D67A023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552C1A7-880C-CD35-6519-B44C1C001F65}"/>
              </a:ext>
            </a:extLst>
          </p:cNvPr>
          <p:cNvSpPr>
            <a:spLocks noGrp="1"/>
          </p:cNvSpPr>
          <p:nvPr>
            <p:ph type="dt" sz="half" idx="10"/>
          </p:nvPr>
        </p:nvSpPr>
        <p:spPr/>
        <p:txBody>
          <a:bodyPr/>
          <a:lstStyle/>
          <a:p>
            <a:fld id="{B9268321-C9E7-441E-8ECB-F5B48CA38B30}" type="datetimeFigureOut">
              <a:rPr lang="en-US" smtClean="0"/>
              <a:t>1/16/2026</a:t>
            </a:fld>
            <a:endParaRPr lang="en-US"/>
          </a:p>
        </p:txBody>
      </p:sp>
      <p:sp>
        <p:nvSpPr>
          <p:cNvPr id="6" name="Footer Placeholder 5">
            <a:extLst>
              <a:ext uri="{FF2B5EF4-FFF2-40B4-BE49-F238E27FC236}">
                <a16:creationId xmlns:a16="http://schemas.microsoft.com/office/drawing/2014/main" id="{1787389A-7BA7-00F2-9F0C-3FF625C376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E9FFEB-E07F-475A-DC43-D784B049344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0543373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5AF15-66DF-0200-BF84-20E7FCAE16A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1C9DF7-FFE2-ACA5-598F-2E8D05F024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1AC6B-6EB4-8880-6CF2-B757060F06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F57C6A-70C4-5D49-7AA6-6162923068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2BEDBF-9DCC-3C70-9011-CC3E8927C1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2DCA26-C658-60E2-1424-45272CAB1A0C}"/>
              </a:ext>
            </a:extLst>
          </p:cNvPr>
          <p:cNvSpPr>
            <a:spLocks noGrp="1"/>
          </p:cNvSpPr>
          <p:nvPr>
            <p:ph type="dt" sz="half" idx="10"/>
          </p:nvPr>
        </p:nvSpPr>
        <p:spPr/>
        <p:txBody>
          <a:bodyPr/>
          <a:lstStyle/>
          <a:p>
            <a:fld id="{B9268321-C9E7-441E-8ECB-F5B48CA38B30}" type="datetimeFigureOut">
              <a:rPr lang="en-US" smtClean="0"/>
              <a:t>1/16/2026</a:t>
            </a:fld>
            <a:endParaRPr lang="en-US"/>
          </a:p>
        </p:txBody>
      </p:sp>
      <p:sp>
        <p:nvSpPr>
          <p:cNvPr id="8" name="Footer Placeholder 7">
            <a:extLst>
              <a:ext uri="{FF2B5EF4-FFF2-40B4-BE49-F238E27FC236}">
                <a16:creationId xmlns:a16="http://schemas.microsoft.com/office/drawing/2014/main" id="{EDDD7996-8661-7137-DBB1-48A6E8A73D1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4E27E70-8897-E13C-10F1-24FFB6B1B6F5}"/>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2551290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3E71C0-5D8F-1D28-606D-4024F95F39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450D43-A793-90E4-6A35-09A203BFF80D}"/>
              </a:ext>
            </a:extLst>
          </p:cNvPr>
          <p:cNvSpPr>
            <a:spLocks noGrp="1"/>
          </p:cNvSpPr>
          <p:nvPr>
            <p:ph type="dt" sz="half" idx="10"/>
          </p:nvPr>
        </p:nvSpPr>
        <p:spPr/>
        <p:txBody>
          <a:bodyPr/>
          <a:lstStyle/>
          <a:p>
            <a:fld id="{B9268321-C9E7-441E-8ECB-F5B48CA38B30}" type="datetimeFigureOut">
              <a:rPr lang="en-US" smtClean="0"/>
              <a:t>1/16/2026</a:t>
            </a:fld>
            <a:endParaRPr lang="en-US"/>
          </a:p>
        </p:txBody>
      </p:sp>
      <p:sp>
        <p:nvSpPr>
          <p:cNvPr id="4" name="Footer Placeholder 3">
            <a:extLst>
              <a:ext uri="{FF2B5EF4-FFF2-40B4-BE49-F238E27FC236}">
                <a16:creationId xmlns:a16="http://schemas.microsoft.com/office/drawing/2014/main" id="{63D43902-4D2D-7893-9F50-76AD330273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0BBF6F-A580-C66C-7FD8-0CD657578728}"/>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5254792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9A4C65-793A-0452-3B22-EF9BAA6ABE5F}"/>
              </a:ext>
            </a:extLst>
          </p:cNvPr>
          <p:cNvSpPr>
            <a:spLocks noGrp="1"/>
          </p:cNvSpPr>
          <p:nvPr>
            <p:ph type="dt" sz="half" idx="10"/>
          </p:nvPr>
        </p:nvSpPr>
        <p:spPr/>
        <p:txBody>
          <a:bodyPr/>
          <a:lstStyle/>
          <a:p>
            <a:fld id="{B9268321-C9E7-441E-8ECB-F5B48CA38B30}" type="datetimeFigureOut">
              <a:rPr lang="en-US" smtClean="0"/>
              <a:t>1/16/2026</a:t>
            </a:fld>
            <a:endParaRPr lang="en-US"/>
          </a:p>
        </p:txBody>
      </p:sp>
      <p:sp>
        <p:nvSpPr>
          <p:cNvPr id="3" name="Footer Placeholder 2">
            <a:extLst>
              <a:ext uri="{FF2B5EF4-FFF2-40B4-BE49-F238E27FC236}">
                <a16:creationId xmlns:a16="http://schemas.microsoft.com/office/drawing/2014/main" id="{21B1979F-ACA8-3AB5-9C5B-FFA463C1DF6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1B4F9D8-209E-4082-0939-7461D157A06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30638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90A0C-21B5-5B1E-1A71-72C64E1C55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A010992-4A91-CA9A-6790-69C97B74CF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D8F628-8009-4622-AD04-87974ADF90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09F7B8-21E1-FDBD-DF34-35B77CC99023}"/>
              </a:ext>
            </a:extLst>
          </p:cNvPr>
          <p:cNvSpPr>
            <a:spLocks noGrp="1"/>
          </p:cNvSpPr>
          <p:nvPr>
            <p:ph type="dt" sz="half" idx="10"/>
          </p:nvPr>
        </p:nvSpPr>
        <p:spPr/>
        <p:txBody>
          <a:bodyPr/>
          <a:lstStyle/>
          <a:p>
            <a:fld id="{B9268321-C9E7-441E-8ECB-F5B48CA38B30}" type="datetimeFigureOut">
              <a:rPr lang="en-US" smtClean="0"/>
              <a:t>1/16/2026</a:t>
            </a:fld>
            <a:endParaRPr lang="en-US"/>
          </a:p>
        </p:txBody>
      </p:sp>
      <p:sp>
        <p:nvSpPr>
          <p:cNvPr id="6" name="Footer Placeholder 5">
            <a:extLst>
              <a:ext uri="{FF2B5EF4-FFF2-40B4-BE49-F238E27FC236}">
                <a16:creationId xmlns:a16="http://schemas.microsoft.com/office/drawing/2014/main" id="{DF8FEC55-0B6B-4ADF-137A-EDE9BBC3C8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617AA9-A09D-95A1-845A-002841584FD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7706432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1A1C2-1457-BA97-E02B-7478A5F75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C5BB29C-956B-CB9A-82C7-D1A75368EA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1E78F4-29DC-15C6-EB91-0CB176A9FD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662D2E-911E-E254-4D20-F879D0105D5A}"/>
              </a:ext>
            </a:extLst>
          </p:cNvPr>
          <p:cNvSpPr>
            <a:spLocks noGrp="1"/>
          </p:cNvSpPr>
          <p:nvPr>
            <p:ph type="dt" sz="half" idx="10"/>
          </p:nvPr>
        </p:nvSpPr>
        <p:spPr/>
        <p:txBody>
          <a:bodyPr/>
          <a:lstStyle/>
          <a:p>
            <a:fld id="{B9268321-C9E7-441E-8ECB-F5B48CA38B30}" type="datetimeFigureOut">
              <a:rPr lang="en-US" smtClean="0"/>
              <a:t>1/16/2026</a:t>
            </a:fld>
            <a:endParaRPr lang="en-US"/>
          </a:p>
        </p:txBody>
      </p:sp>
      <p:sp>
        <p:nvSpPr>
          <p:cNvPr id="6" name="Footer Placeholder 5">
            <a:extLst>
              <a:ext uri="{FF2B5EF4-FFF2-40B4-BE49-F238E27FC236}">
                <a16:creationId xmlns:a16="http://schemas.microsoft.com/office/drawing/2014/main" id="{8A272F32-771C-2443-DCDF-49353E2801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3AD2F7-6465-65FF-9CBC-7F6BF47056E3}"/>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2092705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23E70-A6AC-9EA6-A861-3E9FAA9E70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81546D-E49F-3CBD-23CB-6B06B2C4FF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C91AD8-77DA-E023-CE62-8DB5F66E06B6}"/>
              </a:ext>
            </a:extLst>
          </p:cNvPr>
          <p:cNvSpPr>
            <a:spLocks noGrp="1"/>
          </p:cNvSpPr>
          <p:nvPr>
            <p:ph type="dt" sz="half" idx="10"/>
          </p:nvPr>
        </p:nvSpPr>
        <p:spPr/>
        <p:txBody>
          <a:bodyPr/>
          <a:lstStyle/>
          <a:p>
            <a:fld id="{B9268321-C9E7-441E-8ECB-F5B48CA38B30}" type="datetimeFigureOut">
              <a:rPr lang="en-US" smtClean="0"/>
              <a:t>1/16/2026</a:t>
            </a:fld>
            <a:endParaRPr lang="en-US"/>
          </a:p>
        </p:txBody>
      </p:sp>
      <p:sp>
        <p:nvSpPr>
          <p:cNvPr id="5" name="Footer Placeholder 4">
            <a:extLst>
              <a:ext uri="{FF2B5EF4-FFF2-40B4-BE49-F238E27FC236}">
                <a16:creationId xmlns:a16="http://schemas.microsoft.com/office/drawing/2014/main" id="{3F1C62C2-A50D-B686-F94E-63E71CD7A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8FBBC1-AC3E-2F70-80F3-F31F052F84A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5971295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98C326-4850-1342-F77B-8A9CFA2B50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17BE1D-65FF-135C-6662-09A7BCF03C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94B37-9ED6-9087-1C2A-E654A453F1BD}"/>
              </a:ext>
            </a:extLst>
          </p:cNvPr>
          <p:cNvSpPr>
            <a:spLocks noGrp="1"/>
          </p:cNvSpPr>
          <p:nvPr>
            <p:ph type="dt" sz="half" idx="10"/>
          </p:nvPr>
        </p:nvSpPr>
        <p:spPr/>
        <p:txBody>
          <a:bodyPr/>
          <a:lstStyle/>
          <a:p>
            <a:fld id="{B9268321-C9E7-441E-8ECB-F5B48CA38B30}" type="datetimeFigureOut">
              <a:rPr lang="en-US" smtClean="0"/>
              <a:t>1/16/2026</a:t>
            </a:fld>
            <a:endParaRPr lang="en-US"/>
          </a:p>
        </p:txBody>
      </p:sp>
      <p:sp>
        <p:nvSpPr>
          <p:cNvPr id="5" name="Footer Placeholder 4">
            <a:extLst>
              <a:ext uri="{FF2B5EF4-FFF2-40B4-BE49-F238E27FC236}">
                <a16:creationId xmlns:a16="http://schemas.microsoft.com/office/drawing/2014/main" id="{B67920E9-EEE5-167B-DD70-3972F6A3C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742915-24C5-13A7-5B23-4A192DA2465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2282859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10354D-51EE-E6D6-CC86-FEEF104B17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6925FF8-2273-6FDB-FD37-C132E518F4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2069AE-095C-7EFB-19E6-EB28335555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268321-C9E7-441E-8ECB-F5B48CA38B30}" type="datetimeFigureOut">
              <a:rPr lang="en-US" smtClean="0"/>
              <a:t>1/16/2026</a:t>
            </a:fld>
            <a:endParaRPr lang="en-US"/>
          </a:p>
        </p:txBody>
      </p:sp>
      <p:sp>
        <p:nvSpPr>
          <p:cNvPr id="5" name="Footer Placeholder 4">
            <a:extLst>
              <a:ext uri="{FF2B5EF4-FFF2-40B4-BE49-F238E27FC236}">
                <a16:creationId xmlns:a16="http://schemas.microsoft.com/office/drawing/2014/main" id="{54A3A893-A31D-AEFC-084A-9F7122082C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1753884-7504-3E14-2818-7885D95322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004913-403C-4409-88C9-C8B79CC53BC2}" type="slidenum">
              <a:rPr lang="en-US" smtClean="0"/>
              <a:t>‹#›</a:t>
            </a:fld>
            <a:endParaRPr lang="en-US"/>
          </a:p>
        </p:txBody>
      </p:sp>
    </p:spTree>
    <p:extLst>
      <p:ext uri="{BB962C8B-B14F-4D97-AF65-F5344CB8AC3E}">
        <p14:creationId xmlns:p14="http://schemas.microsoft.com/office/powerpoint/2010/main" val="15504852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kubernetes.io/docs/concepts/overview/working-with-objects/namespaces/#initial-namespaces"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fhbilgen/AKSWorkshop/blob/main/src/01Setup/AKS-Quick-Deploy-Bicep.md" TargetMode="External"/><Relationship Id="rId2" Type="http://schemas.openxmlformats.org/officeDocument/2006/relationships/hyperlink" Target="https://github.com/fhbilgen/AKSWorkshop/blob/main/src/01Setup/AKS-Quick-Deploy-CLI.md" TargetMode="External"/><Relationship Id="rId1" Type="http://schemas.openxmlformats.org/officeDocument/2006/relationships/slideLayout" Target="../slideLayouts/slideLayout2.xml"/><Relationship Id="rId4" Type="http://schemas.openxmlformats.org/officeDocument/2006/relationships/hyperlink" Target="https://github.com/fhbilgen/AKSWorkshop/blob/main/src/01Setup/AKS-Quick-Deploy-Terraform.m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392AE-673E-92C5-303F-25E8450BD96A}"/>
              </a:ext>
            </a:extLst>
          </p:cNvPr>
          <p:cNvSpPr>
            <a:spLocks noGrp="1"/>
          </p:cNvSpPr>
          <p:nvPr>
            <p:ph type="ctrTitle"/>
          </p:nvPr>
        </p:nvSpPr>
        <p:spPr/>
        <p:txBody>
          <a:bodyPr/>
          <a:lstStyle/>
          <a:p>
            <a:r>
              <a:rPr lang="en-US" dirty="0"/>
              <a:t>AKS Workshop</a:t>
            </a:r>
          </a:p>
        </p:txBody>
      </p:sp>
      <p:sp>
        <p:nvSpPr>
          <p:cNvPr id="3" name="Subtitle 2">
            <a:extLst>
              <a:ext uri="{FF2B5EF4-FFF2-40B4-BE49-F238E27FC236}">
                <a16:creationId xmlns:a16="http://schemas.microsoft.com/office/drawing/2014/main" id="{300EBB44-02B4-0E0C-DADA-EC740183DF9D}"/>
              </a:ext>
            </a:extLst>
          </p:cNvPr>
          <p:cNvSpPr>
            <a:spLocks noGrp="1"/>
          </p:cNvSpPr>
          <p:nvPr>
            <p:ph type="subTitle" idx="1"/>
          </p:nvPr>
        </p:nvSpPr>
        <p:spPr/>
        <p:txBody>
          <a:bodyPr/>
          <a:lstStyle/>
          <a:p>
            <a:r>
              <a:rPr lang="en-US" dirty="0"/>
              <a:t>Faik Hakan Bilgen, </a:t>
            </a:r>
          </a:p>
          <a:p>
            <a:r>
              <a:rPr lang="en-US" dirty="0"/>
              <a:t>Sr. CSA, Microsoft</a:t>
            </a:r>
          </a:p>
        </p:txBody>
      </p:sp>
    </p:spTree>
    <p:extLst>
      <p:ext uri="{BB962C8B-B14F-4D97-AF65-F5344CB8AC3E}">
        <p14:creationId xmlns:p14="http://schemas.microsoft.com/office/powerpoint/2010/main" val="17852838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8" name="Freeform: Shape 27">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9" name="Freeform: Shape 28">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7ABDE96-608C-110E-E9D1-C9B7D2B49B6F}"/>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Introduction to AKS</a:t>
            </a:r>
          </a:p>
        </p:txBody>
      </p:sp>
      <p:sp>
        <p:nvSpPr>
          <p:cNvPr id="30" name="Rectangle 29">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296840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8103C54-94F3-CD0A-69BC-C34C633AB21B}"/>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5000" kern="1200">
                <a:solidFill>
                  <a:schemeClr val="tx1"/>
                </a:solidFill>
                <a:latin typeface="+mj-lt"/>
                <a:ea typeface="+mj-ea"/>
                <a:cs typeface="+mj-cs"/>
              </a:rPr>
              <a:t>Azure Kubernetes Service (AKS)</a:t>
            </a:r>
          </a:p>
        </p:txBody>
      </p:sp>
      <p:sp>
        <p:nvSpPr>
          <p:cNvPr id="8"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8F4CA8F-FF10-AEE3-BC3E-A64F90A2042F}"/>
              </a:ext>
            </a:extLst>
          </p:cNvPr>
          <p:cNvSpPr txBox="1"/>
          <p:nvPr/>
        </p:nvSpPr>
        <p:spPr>
          <a:xfrm>
            <a:off x="630936" y="2660904"/>
            <a:ext cx="4818888" cy="3547872"/>
          </a:xfrm>
          <a:prstGeom prst="rect">
            <a:avLst/>
          </a:prstGeom>
        </p:spPr>
        <p:txBody>
          <a:bodyPr vert="horz" lIns="91440" tIns="45720" rIns="91440" bIns="45720" rtlCol="0" anchor="t">
            <a:normAutofit/>
          </a:bodyPr>
          <a:lstStyle/>
          <a:p>
            <a:pPr indent="-228600">
              <a:lnSpc>
                <a:spcPct val="90000"/>
              </a:lnSpc>
              <a:spcBef>
                <a:spcPts val="600"/>
              </a:spcBef>
              <a:spcAft>
                <a:spcPts val="600"/>
              </a:spcAft>
              <a:buFont typeface="Arial" panose="020B0604020202020204" pitchFamily="34" charset="0"/>
              <a:buChar char="•"/>
            </a:pPr>
            <a:r>
              <a:rPr lang="en-US" sz="1200"/>
              <a:t>AKS reduces the complexity and operational overhead of managing </a:t>
            </a:r>
          </a:p>
          <a:p>
            <a:pPr indent="-228600">
              <a:lnSpc>
                <a:spcPct val="90000"/>
              </a:lnSpc>
              <a:spcBef>
                <a:spcPts val="600"/>
              </a:spcBef>
              <a:spcAft>
                <a:spcPts val="600"/>
              </a:spcAft>
              <a:buFont typeface="Arial" panose="020B0604020202020204" pitchFamily="34" charset="0"/>
              <a:buChar char="•"/>
            </a:pPr>
            <a:r>
              <a:rPr lang="en-US" sz="1200"/>
              <a:t>Kubernetes by offloading much of that responsibility to Azure. </a:t>
            </a:r>
          </a:p>
          <a:p>
            <a:pPr indent="-228600">
              <a:lnSpc>
                <a:spcPct val="90000"/>
              </a:lnSpc>
              <a:spcBef>
                <a:spcPts val="600"/>
              </a:spcBef>
              <a:spcAft>
                <a:spcPts val="600"/>
              </a:spcAft>
              <a:buFont typeface="Arial" panose="020B0604020202020204" pitchFamily="34" charset="0"/>
              <a:buChar char="•"/>
            </a:pPr>
            <a:endParaRPr lang="en-US" sz="1200"/>
          </a:p>
          <a:p>
            <a:pPr indent="-228600">
              <a:lnSpc>
                <a:spcPct val="90000"/>
              </a:lnSpc>
              <a:spcBef>
                <a:spcPts val="600"/>
              </a:spcBef>
              <a:spcAft>
                <a:spcPts val="600"/>
              </a:spcAft>
              <a:buFont typeface="Arial" panose="020B0604020202020204" pitchFamily="34" charset="0"/>
              <a:buChar char="•"/>
            </a:pPr>
            <a:r>
              <a:rPr lang="en-US" sz="1200"/>
              <a:t>Azure Kubernetes Service (AKS) is a managed Kubernetes service </a:t>
            </a:r>
          </a:p>
          <a:p>
            <a:pPr indent="-228600">
              <a:lnSpc>
                <a:spcPct val="90000"/>
              </a:lnSpc>
              <a:spcBef>
                <a:spcPts val="600"/>
              </a:spcBef>
              <a:spcAft>
                <a:spcPts val="600"/>
              </a:spcAft>
              <a:buFont typeface="Arial" panose="020B0604020202020204" pitchFamily="34" charset="0"/>
              <a:buChar char="•"/>
            </a:pPr>
            <a:r>
              <a:rPr lang="en-US" sz="1200"/>
              <a:t>that you can use to deploy and manage  containerized applications </a:t>
            </a:r>
          </a:p>
          <a:p>
            <a:pPr indent="-228600">
              <a:lnSpc>
                <a:spcPct val="90000"/>
              </a:lnSpc>
              <a:spcBef>
                <a:spcPts val="600"/>
              </a:spcBef>
              <a:spcAft>
                <a:spcPts val="600"/>
              </a:spcAft>
              <a:buFont typeface="Arial" panose="020B0604020202020204" pitchFamily="34" charset="0"/>
              <a:buChar char="•"/>
            </a:pPr>
            <a:r>
              <a:rPr lang="en-US" sz="1200"/>
              <a:t>that require high availability, scalability, and portability, and </a:t>
            </a:r>
          </a:p>
          <a:p>
            <a:pPr indent="-228600">
              <a:lnSpc>
                <a:spcPct val="90000"/>
              </a:lnSpc>
              <a:spcBef>
                <a:spcPts val="600"/>
              </a:spcBef>
              <a:spcAft>
                <a:spcPts val="600"/>
              </a:spcAft>
              <a:buFont typeface="Arial" panose="020B0604020202020204" pitchFamily="34" charset="0"/>
              <a:buChar char="•"/>
            </a:pPr>
            <a:r>
              <a:rPr lang="en-US" sz="1200"/>
              <a:t>for deploying applications to multiple regions, </a:t>
            </a:r>
          </a:p>
          <a:p>
            <a:pPr indent="-228600">
              <a:lnSpc>
                <a:spcPct val="90000"/>
              </a:lnSpc>
              <a:spcBef>
                <a:spcPts val="600"/>
              </a:spcBef>
              <a:spcAft>
                <a:spcPts val="600"/>
              </a:spcAft>
              <a:buFont typeface="Arial" panose="020B0604020202020204" pitchFamily="34" charset="0"/>
              <a:buChar char="•"/>
            </a:pPr>
            <a:r>
              <a:rPr lang="en-US" sz="1200"/>
              <a:t>using open-source tools and integrating with existing DevOps tools.</a:t>
            </a:r>
          </a:p>
        </p:txBody>
      </p:sp>
      <p:pic>
        <p:nvPicPr>
          <p:cNvPr id="4" name="Picture 3" descr="AKS overview graphic">
            <a:extLst>
              <a:ext uri="{FF2B5EF4-FFF2-40B4-BE49-F238E27FC236}">
                <a16:creationId xmlns:a16="http://schemas.microsoft.com/office/drawing/2014/main" id="{943FE01B-8082-F704-5AE6-D2031BBC33F3}"/>
              </a:ext>
            </a:extLst>
          </p:cNvPr>
          <p:cNvPicPr>
            <a:picLocks noChangeAspect="1"/>
          </p:cNvPicPr>
          <p:nvPr/>
        </p:nvPicPr>
        <p:blipFill>
          <a:blip r:embed="rId2"/>
          <a:stretch>
            <a:fillRect/>
          </a:stretch>
        </p:blipFill>
        <p:spPr>
          <a:xfrm>
            <a:off x="6099048" y="1613892"/>
            <a:ext cx="5458968" cy="3630215"/>
          </a:xfrm>
          <a:prstGeom prst="rect">
            <a:avLst/>
          </a:prstGeom>
        </p:spPr>
      </p:pic>
    </p:spTree>
    <p:extLst>
      <p:ext uri="{BB962C8B-B14F-4D97-AF65-F5344CB8AC3E}">
        <p14:creationId xmlns:p14="http://schemas.microsoft.com/office/powerpoint/2010/main" val="383453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D35B77F-8050-25C5-75A7-D5FCF5C319E3}"/>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Container Solutions in Azure</a:t>
            </a:r>
          </a:p>
        </p:txBody>
      </p:sp>
      <p:sp>
        <p:nvSpPr>
          <p:cNvPr id="16"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33A0C392-C3D3-2A72-515E-9DE3E1619817}"/>
              </a:ext>
            </a:extLst>
          </p:cNvPr>
          <p:cNvGraphicFramePr>
            <a:graphicFrameLocks noGrp="1"/>
          </p:cNvGraphicFramePr>
          <p:nvPr>
            <p:extLst>
              <p:ext uri="{D42A27DB-BD31-4B8C-83A1-F6EECF244321}">
                <p14:modId xmlns:p14="http://schemas.microsoft.com/office/powerpoint/2010/main" val="3507847719"/>
              </p:ext>
            </p:extLst>
          </p:nvPr>
        </p:nvGraphicFramePr>
        <p:xfrm>
          <a:off x="411068" y="2754889"/>
          <a:ext cx="11366817" cy="3343524"/>
        </p:xfrm>
        <a:graphic>
          <a:graphicData uri="http://schemas.openxmlformats.org/drawingml/2006/table">
            <a:tbl>
              <a:tblPr/>
              <a:tblGrid>
                <a:gridCol w="5209489">
                  <a:extLst>
                    <a:ext uri="{9D8B030D-6E8A-4147-A177-3AD203B41FA5}">
                      <a16:colId xmlns:a16="http://schemas.microsoft.com/office/drawing/2014/main" val="1321913779"/>
                    </a:ext>
                  </a:extLst>
                </a:gridCol>
                <a:gridCol w="6157328">
                  <a:extLst>
                    <a:ext uri="{9D8B030D-6E8A-4147-A177-3AD203B41FA5}">
                      <a16:colId xmlns:a16="http://schemas.microsoft.com/office/drawing/2014/main" val="1008314529"/>
                    </a:ext>
                  </a:extLst>
                </a:gridCol>
              </a:tblGrid>
              <a:tr h="557254">
                <a:tc>
                  <a:txBody>
                    <a:bodyPr/>
                    <a:lstStyle/>
                    <a:p>
                      <a:pPr algn="l" fontAlgn="b">
                        <a:buNone/>
                      </a:pPr>
                      <a:r>
                        <a:rPr lang="en-US" sz="3300" b="1" i="0" u="none" strike="noStrike">
                          <a:solidFill>
                            <a:srgbClr val="000000"/>
                          </a:solidFill>
                          <a:effectLst/>
                          <a:latin typeface="Aptos Narrow" panose="020B0004020202020204" pitchFamily="34" charset="0"/>
                        </a:rPr>
                        <a:t>Container solution</a:t>
                      </a:r>
                    </a:p>
                  </a:txBody>
                  <a:tcPr marL="11226" marR="11226" marT="11226" marB="0" anchor="b">
                    <a:lnL>
                      <a:noFill/>
                    </a:lnL>
                    <a:lnR>
                      <a:noFill/>
                    </a:lnR>
                    <a:lnT>
                      <a:noFill/>
                    </a:lnT>
                    <a:lnB>
                      <a:noFill/>
                    </a:lnB>
                    <a:noFill/>
                  </a:tcPr>
                </a:tc>
                <a:tc>
                  <a:txBody>
                    <a:bodyPr/>
                    <a:lstStyle/>
                    <a:p>
                      <a:pPr algn="l" fontAlgn="b">
                        <a:buNone/>
                      </a:pPr>
                      <a:r>
                        <a:rPr lang="en-US" sz="3300" b="1" i="0" u="none" strike="noStrike">
                          <a:solidFill>
                            <a:srgbClr val="000000"/>
                          </a:solidFill>
                          <a:effectLst/>
                          <a:latin typeface="Aptos Narrow" panose="020B0004020202020204" pitchFamily="34" charset="0"/>
                        </a:rPr>
                        <a:t>Resource type</a:t>
                      </a:r>
                    </a:p>
                  </a:txBody>
                  <a:tcPr marL="11226" marR="11226" marT="11226" marB="0" anchor="b">
                    <a:lnL>
                      <a:noFill/>
                    </a:lnL>
                    <a:lnR>
                      <a:noFill/>
                    </a:lnR>
                    <a:lnT>
                      <a:noFill/>
                    </a:lnT>
                    <a:lnB>
                      <a:noFill/>
                    </a:lnB>
                    <a:noFill/>
                  </a:tcPr>
                </a:tc>
                <a:extLst>
                  <a:ext uri="{0D108BD9-81ED-4DB2-BD59-A6C34878D82A}">
                    <a16:rowId xmlns:a16="http://schemas.microsoft.com/office/drawing/2014/main" val="2588305136"/>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Kubernetes Service</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1263908075"/>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Red Hat OpenShift</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2107560591"/>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Arc-enabled Kubernetes</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Unmanaged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4253821266"/>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Container Instances</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Docker container instance</a:t>
                      </a:r>
                    </a:p>
                  </a:txBody>
                  <a:tcPr marL="11226" marR="11226" marT="11226" marB="0" anchor="b">
                    <a:lnL>
                      <a:noFill/>
                    </a:lnL>
                    <a:lnR>
                      <a:noFill/>
                    </a:lnR>
                    <a:lnT>
                      <a:noFill/>
                    </a:lnT>
                    <a:lnB>
                      <a:noFill/>
                    </a:lnB>
                    <a:noFill/>
                  </a:tcPr>
                </a:tc>
                <a:extLst>
                  <a:ext uri="{0D108BD9-81ED-4DB2-BD59-A6C34878D82A}">
                    <a16:rowId xmlns:a16="http://schemas.microsoft.com/office/drawing/2014/main" val="253202851"/>
                  </a:ext>
                </a:extLst>
              </a:tr>
              <a:tr h="557254">
                <a:tc>
                  <a:txBody>
                    <a:bodyPr/>
                    <a:lstStyle/>
                    <a:p>
                      <a:pPr algn="l" fontAlgn="b">
                        <a:buNone/>
                      </a:pPr>
                      <a:r>
                        <a:rPr lang="en-US" sz="3300" b="0" i="0" u="none" strike="noStrike">
                          <a:solidFill>
                            <a:srgbClr val="000000"/>
                          </a:solidFill>
                          <a:effectLst/>
                          <a:latin typeface="Aptos Narrow" panose="020B0004020202020204" pitchFamily="34" charset="0"/>
                        </a:rPr>
                        <a:t>Azure Container Apps</a:t>
                      </a:r>
                    </a:p>
                  </a:txBody>
                  <a:tcPr marL="11226" marR="11226" marT="11226" marB="0" anchor="b">
                    <a:lnL>
                      <a:noFill/>
                    </a:lnL>
                    <a:lnR>
                      <a:noFill/>
                    </a:lnR>
                    <a:lnT>
                      <a:noFill/>
                    </a:lnT>
                    <a:lnB>
                      <a:noFill/>
                    </a:lnB>
                    <a:noFill/>
                  </a:tcPr>
                </a:tc>
                <a:tc>
                  <a:txBody>
                    <a:bodyPr/>
                    <a:lstStyle/>
                    <a:p>
                      <a:pPr algn="l" fontAlgn="b">
                        <a:buNone/>
                      </a:pPr>
                      <a:r>
                        <a:rPr lang="en-US" sz="3300" b="0" i="0" u="none" strike="noStrike">
                          <a:solidFill>
                            <a:srgbClr val="000000"/>
                          </a:solidFill>
                          <a:effectLst/>
                          <a:latin typeface="Aptos Narrow" panose="020B0004020202020204" pitchFamily="34" charset="0"/>
                        </a:rPr>
                        <a:t>Managed Kubernetes</a:t>
                      </a:r>
                    </a:p>
                  </a:txBody>
                  <a:tcPr marL="11226" marR="11226" marT="11226" marB="0" anchor="b">
                    <a:lnL>
                      <a:noFill/>
                    </a:lnL>
                    <a:lnR>
                      <a:noFill/>
                    </a:lnR>
                    <a:lnT>
                      <a:noFill/>
                    </a:lnT>
                    <a:lnB>
                      <a:noFill/>
                    </a:lnB>
                    <a:noFill/>
                  </a:tcPr>
                </a:tc>
                <a:extLst>
                  <a:ext uri="{0D108BD9-81ED-4DB2-BD59-A6C34878D82A}">
                    <a16:rowId xmlns:a16="http://schemas.microsoft.com/office/drawing/2014/main" val="3313392484"/>
                  </a:ext>
                </a:extLst>
              </a:tr>
            </a:tbl>
          </a:graphicData>
        </a:graphic>
      </p:graphicFrame>
    </p:spTree>
    <p:extLst>
      <p:ext uri="{BB962C8B-B14F-4D97-AF65-F5344CB8AC3E}">
        <p14:creationId xmlns:p14="http://schemas.microsoft.com/office/powerpoint/2010/main" val="1738797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7">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5" name="Rectangle 14">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B46E584-4808-01F1-775C-40CECB2E95D6}"/>
              </a:ext>
            </a:extLst>
          </p:cNvPr>
          <p:cNvSpPr>
            <a:spLocks noGrp="1"/>
          </p:cNvSpPr>
          <p:nvPr>
            <p:ph type="title"/>
          </p:nvPr>
        </p:nvSpPr>
        <p:spPr>
          <a:xfrm>
            <a:off x="1115568" y="548640"/>
            <a:ext cx="10168128" cy="1179576"/>
          </a:xfrm>
        </p:spPr>
        <p:txBody>
          <a:bodyPr vert="horz" lIns="91440" tIns="45720" rIns="91440" bIns="45720" rtlCol="0" anchor="ctr">
            <a:normAutofit/>
          </a:bodyPr>
          <a:lstStyle/>
          <a:p>
            <a:r>
              <a:rPr lang="en-US" sz="4000" kern="1200">
                <a:solidFill>
                  <a:schemeClr val="tx1"/>
                </a:solidFill>
                <a:latin typeface="+mj-lt"/>
                <a:ea typeface="+mj-ea"/>
                <a:cs typeface="+mj-cs"/>
              </a:rPr>
              <a:t>Use Cases for AKS</a:t>
            </a:r>
          </a:p>
        </p:txBody>
      </p:sp>
      <p:sp>
        <p:nvSpPr>
          <p:cNvPr id="17" name="Rectangle 16">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TextBox 5">
            <a:extLst>
              <a:ext uri="{FF2B5EF4-FFF2-40B4-BE49-F238E27FC236}">
                <a16:creationId xmlns:a16="http://schemas.microsoft.com/office/drawing/2014/main" id="{13308570-471D-1B6E-AC13-C0EAB77B4E65}"/>
              </a:ext>
            </a:extLst>
          </p:cNvPr>
          <p:cNvSpPr txBox="1"/>
          <p:nvPr/>
        </p:nvSpPr>
        <p:spPr>
          <a:xfrm>
            <a:off x="1115568" y="2481943"/>
            <a:ext cx="10168128" cy="3695020"/>
          </a:xfrm>
          <a:prstGeom prst="rect">
            <a:avLst/>
          </a:prstGeom>
        </p:spPr>
        <p:txBody>
          <a:bodyPr vert="horz" lIns="91440" tIns="45720" rIns="91440" bIns="45720" rtlCol="0">
            <a:normAutofit/>
          </a:bodyPr>
          <a:lstStyle/>
          <a:p>
            <a:pPr indent="-228600">
              <a:lnSpc>
                <a:spcPct val="90000"/>
              </a:lnSpc>
              <a:buFont typeface="Arial" panose="020B0604020202020204" pitchFamily="34" charset="0"/>
              <a:buChar char="•"/>
            </a:pPr>
            <a:r>
              <a:rPr lang="en-US" sz="1400" b="1"/>
              <a:t>Lift and shift to containers with AKS</a:t>
            </a:r>
          </a:p>
          <a:p>
            <a:pPr indent="-228600">
              <a:lnSpc>
                <a:spcPct val="90000"/>
              </a:lnSpc>
              <a:spcAft>
                <a:spcPts val="600"/>
              </a:spcAft>
              <a:buFont typeface="Arial" panose="020B0604020202020204" pitchFamily="34" charset="0"/>
              <a:buChar char="•"/>
            </a:pPr>
            <a:r>
              <a:rPr lang="en-US" sz="1400"/>
              <a:t>Migrate existing applications to containers and run them in a fully managed Kubernetes environment.</a:t>
            </a:r>
          </a:p>
          <a:p>
            <a:pPr indent="-228600">
              <a:lnSpc>
                <a:spcPct val="90000"/>
              </a:lnSpc>
              <a:buFont typeface="Arial" panose="020B0604020202020204" pitchFamily="34" charset="0"/>
              <a:buChar char="•"/>
            </a:pPr>
            <a:r>
              <a:rPr lang="en-US" sz="1400" b="1"/>
              <a:t>Microservices with AKS</a:t>
            </a:r>
          </a:p>
          <a:p>
            <a:pPr indent="-228600">
              <a:lnSpc>
                <a:spcPct val="90000"/>
              </a:lnSpc>
              <a:buFont typeface="Arial" panose="020B0604020202020204" pitchFamily="34" charset="0"/>
              <a:buChar char="•"/>
            </a:pPr>
            <a:r>
              <a:rPr lang="en-US" sz="1400"/>
              <a:t>Simplify the deployment and management of microservices-based applications with streamlined horizontal scaling, </a:t>
            </a:r>
          </a:p>
          <a:p>
            <a:pPr indent="-228600">
              <a:lnSpc>
                <a:spcPct val="90000"/>
              </a:lnSpc>
              <a:spcAft>
                <a:spcPts val="600"/>
              </a:spcAft>
              <a:buFont typeface="Arial" panose="020B0604020202020204" pitchFamily="34" charset="0"/>
              <a:buChar char="•"/>
            </a:pPr>
            <a:r>
              <a:rPr lang="en-US" sz="1400"/>
              <a:t>self-healing, load balancing, and secret management.</a:t>
            </a:r>
          </a:p>
          <a:p>
            <a:pPr indent="-228600">
              <a:lnSpc>
                <a:spcPct val="90000"/>
              </a:lnSpc>
              <a:buFont typeface="Arial" panose="020B0604020202020204" pitchFamily="34" charset="0"/>
              <a:buChar char="•"/>
            </a:pPr>
            <a:r>
              <a:rPr lang="en-US" sz="1400" b="1"/>
              <a:t>Secure DevOps for AKS</a:t>
            </a:r>
          </a:p>
          <a:p>
            <a:pPr indent="-228600">
              <a:lnSpc>
                <a:spcPct val="90000"/>
              </a:lnSpc>
              <a:spcAft>
                <a:spcPts val="600"/>
              </a:spcAft>
              <a:buFont typeface="Arial" panose="020B0604020202020204" pitchFamily="34" charset="0"/>
              <a:buChar char="•"/>
            </a:pPr>
            <a:r>
              <a:rPr lang="en-US" sz="1400"/>
              <a:t>Efficiently balance speed and security by implementing secure DevOps with Kubernetes.</a:t>
            </a:r>
          </a:p>
          <a:p>
            <a:pPr indent="-228600">
              <a:lnSpc>
                <a:spcPct val="90000"/>
              </a:lnSpc>
              <a:buFont typeface="Arial" panose="020B0604020202020204" pitchFamily="34" charset="0"/>
              <a:buChar char="•"/>
            </a:pPr>
            <a:r>
              <a:rPr lang="en-US" sz="1400" b="1"/>
              <a:t>Bursting from AKS with ACI</a:t>
            </a:r>
          </a:p>
          <a:p>
            <a:pPr indent="-228600">
              <a:lnSpc>
                <a:spcPct val="90000"/>
              </a:lnSpc>
              <a:spcAft>
                <a:spcPts val="600"/>
              </a:spcAft>
              <a:buFont typeface="Arial" panose="020B0604020202020204" pitchFamily="34" charset="0"/>
              <a:buChar char="•"/>
            </a:pPr>
            <a:r>
              <a:rPr lang="en-US" sz="1400"/>
              <a:t>Use virtual nodes to provision pods inside ACI that start in seconds and scale to meet demand.</a:t>
            </a:r>
          </a:p>
          <a:p>
            <a:pPr indent="-228600">
              <a:lnSpc>
                <a:spcPct val="90000"/>
              </a:lnSpc>
              <a:buFont typeface="Arial" panose="020B0604020202020204" pitchFamily="34" charset="0"/>
              <a:buChar char="•"/>
            </a:pPr>
            <a:r>
              <a:rPr lang="en-US" sz="1400" b="1"/>
              <a:t>Machine learning model training with AKS</a:t>
            </a:r>
          </a:p>
          <a:p>
            <a:pPr indent="-228600">
              <a:lnSpc>
                <a:spcPct val="90000"/>
              </a:lnSpc>
              <a:spcAft>
                <a:spcPts val="600"/>
              </a:spcAft>
              <a:buFont typeface="Arial" panose="020B0604020202020204" pitchFamily="34" charset="0"/>
              <a:buChar char="•"/>
            </a:pPr>
            <a:r>
              <a:rPr lang="en-US" sz="1400"/>
              <a:t>Train models using large datasets with familiar tools, such as TensorFlow and Kubeflow.</a:t>
            </a:r>
          </a:p>
          <a:p>
            <a:pPr indent="-228600">
              <a:lnSpc>
                <a:spcPct val="90000"/>
              </a:lnSpc>
              <a:buFont typeface="Arial" panose="020B0604020202020204" pitchFamily="34" charset="0"/>
              <a:buChar char="•"/>
            </a:pPr>
            <a:r>
              <a:rPr lang="en-US" sz="1400" b="1"/>
              <a:t>Data streaming with AKS</a:t>
            </a:r>
          </a:p>
          <a:p>
            <a:pPr indent="-228600">
              <a:lnSpc>
                <a:spcPct val="90000"/>
              </a:lnSpc>
              <a:buFont typeface="Arial" panose="020B0604020202020204" pitchFamily="34" charset="0"/>
              <a:buChar char="•"/>
            </a:pPr>
            <a:r>
              <a:rPr lang="en-US" sz="1400"/>
              <a:t>Ingest and process real-time data streams with millions of data points collected via sensors, and </a:t>
            </a:r>
          </a:p>
          <a:p>
            <a:pPr indent="-228600">
              <a:lnSpc>
                <a:spcPct val="90000"/>
              </a:lnSpc>
              <a:spcAft>
                <a:spcPts val="600"/>
              </a:spcAft>
              <a:buFont typeface="Arial" panose="020B0604020202020204" pitchFamily="34" charset="0"/>
              <a:buChar char="•"/>
            </a:pPr>
            <a:r>
              <a:rPr lang="en-US" sz="1400"/>
              <a:t>perform fast analyses and computations to develop insights into complex scenarios.</a:t>
            </a:r>
          </a:p>
          <a:p>
            <a:pPr indent="-228600">
              <a:lnSpc>
                <a:spcPct val="90000"/>
              </a:lnSpc>
              <a:buFont typeface="Arial" panose="020B0604020202020204" pitchFamily="34" charset="0"/>
              <a:buChar char="•"/>
            </a:pPr>
            <a:r>
              <a:rPr lang="en-US" sz="1400" b="1"/>
              <a:t>Using Windows containers on AKS</a:t>
            </a:r>
          </a:p>
          <a:p>
            <a:pPr indent="-228600">
              <a:lnSpc>
                <a:spcPct val="90000"/>
              </a:lnSpc>
              <a:buFont typeface="Arial" panose="020B0604020202020204" pitchFamily="34" charset="0"/>
              <a:buChar char="•"/>
            </a:pPr>
            <a:r>
              <a:rPr lang="en-US" sz="1400"/>
              <a:t>Run Windows Server containers on AKS to modernize your Windows applications and infrastructure.</a:t>
            </a:r>
          </a:p>
        </p:txBody>
      </p:sp>
    </p:spTree>
    <p:extLst>
      <p:ext uri="{BB962C8B-B14F-4D97-AF65-F5344CB8AC3E}">
        <p14:creationId xmlns:p14="http://schemas.microsoft.com/office/powerpoint/2010/main" val="40350113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D5F3E-3274-A4EA-9184-A474AB901BB3}"/>
              </a:ext>
            </a:extLst>
          </p:cNvPr>
          <p:cNvSpPr>
            <a:spLocks noGrp="1"/>
          </p:cNvSpPr>
          <p:nvPr>
            <p:ph type="title"/>
          </p:nvPr>
        </p:nvSpPr>
        <p:spPr>
          <a:xfrm>
            <a:off x="194492" y="178050"/>
            <a:ext cx="10515600" cy="1325563"/>
          </a:xfrm>
        </p:spPr>
        <p:txBody>
          <a:bodyPr/>
          <a:lstStyle/>
          <a:p>
            <a:r>
              <a:rPr lang="en-US" dirty="0"/>
              <a:t>Core AKS Concepts</a:t>
            </a:r>
          </a:p>
        </p:txBody>
      </p:sp>
      <p:pic>
        <p:nvPicPr>
          <p:cNvPr id="3" name="Picture 2" descr="Screenshot that shows Kubernetes control plane and node components.">
            <a:extLst>
              <a:ext uri="{FF2B5EF4-FFF2-40B4-BE49-F238E27FC236}">
                <a16:creationId xmlns:a16="http://schemas.microsoft.com/office/drawing/2014/main" id="{20A97B22-892C-F67C-F7CA-236A3374C462}"/>
              </a:ext>
            </a:extLst>
          </p:cNvPr>
          <p:cNvPicPr>
            <a:picLocks noChangeAspect="1"/>
          </p:cNvPicPr>
          <p:nvPr/>
        </p:nvPicPr>
        <p:blipFill>
          <a:blip r:embed="rId2"/>
          <a:stretch>
            <a:fillRect/>
          </a:stretch>
        </p:blipFill>
        <p:spPr>
          <a:xfrm>
            <a:off x="109331" y="2588353"/>
            <a:ext cx="7354139" cy="2500483"/>
          </a:xfrm>
          <a:prstGeom prst="rect">
            <a:avLst/>
          </a:prstGeom>
        </p:spPr>
      </p:pic>
      <p:graphicFrame>
        <p:nvGraphicFramePr>
          <p:cNvPr id="4" name="Table 3">
            <a:extLst>
              <a:ext uri="{FF2B5EF4-FFF2-40B4-BE49-F238E27FC236}">
                <a16:creationId xmlns:a16="http://schemas.microsoft.com/office/drawing/2014/main" id="{FCC0B21F-3F75-8318-D06A-8F7FA0E4EBDC}"/>
              </a:ext>
            </a:extLst>
          </p:cNvPr>
          <p:cNvGraphicFramePr>
            <a:graphicFrameLocks noGrp="1"/>
          </p:cNvGraphicFramePr>
          <p:nvPr>
            <p:extLst>
              <p:ext uri="{D42A27DB-BD31-4B8C-83A1-F6EECF244321}">
                <p14:modId xmlns:p14="http://schemas.microsoft.com/office/powerpoint/2010/main" val="1152808222"/>
              </p:ext>
            </p:extLst>
          </p:nvPr>
        </p:nvGraphicFramePr>
        <p:xfrm>
          <a:off x="109331" y="5419573"/>
          <a:ext cx="11979994" cy="1151988"/>
        </p:xfrm>
        <a:graphic>
          <a:graphicData uri="http://schemas.openxmlformats.org/drawingml/2006/table">
            <a:tbl>
              <a:tblPr>
                <a:tableStyleId>{5C22544A-7EE6-4342-B048-85BDC9FD1C3A}</a:tableStyleId>
              </a:tblPr>
              <a:tblGrid>
                <a:gridCol w="1819222">
                  <a:extLst>
                    <a:ext uri="{9D8B030D-6E8A-4147-A177-3AD203B41FA5}">
                      <a16:colId xmlns:a16="http://schemas.microsoft.com/office/drawing/2014/main" val="485223955"/>
                    </a:ext>
                  </a:extLst>
                </a:gridCol>
                <a:gridCol w="10160772">
                  <a:extLst>
                    <a:ext uri="{9D8B030D-6E8A-4147-A177-3AD203B41FA5}">
                      <a16:colId xmlns:a16="http://schemas.microsoft.com/office/drawing/2014/main" val="151661831"/>
                    </a:ext>
                  </a:extLst>
                </a:gridCol>
              </a:tblGrid>
              <a:tr h="182351">
                <a:tc>
                  <a:txBody>
                    <a:bodyPr/>
                    <a:lstStyle/>
                    <a:p>
                      <a:pPr algn="l" fontAlgn="b">
                        <a:buNone/>
                      </a:pPr>
                      <a:r>
                        <a:rPr lang="en-US" sz="1200" b="1" u="none" strike="noStrike">
                          <a:effectLst/>
                        </a:rPr>
                        <a:t>Component</a:t>
                      </a:r>
                      <a:endParaRPr lang="en-US" sz="1200" b="1" i="0" u="none" strike="noStrike">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b="1" u="none" strike="noStrike" dirty="0">
                          <a:effectLst/>
                        </a:rPr>
                        <a:t>Description</a:t>
                      </a:r>
                      <a:endParaRPr lang="en-US" sz="1200" b="1"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1867125782"/>
                  </a:ext>
                </a:extLst>
              </a:tr>
              <a:tr h="182351">
                <a:tc>
                  <a:txBody>
                    <a:bodyPr/>
                    <a:lstStyle/>
                    <a:p>
                      <a:pPr algn="l" fontAlgn="b">
                        <a:buNone/>
                      </a:pPr>
                      <a:r>
                        <a:rPr lang="en-US" sz="1200" u="none" strike="noStrike" dirty="0" err="1">
                          <a:effectLst/>
                        </a:rPr>
                        <a:t>kube-apiserver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API server (</a:t>
                      </a:r>
                      <a:r>
                        <a:rPr lang="en-US" sz="1200" u="none" strike="noStrike" dirty="0" err="1">
                          <a:effectLst/>
                        </a:rPr>
                        <a:t>kube-apiserver</a:t>
                      </a:r>
                      <a:r>
                        <a:rPr lang="en-US" sz="1200" u="none" strike="noStrike" dirty="0">
                          <a:effectLst/>
                        </a:rPr>
                        <a:t>) exposes the Kubernetes API to enable requests to the cluster from inside and outside of the cluster.</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89410587"/>
                  </a:ext>
                </a:extLst>
              </a:tr>
              <a:tr h="182351">
                <a:tc>
                  <a:txBody>
                    <a:bodyPr/>
                    <a:lstStyle/>
                    <a:p>
                      <a:pPr algn="l" fontAlgn="b">
                        <a:buNone/>
                      </a:pPr>
                      <a:r>
                        <a:rPr lang="en-US" sz="1200" u="none" strike="noStrike" dirty="0" err="1">
                          <a:effectLst/>
                        </a:rPr>
                        <a:t>etcd</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highly available key-value store </a:t>
                      </a:r>
                      <a:r>
                        <a:rPr lang="en-US" sz="1200" u="none" strike="noStrike" dirty="0" err="1">
                          <a:effectLst/>
                        </a:rPr>
                        <a:t>etcd</a:t>
                      </a:r>
                      <a:r>
                        <a:rPr lang="en-US" sz="1200" u="none" strike="noStrike" dirty="0">
                          <a:effectLst/>
                        </a:rPr>
                        <a:t> helps to maintain the state of your Kubernetes cluster and configuration.</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302582193"/>
                  </a:ext>
                </a:extLst>
              </a:tr>
              <a:tr h="182351">
                <a:tc>
                  <a:txBody>
                    <a:bodyPr/>
                    <a:lstStyle/>
                    <a:p>
                      <a:pPr algn="l" fontAlgn="b">
                        <a:buNone/>
                      </a:pPr>
                      <a:r>
                        <a:rPr lang="en-US" sz="1200" u="none" strike="noStrike" dirty="0" err="1">
                          <a:effectLst/>
                        </a:rPr>
                        <a:t>kube</a:t>
                      </a:r>
                      <a:r>
                        <a:rPr lang="en-US" sz="1200" u="none" strike="noStrike" dirty="0">
                          <a:effectLst/>
                        </a:rPr>
                        <a:t>-scheduler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scheduler (</a:t>
                      </a:r>
                      <a:r>
                        <a:rPr lang="en-US" sz="1200" u="none" strike="noStrike" dirty="0" err="1">
                          <a:effectLst/>
                        </a:rPr>
                        <a:t>kube</a:t>
                      </a:r>
                      <a:r>
                        <a:rPr lang="en-US" sz="1200" u="none" strike="noStrike" dirty="0">
                          <a:effectLst/>
                        </a:rPr>
                        <a:t>-scheduler) helps to make scheduling decisions. It watches for new pods with no assigned node and selects a node for them to run on.</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1708439964"/>
                  </a:ext>
                </a:extLst>
              </a:tr>
              <a:tr h="182351">
                <a:tc>
                  <a:txBody>
                    <a:bodyPr/>
                    <a:lstStyle/>
                    <a:p>
                      <a:pPr algn="l" fontAlgn="b">
                        <a:buNone/>
                      </a:pPr>
                      <a:r>
                        <a:rPr lang="en-US" sz="1200" u="none" strike="noStrike" dirty="0" err="1">
                          <a:effectLst/>
                        </a:rPr>
                        <a:t>kube</a:t>
                      </a:r>
                      <a:r>
                        <a:rPr lang="en-US" sz="1200" u="none" strike="noStrike" dirty="0">
                          <a:effectLst/>
                        </a:rPr>
                        <a:t>-controller-manager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controller manager (</a:t>
                      </a:r>
                      <a:r>
                        <a:rPr lang="en-US" sz="1200" u="none" strike="noStrike" dirty="0" err="1">
                          <a:effectLst/>
                        </a:rPr>
                        <a:t>kube</a:t>
                      </a:r>
                      <a:r>
                        <a:rPr lang="en-US" sz="1200" u="none" strike="noStrike" dirty="0">
                          <a:effectLst/>
                        </a:rPr>
                        <a:t>-controller-manager) runs controller processes, such as noticing and responding when nodes go down.</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700435068"/>
                  </a:ext>
                </a:extLst>
              </a:tr>
              <a:tr h="182351">
                <a:tc>
                  <a:txBody>
                    <a:bodyPr/>
                    <a:lstStyle/>
                    <a:p>
                      <a:pPr algn="l" fontAlgn="b">
                        <a:buNone/>
                      </a:pPr>
                      <a:r>
                        <a:rPr lang="en-US" sz="1200" u="none" strike="noStrike" dirty="0">
                          <a:effectLst/>
                        </a:rPr>
                        <a:t>cloud-controller-manager</a:t>
                      </a:r>
                      <a:endParaRPr lang="en-US" sz="12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200" u="none" strike="noStrike" dirty="0">
                          <a:effectLst/>
                        </a:rPr>
                        <a:t>The cloud controller manager (cloud-controller-manager) embeds cloud-specific control logic to run controllers specific to the cloud provider.</a:t>
                      </a:r>
                      <a:endParaRPr lang="en-US" sz="12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2842273191"/>
                  </a:ext>
                </a:extLst>
              </a:tr>
            </a:tbl>
          </a:graphicData>
        </a:graphic>
      </p:graphicFrame>
      <p:graphicFrame>
        <p:nvGraphicFramePr>
          <p:cNvPr id="5" name="Table 4">
            <a:extLst>
              <a:ext uri="{FF2B5EF4-FFF2-40B4-BE49-F238E27FC236}">
                <a16:creationId xmlns:a16="http://schemas.microsoft.com/office/drawing/2014/main" id="{FDB5596D-B5EB-4F51-B104-1E68501723E6}"/>
              </a:ext>
            </a:extLst>
          </p:cNvPr>
          <p:cNvGraphicFramePr>
            <a:graphicFrameLocks noGrp="1"/>
          </p:cNvGraphicFramePr>
          <p:nvPr>
            <p:extLst>
              <p:ext uri="{D42A27DB-BD31-4B8C-83A1-F6EECF244321}">
                <p14:modId xmlns:p14="http://schemas.microsoft.com/office/powerpoint/2010/main" val="4201166683"/>
              </p:ext>
            </p:extLst>
          </p:nvPr>
        </p:nvGraphicFramePr>
        <p:xfrm>
          <a:off x="3786400" y="1485433"/>
          <a:ext cx="6142791" cy="729404"/>
        </p:xfrm>
        <a:graphic>
          <a:graphicData uri="http://schemas.openxmlformats.org/drawingml/2006/table">
            <a:tbl>
              <a:tblPr>
                <a:tableStyleId>{5C22544A-7EE6-4342-B048-85BDC9FD1C3A}</a:tableStyleId>
              </a:tblPr>
              <a:tblGrid>
                <a:gridCol w="1360190">
                  <a:extLst>
                    <a:ext uri="{9D8B030D-6E8A-4147-A177-3AD203B41FA5}">
                      <a16:colId xmlns:a16="http://schemas.microsoft.com/office/drawing/2014/main" val="2270962505"/>
                    </a:ext>
                  </a:extLst>
                </a:gridCol>
                <a:gridCol w="4782601">
                  <a:extLst>
                    <a:ext uri="{9D8B030D-6E8A-4147-A177-3AD203B41FA5}">
                      <a16:colId xmlns:a16="http://schemas.microsoft.com/office/drawing/2014/main" val="2286568558"/>
                    </a:ext>
                  </a:extLst>
                </a:gridCol>
              </a:tblGrid>
              <a:tr h="182351">
                <a:tc>
                  <a:txBody>
                    <a:bodyPr/>
                    <a:lstStyle/>
                    <a:p>
                      <a:pPr algn="l" fontAlgn="b">
                        <a:buNone/>
                      </a:pPr>
                      <a:r>
                        <a:rPr lang="en-US" sz="1100" b="1" u="none" strike="noStrike" dirty="0">
                          <a:effectLst/>
                        </a:rPr>
                        <a:t>Component</a:t>
                      </a:r>
                      <a:endParaRPr lang="en-US" sz="1100" b="1"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b="1" u="none" strike="noStrike" dirty="0">
                          <a:effectLst/>
                        </a:rPr>
                        <a:t>Description</a:t>
                      </a:r>
                      <a:endParaRPr lang="en-US" sz="1100" b="1"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148962137"/>
                  </a:ext>
                </a:extLst>
              </a:tr>
              <a:tr h="182351">
                <a:tc>
                  <a:txBody>
                    <a:bodyPr/>
                    <a:lstStyle/>
                    <a:p>
                      <a:pPr algn="l" fontAlgn="b">
                        <a:buNone/>
                      </a:pPr>
                      <a:r>
                        <a:rPr lang="en-US" sz="1100" u="none" strike="noStrike" dirty="0" err="1">
                          <a:effectLst/>
                        </a:rPr>
                        <a:t>kubelet</a:t>
                      </a:r>
                      <a:endParaRPr lang="en-US" sz="11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u="none" strike="noStrike" dirty="0">
                          <a:effectLst/>
                        </a:rPr>
                        <a:t>The </a:t>
                      </a:r>
                      <a:r>
                        <a:rPr lang="en-US" sz="1100" u="none" strike="noStrike" dirty="0" err="1">
                          <a:effectLst/>
                        </a:rPr>
                        <a:t>kubelet</a:t>
                      </a:r>
                      <a:r>
                        <a:rPr lang="en-US" sz="1100" u="none" strike="noStrike" dirty="0">
                          <a:effectLst/>
                        </a:rPr>
                        <a:t> ensures that containers are running in a pod.</a:t>
                      </a:r>
                      <a:endParaRPr lang="en-US" sz="11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1453412865"/>
                  </a:ext>
                </a:extLst>
              </a:tr>
              <a:tr h="182351">
                <a:tc>
                  <a:txBody>
                    <a:bodyPr/>
                    <a:lstStyle/>
                    <a:p>
                      <a:pPr algn="l" fontAlgn="b">
                        <a:buNone/>
                      </a:pPr>
                      <a:r>
                        <a:rPr lang="en-US" sz="1100" u="none" strike="noStrike" dirty="0" err="1">
                          <a:effectLst/>
                        </a:rPr>
                        <a:t>kube</a:t>
                      </a:r>
                      <a:r>
                        <a:rPr lang="en-US" sz="1100" u="none" strike="noStrike" dirty="0">
                          <a:effectLst/>
                        </a:rPr>
                        <a:t>-proxy</a:t>
                      </a:r>
                      <a:endParaRPr lang="en-US" sz="11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u="none" strike="noStrike" dirty="0">
                          <a:effectLst/>
                        </a:rPr>
                        <a:t>The </a:t>
                      </a:r>
                      <a:r>
                        <a:rPr lang="en-US" sz="1100" u="none" strike="noStrike" dirty="0" err="1">
                          <a:effectLst/>
                        </a:rPr>
                        <a:t>kube</a:t>
                      </a:r>
                      <a:r>
                        <a:rPr lang="en-US" sz="1100" u="none" strike="noStrike" dirty="0">
                          <a:effectLst/>
                        </a:rPr>
                        <a:t>-proxy is a network proxy that maintains network rules on nodes.</a:t>
                      </a:r>
                      <a:endParaRPr lang="en-US" sz="11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4093343171"/>
                  </a:ext>
                </a:extLst>
              </a:tr>
              <a:tr h="182351">
                <a:tc>
                  <a:txBody>
                    <a:bodyPr/>
                    <a:lstStyle/>
                    <a:p>
                      <a:pPr algn="l" fontAlgn="b">
                        <a:buNone/>
                      </a:pPr>
                      <a:r>
                        <a:rPr lang="en-US" sz="1100" u="none" strike="noStrike" dirty="0">
                          <a:effectLst/>
                        </a:rPr>
                        <a:t>container runtime</a:t>
                      </a:r>
                      <a:endParaRPr lang="en-US" sz="1100" b="0" i="0" u="none" strike="noStrike" dirty="0">
                        <a:solidFill>
                          <a:srgbClr val="000000"/>
                        </a:solidFill>
                        <a:effectLst/>
                        <a:latin typeface="Aptos Narrow" panose="020B0004020202020204" pitchFamily="34" charset="0"/>
                      </a:endParaRPr>
                    </a:p>
                  </a:txBody>
                  <a:tcPr marL="9118" marR="9118" marT="9118" marB="0" anchor="b"/>
                </a:tc>
                <a:tc>
                  <a:txBody>
                    <a:bodyPr/>
                    <a:lstStyle/>
                    <a:p>
                      <a:pPr algn="l" fontAlgn="b">
                        <a:buNone/>
                      </a:pPr>
                      <a:r>
                        <a:rPr lang="en-US" sz="1100" u="none" strike="noStrike" dirty="0">
                          <a:effectLst/>
                        </a:rPr>
                        <a:t>The container runtime manages the execution and lifecycle of containers.</a:t>
                      </a:r>
                      <a:endParaRPr lang="en-US" sz="1100" b="0" i="0" u="none" strike="noStrike" dirty="0">
                        <a:solidFill>
                          <a:srgbClr val="000000"/>
                        </a:solidFill>
                        <a:effectLst/>
                        <a:latin typeface="Aptos Narrow" panose="020B0004020202020204" pitchFamily="34" charset="0"/>
                      </a:endParaRPr>
                    </a:p>
                  </a:txBody>
                  <a:tcPr marL="9118" marR="9118" marT="9118" marB="0" anchor="b"/>
                </a:tc>
                <a:extLst>
                  <a:ext uri="{0D108BD9-81ED-4DB2-BD59-A6C34878D82A}">
                    <a16:rowId xmlns:a16="http://schemas.microsoft.com/office/drawing/2014/main" val="3855180978"/>
                  </a:ext>
                </a:extLst>
              </a:tr>
            </a:tbl>
          </a:graphicData>
        </a:graphic>
      </p:graphicFrame>
    </p:spTree>
    <p:extLst>
      <p:ext uri="{BB962C8B-B14F-4D97-AF65-F5344CB8AC3E}">
        <p14:creationId xmlns:p14="http://schemas.microsoft.com/office/powerpoint/2010/main" val="31801686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DF45A25-5BD5-5C37-486F-EBC4ED6DBF19}"/>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60459FE-BEE7-ADAC-2F0C-F8F045ED36F3}"/>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5000" kern="1200">
                <a:solidFill>
                  <a:schemeClr val="tx1"/>
                </a:solidFill>
                <a:latin typeface="+mj-lt"/>
                <a:ea typeface="+mj-ea"/>
                <a:cs typeface="+mj-cs"/>
              </a:rPr>
              <a:t>Core AKS Concepts</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2B406BB-5A07-630E-07AF-5332BABEBC3D}"/>
              </a:ext>
            </a:extLst>
          </p:cNvPr>
          <p:cNvSpPr txBox="1"/>
          <p:nvPr/>
        </p:nvSpPr>
        <p:spPr>
          <a:xfrm>
            <a:off x="630936" y="2660904"/>
            <a:ext cx="4818888" cy="3547872"/>
          </a:xfrm>
          <a:prstGeom prst="rect">
            <a:avLst/>
          </a:prstGeom>
        </p:spPr>
        <p:txBody>
          <a:bodyPr vert="horz" lIns="91440" tIns="45720" rIns="91440" bIns="45720" rtlCol="0" anchor="t">
            <a:normAutofit/>
          </a:bodyPr>
          <a:lstStyle/>
          <a:p>
            <a:pPr marL="285750" indent="-228600">
              <a:lnSpc>
                <a:spcPct val="90000"/>
              </a:lnSpc>
              <a:spcAft>
                <a:spcPts val="600"/>
              </a:spcAft>
              <a:buFont typeface="Arial" panose="020B0604020202020204" pitchFamily="34" charset="0"/>
              <a:buChar char="•"/>
            </a:pPr>
            <a:r>
              <a:rPr lang="en-US" sz="2200"/>
              <a:t>VM size and image</a:t>
            </a:r>
          </a:p>
          <a:p>
            <a:pPr marL="285750" indent="-228600">
              <a:lnSpc>
                <a:spcPct val="90000"/>
              </a:lnSpc>
              <a:spcAft>
                <a:spcPts val="600"/>
              </a:spcAft>
              <a:buFont typeface="Arial" panose="020B0604020202020204" pitchFamily="34" charset="0"/>
              <a:buChar char="•"/>
            </a:pPr>
            <a:r>
              <a:rPr lang="en-US" sz="2200"/>
              <a:t>OS disks</a:t>
            </a:r>
          </a:p>
          <a:p>
            <a:pPr marL="285750" indent="-228600">
              <a:lnSpc>
                <a:spcPct val="90000"/>
              </a:lnSpc>
              <a:spcAft>
                <a:spcPts val="600"/>
              </a:spcAft>
              <a:buFont typeface="Arial" panose="020B0604020202020204" pitchFamily="34" charset="0"/>
              <a:buChar char="•"/>
            </a:pPr>
            <a:r>
              <a:rPr lang="en-US" sz="2200"/>
              <a:t>Resource reservations</a:t>
            </a:r>
          </a:p>
          <a:p>
            <a:pPr marL="285750" indent="-228600">
              <a:lnSpc>
                <a:spcPct val="90000"/>
              </a:lnSpc>
              <a:spcAft>
                <a:spcPts val="600"/>
              </a:spcAft>
              <a:buFont typeface="Arial" panose="020B0604020202020204" pitchFamily="34" charset="0"/>
              <a:buChar char="•"/>
            </a:pPr>
            <a:r>
              <a:rPr lang="en-US" sz="2200"/>
              <a:t>OS</a:t>
            </a:r>
          </a:p>
          <a:p>
            <a:pPr marL="285750" indent="-228600">
              <a:lnSpc>
                <a:spcPct val="90000"/>
              </a:lnSpc>
              <a:spcAft>
                <a:spcPts val="600"/>
              </a:spcAft>
              <a:buFont typeface="Arial" panose="020B0604020202020204" pitchFamily="34" charset="0"/>
              <a:buChar char="•"/>
            </a:pPr>
            <a:r>
              <a:rPr lang="en-US" sz="2200"/>
              <a:t>Container runtime</a:t>
            </a:r>
          </a:p>
          <a:p>
            <a:pPr marL="285750" indent="-228600">
              <a:lnSpc>
                <a:spcPct val="90000"/>
              </a:lnSpc>
              <a:spcAft>
                <a:spcPts val="600"/>
              </a:spcAft>
              <a:buFont typeface="Arial" panose="020B0604020202020204" pitchFamily="34" charset="0"/>
              <a:buChar char="•"/>
            </a:pPr>
            <a:r>
              <a:rPr lang="en-US" sz="2200"/>
              <a:t>Pods</a:t>
            </a:r>
          </a:p>
          <a:p>
            <a:pPr marL="285750" indent="-228600">
              <a:lnSpc>
                <a:spcPct val="90000"/>
              </a:lnSpc>
              <a:spcAft>
                <a:spcPts val="600"/>
              </a:spcAft>
              <a:buFont typeface="Arial" panose="020B0604020202020204" pitchFamily="34" charset="0"/>
              <a:buChar char="•"/>
            </a:pPr>
            <a:r>
              <a:rPr lang="en-US" sz="2200"/>
              <a:t>Node pools</a:t>
            </a:r>
          </a:p>
          <a:p>
            <a:pPr marL="285750" indent="-228600">
              <a:lnSpc>
                <a:spcPct val="90000"/>
              </a:lnSpc>
              <a:spcAft>
                <a:spcPts val="600"/>
              </a:spcAft>
              <a:buFont typeface="Arial" panose="020B0604020202020204" pitchFamily="34" charset="0"/>
              <a:buChar char="•"/>
            </a:pPr>
            <a:r>
              <a:rPr lang="en-US" sz="2200"/>
              <a:t>Node resource group</a:t>
            </a:r>
          </a:p>
        </p:txBody>
      </p:sp>
      <p:pic>
        <p:nvPicPr>
          <p:cNvPr id="6" name="Picture 5" descr="Screenshot that shows Azure virtual machine and supporting resources for a Kubernetes node.">
            <a:extLst>
              <a:ext uri="{FF2B5EF4-FFF2-40B4-BE49-F238E27FC236}">
                <a16:creationId xmlns:a16="http://schemas.microsoft.com/office/drawing/2014/main" id="{E98C48E4-C6B7-5FFE-60AF-6BF91DD0DD23}"/>
              </a:ext>
            </a:extLst>
          </p:cNvPr>
          <p:cNvPicPr>
            <a:picLocks noChangeAspect="1"/>
          </p:cNvPicPr>
          <p:nvPr/>
        </p:nvPicPr>
        <p:blipFill>
          <a:blip r:embed="rId2"/>
          <a:stretch>
            <a:fillRect/>
          </a:stretch>
        </p:blipFill>
        <p:spPr>
          <a:xfrm>
            <a:off x="4445642" y="1807331"/>
            <a:ext cx="7112374" cy="3013942"/>
          </a:xfrm>
          <a:prstGeom prst="rect">
            <a:avLst/>
          </a:prstGeom>
        </p:spPr>
      </p:pic>
    </p:spTree>
    <p:extLst>
      <p:ext uri="{BB962C8B-B14F-4D97-AF65-F5344CB8AC3E}">
        <p14:creationId xmlns:p14="http://schemas.microsoft.com/office/powerpoint/2010/main" val="17158464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48DF1-9D1E-CA48-E822-4EA053E303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1AA174-CE76-67FD-9BE7-BA259A0534CD}"/>
              </a:ext>
            </a:extLst>
          </p:cNvPr>
          <p:cNvSpPr>
            <a:spLocks noGrp="1"/>
          </p:cNvSpPr>
          <p:nvPr>
            <p:ph type="title"/>
          </p:nvPr>
        </p:nvSpPr>
        <p:spPr>
          <a:xfrm>
            <a:off x="194492" y="178050"/>
            <a:ext cx="10515600" cy="1325563"/>
          </a:xfrm>
        </p:spPr>
        <p:txBody>
          <a:bodyPr/>
          <a:lstStyle/>
          <a:p>
            <a:r>
              <a:rPr lang="en-US" dirty="0"/>
              <a:t>Core AKS Concepts</a:t>
            </a:r>
          </a:p>
        </p:txBody>
      </p:sp>
      <p:graphicFrame>
        <p:nvGraphicFramePr>
          <p:cNvPr id="3" name="Table 2">
            <a:extLst>
              <a:ext uri="{FF2B5EF4-FFF2-40B4-BE49-F238E27FC236}">
                <a16:creationId xmlns:a16="http://schemas.microsoft.com/office/drawing/2014/main" id="{822E0BD8-4377-0EA0-B4F5-C4AAA074CAE4}"/>
              </a:ext>
            </a:extLst>
          </p:cNvPr>
          <p:cNvGraphicFramePr>
            <a:graphicFrameLocks noGrp="1"/>
          </p:cNvGraphicFramePr>
          <p:nvPr>
            <p:extLst>
              <p:ext uri="{D42A27DB-BD31-4B8C-83A1-F6EECF244321}">
                <p14:modId xmlns:p14="http://schemas.microsoft.com/office/powerpoint/2010/main" val="1533760380"/>
              </p:ext>
            </p:extLst>
          </p:nvPr>
        </p:nvGraphicFramePr>
        <p:xfrm>
          <a:off x="5793840" y="1503614"/>
          <a:ext cx="5944273" cy="3603651"/>
        </p:xfrm>
        <a:graphic>
          <a:graphicData uri="http://schemas.openxmlformats.org/drawingml/2006/table">
            <a:tbl>
              <a:tblPr/>
              <a:tblGrid>
                <a:gridCol w="1284760">
                  <a:extLst>
                    <a:ext uri="{9D8B030D-6E8A-4147-A177-3AD203B41FA5}">
                      <a16:colId xmlns:a16="http://schemas.microsoft.com/office/drawing/2014/main" val="24335307"/>
                    </a:ext>
                  </a:extLst>
                </a:gridCol>
                <a:gridCol w="4659513">
                  <a:extLst>
                    <a:ext uri="{9D8B030D-6E8A-4147-A177-3AD203B41FA5}">
                      <a16:colId xmlns:a16="http://schemas.microsoft.com/office/drawing/2014/main" val="1815111238"/>
                    </a:ext>
                  </a:extLst>
                </a:gridCol>
              </a:tblGrid>
              <a:tr h="213863">
                <a:tc>
                  <a:txBody>
                    <a:bodyPr/>
                    <a:lstStyle/>
                    <a:p>
                      <a:pPr algn="l" fontAlgn="t">
                        <a:buNone/>
                      </a:pPr>
                      <a:r>
                        <a:rPr lang="en-US" sz="1300" b="1" dirty="0">
                          <a:effectLst/>
                        </a:rPr>
                        <a:t>Namespace</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b="1" dirty="0">
                          <a:effectLst/>
                        </a:rPr>
                        <a:t>Description</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946264825"/>
                  </a:ext>
                </a:extLst>
              </a:tr>
              <a:tr h="522116">
                <a:tc>
                  <a:txBody>
                    <a:bodyPr/>
                    <a:lstStyle/>
                    <a:p>
                      <a:pPr algn="l" fontAlgn="t">
                        <a:buNone/>
                      </a:pPr>
                      <a:r>
                        <a:rPr lang="en-US" sz="1300" dirty="0">
                          <a:effectLst/>
                          <a:latin typeface="SFMono-Regular"/>
                        </a:rPr>
                        <a:t>default</a:t>
                      </a:r>
                      <a:endParaRPr lang="en-US" sz="1300" dirty="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 </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default</a:t>
                      </a:r>
                      <a:r>
                        <a:rPr lang="en-US" sz="1300" kern="1200" dirty="0">
                          <a:solidFill>
                            <a:schemeClr val="tx1"/>
                          </a:solidFill>
                          <a:effectLst/>
                          <a:latin typeface="+mn-lt"/>
                          <a:ea typeface="+mn-ea"/>
                          <a:cs typeface="+mn-cs"/>
                        </a:rPr>
                        <a:t> </a:t>
                      </a:r>
                      <a:r>
                        <a:rPr lang="en-US" sz="1300" dirty="0">
                          <a:effectLst/>
                        </a:rPr>
                        <a:t>namespace allows you to start using cluster resources without creating a new namespace.</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218108672"/>
                  </a:ext>
                </a:extLst>
              </a:tr>
              <a:tr h="522116">
                <a:tc>
                  <a:txBody>
                    <a:bodyPr/>
                    <a:lstStyle/>
                    <a:p>
                      <a:pPr algn="l" fontAlgn="t">
                        <a:buNone/>
                      </a:pPr>
                      <a:r>
                        <a:rPr lang="en-US" sz="1300" dirty="0" err="1">
                          <a:effectLst/>
                          <a:latin typeface="SFMono-Regular"/>
                        </a:rPr>
                        <a:t>kube</a:t>
                      </a:r>
                      <a:r>
                        <a:rPr lang="en-US" sz="1300" dirty="0">
                          <a:effectLst/>
                          <a:latin typeface="SFMono-Regular"/>
                        </a:rPr>
                        <a:t>-node-lease</a:t>
                      </a:r>
                      <a:endParaRPr lang="en-US" sz="1300" dirty="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a:t>
                      </a:r>
                      <a:r>
                        <a:rPr lang="en-US" sz="1300" kern="1200" dirty="0">
                          <a:solidFill>
                            <a:schemeClr val="tx1"/>
                          </a:solidFill>
                          <a:effectLst/>
                          <a:latin typeface="+mn-lt"/>
                          <a:ea typeface="+mn-ea"/>
                          <a:cs typeface="+mn-cs"/>
                        </a:rPr>
                        <a:t> </a:t>
                      </a:r>
                      <a:r>
                        <a:rPr lang="en-US" sz="1300" b="1" kern="1200" dirty="0" err="1">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kube</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-node-lease</a:t>
                      </a:r>
                      <a:r>
                        <a:rPr lang="en-US" sz="1300" kern="1200" dirty="0">
                          <a:solidFill>
                            <a:schemeClr val="tx1"/>
                          </a:solidFill>
                          <a:effectLst/>
                          <a:latin typeface="+mn-lt"/>
                          <a:ea typeface="+mn-ea"/>
                          <a:cs typeface="+mn-cs"/>
                        </a:rPr>
                        <a:t> </a:t>
                      </a:r>
                      <a:r>
                        <a:rPr lang="en-US" sz="1300" dirty="0">
                          <a:effectLst/>
                        </a:rPr>
                        <a:t>namespace enables nodes to communicate their availability to the control plane.</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166400437"/>
                  </a:ext>
                </a:extLst>
              </a:tr>
              <a:tr h="678750">
                <a:tc>
                  <a:txBody>
                    <a:bodyPr/>
                    <a:lstStyle/>
                    <a:p>
                      <a:pPr algn="l" fontAlgn="t">
                        <a:buNone/>
                      </a:pPr>
                      <a:r>
                        <a:rPr lang="en-US" sz="1300">
                          <a:effectLst/>
                          <a:latin typeface="SFMono-Regular"/>
                        </a:rPr>
                        <a:t>kube-public</a:t>
                      </a:r>
                      <a:endParaRPr lang="en-US" sz="130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a:t>
                      </a:r>
                      <a:r>
                        <a:rPr lang="en-US" sz="1300" kern="1200" dirty="0">
                          <a:solidFill>
                            <a:schemeClr val="tx1"/>
                          </a:solidFill>
                          <a:effectLst/>
                          <a:latin typeface="+mn-lt"/>
                          <a:ea typeface="+mn-ea"/>
                          <a:cs typeface="+mn-cs"/>
                        </a:rPr>
                        <a:t> </a:t>
                      </a:r>
                      <a:r>
                        <a:rPr lang="en-US" sz="1300" b="1" kern="1200" dirty="0" err="1">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kube</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-public</a:t>
                      </a:r>
                      <a:r>
                        <a:rPr lang="en-US" sz="1300" kern="1200" dirty="0">
                          <a:solidFill>
                            <a:schemeClr val="tx1"/>
                          </a:solidFill>
                          <a:effectLst/>
                          <a:latin typeface="+mn-lt"/>
                          <a:ea typeface="+mn-ea"/>
                          <a:cs typeface="+mn-cs"/>
                        </a:rPr>
                        <a:t> </a:t>
                      </a:r>
                      <a:r>
                        <a:rPr lang="en-US" sz="1300" dirty="0">
                          <a:effectLst/>
                        </a:rPr>
                        <a:t>namespace isn't typically used, but you can use it so that resources are visible across the whole cluster by any user.</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964192066"/>
                  </a:ext>
                </a:extLst>
              </a:tr>
              <a:tr h="1618559">
                <a:tc>
                  <a:txBody>
                    <a:bodyPr/>
                    <a:lstStyle/>
                    <a:p>
                      <a:pPr algn="l" fontAlgn="t">
                        <a:buNone/>
                      </a:pPr>
                      <a:r>
                        <a:rPr lang="en-US" sz="1300" dirty="0" err="1">
                          <a:effectLst/>
                          <a:latin typeface="SFMono-Regular"/>
                        </a:rPr>
                        <a:t>kube</a:t>
                      </a:r>
                      <a:r>
                        <a:rPr lang="en-US" sz="1300" dirty="0">
                          <a:effectLst/>
                          <a:latin typeface="SFMono-Regular"/>
                        </a:rPr>
                        <a:t>-system</a:t>
                      </a:r>
                      <a:endParaRPr lang="en-US" sz="1300" dirty="0">
                        <a:effectLst/>
                      </a:endParaRP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300" dirty="0">
                          <a:effectLst/>
                        </a:rPr>
                        <a:t>The</a:t>
                      </a:r>
                      <a:r>
                        <a:rPr lang="en-US" sz="1300" kern="1200" dirty="0">
                          <a:solidFill>
                            <a:schemeClr val="tx1"/>
                          </a:solidFill>
                          <a:effectLst/>
                          <a:latin typeface="+mn-lt"/>
                          <a:ea typeface="+mn-ea"/>
                          <a:cs typeface="+mn-cs"/>
                        </a:rPr>
                        <a:t> </a:t>
                      </a:r>
                      <a:r>
                        <a:rPr lang="en-US" sz="1300" b="1" kern="1200" dirty="0" err="1">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kube</a:t>
                      </a:r>
                      <a:r>
                        <a:rPr lang="en-US" sz="1300" b="1" kern="1200" dirty="0">
                          <a:solidFill>
                            <a:schemeClr val="tx1"/>
                          </a:solidFill>
                          <a:effectLst/>
                          <a:latin typeface="+mn-lt"/>
                          <a:ea typeface="+mn-ea"/>
                          <a:cs typeface="+mn-cs"/>
                          <a:hlinkClick r:id="rId2">
                            <a:extLst>
                              <a:ext uri="{A12FA001-AC4F-418D-AE19-62706E023703}">
                                <ahyp:hlinkClr xmlns:ahyp="http://schemas.microsoft.com/office/drawing/2018/hyperlinkcolor" val="tx"/>
                              </a:ext>
                            </a:extLst>
                          </a:hlinkClick>
                        </a:rPr>
                        <a:t>-system</a:t>
                      </a:r>
                      <a:r>
                        <a:rPr lang="en-US" sz="1300" kern="1200" dirty="0">
                          <a:solidFill>
                            <a:schemeClr val="tx1"/>
                          </a:solidFill>
                          <a:effectLst/>
                          <a:latin typeface="+mn-lt"/>
                          <a:ea typeface="+mn-ea"/>
                          <a:cs typeface="+mn-cs"/>
                        </a:rPr>
                        <a:t> </a:t>
                      </a:r>
                      <a:r>
                        <a:rPr lang="en-US" sz="1300" dirty="0">
                          <a:effectLst/>
                        </a:rPr>
                        <a:t>namespace is used by Kubernetes to manage cluster resources, such as </a:t>
                      </a:r>
                      <a:r>
                        <a:rPr lang="en-US" sz="1300" dirty="0" err="1">
                          <a:effectLst/>
                          <a:latin typeface="SFMono-Regular"/>
                        </a:rPr>
                        <a:t>coredns</a:t>
                      </a:r>
                      <a:r>
                        <a:rPr lang="en-US" sz="1300" dirty="0">
                          <a:effectLst/>
                        </a:rPr>
                        <a:t>, </a:t>
                      </a:r>
                      <a:r>
                        <a:rPr lang="en-US" sz="1300" dirty="0" err="1">
                          <a:effectLst/>
                          <a:latin typeface="SFMono-Regular"/>
                        </a:rPr>
                        <a:t>konnectivity</a:t>
                      </a:r>
                      <a:r>
                        <a:rPr lang="en-US" sz="1300" dirty="0">
                          <a:effectLst/>
                          <a:latin typeface="SFMono-Regular"/>
                        </a:rPr>
                        <a:t>-agent</a:t>
                      </a:r>
                      <a:r>
                        <a:rPr lang="en-US" sz="1300" dirty="0">
                          <a:effectLst/>
                        </a:rPr>
                        <a:t>, and </a:t>
                      </a:r>
                      <a:r>
                        <a:rPr lang="en-US" sz="1300" dirty="0">
                          <a:effectLst/>
                          <a:latin typeface="SFMono-Regular"/>
                        </a:rPr>
                        <a:t>metrics-server</a:t>
                      </a:r>
                      <a:r>
                        <a:rPr lang="en-US" sz="1300" dirty="0">
                          <a:effectLst/>
                        </a:rPr>
                        <a:t>. It is not recommended to deploy your own applications to this namespace. </a:t>
                      </a:r>
                    </a:p>
                  </a:txBody>
                  <a:tcPr marL="63990" marR="63990" marT="31995" marB="31995">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47493231"/>
                  </a:ext>
                </a:extLst>
              </a:tr>
            </a:tbl>
          </a:graphicData>
        </a:graphic>
      </p:graphicFrame>
      <p:pic>
        <p:nvPicPr>
          <p:cNvPr id="4" name="Picture 3" descr="Screenshot that shows Kubernetes namespaces to logically divide resources and applications.">
            <a:extLst>
              <a:ext uri="{FF2B5EF4-FFF2-40B4-BE49-F238E27FC236}">
                <a16:creationId xmlns:a16="http://schemas.microsoft.com/office/drawing/2014/main" id="{0DA98881-624A-66E5-F61B-9DADC7570D1F}"/>
              </a:ext>
            </a:extLst>
          </p:cNvPr>
          <p:cNvPicPr>
            <a:picLocks noChangeAspect="1"/>
          </p:cNvPicPr>
          <p:nvPr/>
        </p:nvPicPr>
        <p:blipFill>
          <a:blip r:embed="rId3"/>
          <a:stretch>
            <a:fillRect/>
          </a:stretch>
        </p:blipFill>
        <p:spPr>
          <a:xfrm>
            <a:off x="338459" y="1503613"/>
            <a:ext cx="4678163" cy="3555404"/>
          </a:xfrm>
          <a:prstGeom prst="rect">
            <a:avLst/>
          </a:prstGeom>
        </p:spPr>
      </p:pic>
    </p:spTree>
    <p:extLst>
      <p:ext uri="{BB962C8B-B14F-4D97-AF65-F5344CB8AC3E}">
        <p14:creationId xmlns:p14="http://schemas.microsoft.com/office/powerpoint/2010/main" val="28578146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ABE0B89-E77A-F662-6D28-4839F54E21E2}"/>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Setting up an AKS Cluster</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26261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3E277-BE1C-BA7B-FEEF-1E721434010D}"/>
              </a:ext>
            </a:extLst>
          </p:cNvPr>
          <p:cNvSpPr>
            <a:spLocks noGrp="1"/>
          </p:cNvSpPr>
          <p:nvPr>
            <p:ph type="title"/>
          </p:nvPr>
        </p:nvSpPr>
        <p:spPr/>
        <p:txBody>
          <a:bodyPr/>
          <a:lstStyle/>
          <a:p>
            <a:r>
              <a:rPr lang="en-US" dirty="0"/>
              <a:t>Setup an AKS Cluster</a:t>
            </a:r>
          </a:p>
        </p:txBody>
      </p:sp>
      <p:graphicFrame>
        <p:nvGraphicFramePr>
          <p:cNvPr id="4" name="Table 3">
            <a:extLst>
              <a:ext uri="{FF2B5EF4-FFF2-40B4-BE49-F238E27FC236}">
                <a16:creationId xmlns:a16="http://schemas.microsoft.com/office/drawing/2014/main" id="{3FD693D8-43AF-01A9-189B-5F44377E34A0}"/>
              </a:ext>
            </a:extLst>
          </p:cNvPr>
          <p:cNvGraphicFramePr>
            <a:graphicFrameLocks noGrp="1"/>
          </p:cNvGraphicFramePr>
          <p:nvPr>
            <p:extLst>
              <p:ext uri="{D42A27DB-BD31-4B8C-83A1-F6EECF244321}">
                <p14:modId xmlns:p14="http://schemas.microsoft.com/office/powerpoint/2010/main" val="1586360907"/>
              </p:ext>
            </p:extLst>
          </p:nvPr>
        </p:nvGraphicFramePr>
        <p:xfrm>
          <a:off x="382104" y="1780139"/>
          <a:ext cx="11693939" cy="2123440"/>
        </p:xfrm>
        <a:graphic>
          <a:graphicData uri="http://schemas.openxmlformats.org/drawingml/2006/table">
            <a:tbl>
              <a:tblPr firstRow="1" bandRow="1">
                <a:tableStyleId>{5C22544A-7EE6-4342-B048-85BDC9FD1C3A}</a:tableStyleId>
              </a:tblPr>
              <a:tblGrid>
                <a:gridCol w="2592141">
                  <a:extLst>
                    <a:ext uri="{9D8B030D-6E8A-4147-A177-3AD203B41FA5}">
                      <a16:colId xmlns:a16="http://schemas.microsoft.com/office/drawing/2014/main" val="883490984"/>
                    </a:ext>
                  </a:extLst>
                </a:gridCol>
                <a:gridCol w="9101798">
                  <a:extLst>
                    <a:ext uri="{9D8B030D-6E8A-4147-A177-3AD203B41FA5}">
                      <a16:colId xmlns:a16="http://schemas.microsoft.com/office/drawing/2014/main" val="2203427779"/>
                    </a:ext>
                  </a:extLst>
                </a:gridCol>
              </a:tblGrid>
              <a:tr h="370840">
                <a:tc>
                  <a:txBody>
                    <a:bodyPr/>
                    <a:lstStyle/>
                    <a:p>
                      <a:r>
                        <a:rPr lang="en-US" sz="1800" dirty="0"/>
                        <a:t>Method of set up</a:t>
                      </a:r>
                    </a:p>
                  </a:txBody>
                  <a:tcPr/>
                </a:tc>
                <a:tc>
                  <a:txBody>
                    <a:bodyPr/>
                    <a:lstStyle/>
                    <a:p>
                      <a:r>
                        <a:rPr lang="en-US" sz="1800" dirty="0"/>
                        <a:t>Setup Guidance</a:t>
                      </a:r>
                    </a:p>
                  </a:txBody>
                  <a:tcPr/>
                </a:tc>
                <a:extLst>
                  <a:ext uri="{0D108BD9-81ED-4DB2-BD59-A6C34878D82A}">
                    <a16:rowId xmlns:a16="http://schemas.microsoft.com/office/drawing/2014/main" val="4096248990"/>
                  </a:ext>
                </a:extLst>
              </a:tr>
              <a:tr h="370840">
                <a:tc>
                  <a:txBody>
                    <a:bodyPr/>
                    <a:lstStyle/>
                    <a:p>
                      <a:r>
                        <a:rPr lang="en-US" sz="1800" dirty="0"/>
                        <a:t>Via Azure Portal</a:t>
                      </a:r>
                    </a:p>
                  </a:txBody>
                  <a:tcPr/>
                </a:tc>
                <a:tc>
                  <a:txBody>
                    <a:bodyPr/>
                    <a:lstStyle/>
                    <a:p>
                      <a:endParaRPr lang="en-US" sz="1800" dirty="0"/>
                    </a:p>
                  </a:txBody>
                  <a:tcPr/>
                </a:tc>
                <a:extLst>
                  <a:ext uri="{0D108BD9-81ED-4DB2-BD59-A6C34878D82A}">
                    <a16:rowId xmlns:a16="http://schemas.microsoft.com/office/drawing/2014/main" val="2021746388"/>
                  </a:ext>
                </a:extLst>
              </a:tr>
              <a:tr h="370840">
                <a:tc>
                  <a:txBody>
                    <a:bodyPr/>
                    <a:lstStyle/>
                    <a:p>
                      <a:r>
                        <a:rPr lang="en-US" sz="1800" dirty="0"/>
                        <a:t>Using Azure CLI</a:t>
                      </a:r>
                    </a:p>
                  </a:txBody>
                  <a:tcPr/>
                </a:tc>
                <a:tc>
                  <a:txBody>
                    <a:bodyPr/>
                    <a:lstStyle/>
                    <a:p>
                      <a:r>
                        <a:rPr lang="en-US" sz="1800" dirty="0">
                          <a:hlinkClick r:id="rId2"/>
                        </a:rPr>
                        <a:t>AKSWorkshop/src/01Setup/AKS-Quick-Deploy-CLI.md at main · </a:t>
                      </a:r>
                      <a:r>
                        <a:rPr lang="en-US" sz="1800" dirty="0" err="1">
                          <a:hlinkClick r:id="rId2"/>
                        </a:rPr>
                        <a:t>fhbilgen</a:t>
                      </a:r>
                      <a:r>
                        <a:rPr lang="en-US" sz="1800" dirty="0">
                          <a:hlinkClick r:id="rId2"/>
                        </a:rPr>
                        <a:t>/</a:t>
                      </a:r>
                      <a:r>
                        <a:rPr lang="en-US" sz="1800" dirty="0" err="1">
                          <a:hlinkClick r:id="rId2"/>
                        </a:rPr>
                        <a:t>AKSWorkshop</a:t>
                      </a:r>
                      <a:endParaRPr lang="en-US" sz="1800" dirty="0"/>
                    </a:p>
                  </a:txBody>
                  <a:tcPr/>
                </a:tc>
                <a:extLst>
                  <a:ext uri="{0D108BD9-81ED-4DB2-BD59-A6C34878D82A}">
                    <a16:rowId xmlns:a16="http://schemas.microsoft.com/office/drawing/2014/main" val="2528087116"/>
                  </a:ext>
                </a:extLst>
              </a:tr>
              <a:tr h="370840">
                <a:tc>
                  <a:txBody>
                    <a:bodyPr/>
                    <a:lstStyle/>
                    <a:p>
                      <a:r>
                        <a:rPr lang="en-US" sz="1800" dirty="0"/>
                        <a:t>Using Bicep</a:t>
                      </a:r>
                    </a:p>
                  </a:txBody>
                  <a:tcPr/>
                </a:tc>
                <a:tc>
                  <a:txBody>
                    <a:bodyPr/>
                    <a:lstStyle/>
                    <a:p>
                      <a:r>
                        <a:rPr lang="en-US" dirty="0">
                          <a:hlinkClick r:id="rId3"/>
                        </a:rPr>
                        <a:t>AKSWorkshop/src/01Setup/AKS-Quick-Deploy-Bicep.md at main · </a:t>
                      </a:r>
                      <a:r>
                        <a:rPr lang="en-US" dirty="0" err="1">
                          <a:hlinkClick r:id="rId3"/>
                        </a:rPr>
                        <a:t>fhbilgen</a:t>
                      </a:r>
                      <a:r>
                        <a:rPr lang="en-US" dirty="0">
                          <a:hlinkClick r:id="rId3"/>
                        </a:rPr>
                        <a:t>/</a:t>
                      </a:r>
                      <a:r>
                        <a:rPr lang="en-US" dirty="0" err="1">
                          <a:hlinkClick r:id="rId3"/>
                        </a:rPr>
                        <a:t>AKSWorkshop</a:t>
                      </a:r>
                      <a:endParaRPr lang="en-US" sz="1800" dirty="0"/>
                    </a:p>
                  </a:txBody>
                  <a:tcPr/>
                </a:tc>
                <a:extLst>
                  <a:ext uri="{0D108BD9-81ED-4DB2-BD59-A6C34878D82A}">
                    <a16:rowId xmlns:a16="http://schemas.microsoft.com/office/drawing/2014/main" val="103503654"/>
                  </a:ext>
                </a:extLst>
              </a:tr>
              <a:tr h="370840">
                <a:tc>
                  <a:txBody>
                    <a:bodyPr/>
                    <a:lstStyle/>
                    <a:p>
                      <a:r>
                        <a:rPr lang="en-US" sz="1800" dirty="0"/>
                        <a:t>Using Terraform</a:t>
                      </a:r>
                    </a:p>
                  </a:txBody>
                  <a:tcPr/>
                </a:tc>
                <a:tc>
                  <a:txBody>
                    <a:bodyPr/>
                    <a:lstStyle/>
                    <a:p>
                      <a:r>
                        <a:rPr lang="en-US" dirty="0">
                          <a:hlinkClick r:id="rId4"/>
                        </a:rPr>
                        <a:t>AKSWorkshop/src/01Setup/AKS-Quick-Deploy-Terraform.md at main · </a:t>
                      </a:r>
                      <a:r>
                        <a:rPr lang="en-US" dirty="0" err="1">
                          <a:hlinkClick r:id="rId4"/>
                        </a:rPr>
                        <a:t>fhbilgen</a:t>
                      </a:r>
                      <a:r>
                        <a:rPr lang="en-US" dirty="0">
                          <a:hlinkClick r:id="rId4"/>
                        </a:rPr>
                        <a:t>/</a:t>
                      </a:r>
                      <a:r>
                        <a:rPr lang="en-US" dirty="0" err="1">
                          <a:hlinkClick r:id="rId4"/>
                        </a:rPr>
                        <a:t>AKSWorkshop</a:t>
                      </a:r>
                      <a:endParaRPr lang="en-US" sz="1800" dirty="0"/>
                    </a:p>
                  </a:txBody>
                  <a:tcPr/>
                </a:tc>
                <a:extLst>
                  <a:ext uri="{0D108BD9-81ED-4DB2-BD59-A6C34878D82A}">
                    <a16:rowId xmlns:a16="http://schemas.microsoft.com/office/drawing/2014/main" val="603169703"/>
                  </a:ext>
                </a:extLst>
              </a:tr>
            </a:tbl>
          </a:graphicData>
        </a:graphic>
      </p:graphicFrame>
    </p:spTree>
    <p:extLst>
      <p:ext uri="{BB962C8B-B14F-4D97-AF65-F5344CB8AC3E}">
        <p14:creationId xmlns:p14="http://schemas.microsoft.com/office/powerpoint/2010/main" val="18746075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EF7A6B2-4CB7-A0DE-FF18-791F9572D386}"/>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Node Pools</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72393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541D8B-A5E3-0566-7DE2-67149D272081}"/>
              </a:ext>
            </a:extLst>
          </p:cNvPr>
          <p:cNvSpPr>
            <a:spLocks noGrp="1"/>
          </p:cNvSpPr>
          <p:nvPr>
            <p:ph type="title"/>
          </p:nvPr>
        </p:nvSpPr>
        <p:spPr>
          <a:xfrm>
            <a:off x="635000" y="640823"/>
            <a:ext cx="3418659" cy="5583148"/>
          </a:xfrm>
        </p:spPr>
        <p:txBody>
          <a:bodyPr anchor="ctr">
            <a:normAutofit/>
          </a:bodyPr>
          <a:lstStyle/>
          <a:p>
            <a:r>
              <a:rPr lang="en-US" sz="5400"/>
              <a:t>What are the Node Pools?</a:t>
            </a:r>
          </a:p>
        </p:txBody>
      </p:sp>
      <p:sp>
        <p:nvSpPr>
          <p:cNvPr id="16"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7" name="Content Placeholder 2">
            <a:extLst>
              <a:ext uri="{FF2B5EF4-FFF2-40B4-BE49-F238E27FC236}">
                <a16:creationId xmlns:a16="http://schemas.microsoft.com/office/drawing/2014/main" id="{F0A15B44-8040-9AC0-9387-944300101A20}"/>
              </a:ext>
            </a:extLst>
          </p:cNvPr>
          <p:cNvGraphicFramePr>
            <a:graphicFrameLocks noGrp="1"/>
          </p:cNvGraphicFramePr>
          <p:nvPr>
            <p:ph idx="1"/>
            <p:extLst>
              <p:ext uri="{D42A27DB-BD31-4B8C-83A1-F6EECF244321}">
                <p14:modId xmlns:p14="http://schemas.microsoft.com/office/powerpoint/2010/main" val="1538333870"/>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634964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5DB3719-6FDC-4E5D-891D-FF40B7300F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9775033-B39F-A0E0-F5DD-8A5E717719B3}"/>
              </a:ext>
            </a:extLst>
          </p:cNvPr>
          <p:cNvSpPr>
            <a:spLocks noGrp="1"/>
          </p:cNvSpPr>
          <p:nvPr>
            <p:ph type="title"/>
          </p:nvPr>
        </p:nvSpPr>
        <p:spPr>
          <a:xfrm>
            <a:off x="838200" y="365125"/>
            <a:ext cx="10515600" cy="1325563"/>
          </a:xfrm>
        </p:spPr>
        <p:txBody>
          <a:bodyPr>
            <a:normAutofit/>
          </a:bodyPr>
          <a:lstStyle/>
          <a:p>
            <a:r>
              <a:rPr lang="en-US" sz="5400"/>
              <a:t>Node Pool – Core Functionality</a:t>
            </a:r>
          </a:p>
        </p:txBody>
      </p:sp>
      <p:sp>
        <p:nvSpPr>
          <p:cNvPr id="11" name="sketch line">
            <a:extLst>
              <a:ext uri="{FF2B5EF4-FFF2-40B4-BE49-F238E27FC236}">
                <a16:creationId xmlns:a16="http://schemas.microsoft.com/office/drawing/2014/main" id="{E0CBAC23-2E3F-4A90-BA59-F8299F6A5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1865313"/>
            <a:ext cx="10424160" cy="18288"/>
          </a:xfrm>
          <a:custGeom>
            <a:avLst/>
            <a:gdLst>
              <a:gd name="csX0" fmla="*/ 0 w 10424160"/>
              <a:gd name="csY0" fmla="*/ 0 h 18288"/>
              <a:gd name="csX1" fmla="*/ 903427 w 10424160"/>
              <a:gd name="csY1" fmla="*/ 0 h 18288"/>
              <a:gd name="csX2" fmla="*/ 1389888 w 10424160"/>
              <a:gd name="csY2" fmla="*/ 0 h 18288"/>
              <a:gd name="csX3" fmla="*/ 2189074 w 10424160"/>
              <a:gd name="csY3" fmla="*/ 0 h 18288"/>
              <a:gd name="csX4" fmla="*/ 2675534 w 10424160"/>
              <a:gd name="csY4" fmla="*/ 0 h 18288"/>
              <a:gd name="csX5" fmla="*/ 3370478 w 10424160"/>
              <a:gd name="csY5" fmla="*/ 0 h 18288"/>
              <a:gd name="csX6" fmla="*/ 4169664 w 10424160"/>
              <a:gd name="csY6" fmla="*/ 0 h 18288"/>
              <a:gd name="csX7" fmla="*/ 4551883 w 10424160"/>
              <a:gd name="csY7" fmla="*/ 0 h 18288"/>
              <a:gd name="csX8" fmla="*/ 4934102 w 10424160"/>
              <a:gd name="csY8" fmla="*/ 0 h 18288"/>
              <a:gd name="csX9" fmla="*/ 5837530 w 10424160"/>
              <a:gd name="csY9" fmla="*/ 0 h 18288"/>
              <a:gd name="csX10" fmla="*/ 6532474 w 10424160"/>
              <a:gd name="csY10" fmla="*/ 0 h 18288"/>
              <a:gd name="csX11" fmla="*/ 6914693 w 10424160"/>
              <a:gd name="csY11" fmla="*/ 0 h 18288"/>
              <a:gd name="csX12" fmla="*/ 7609637 w 10424160"/>
              <a:gd name="csY12" fmla="*/ 0 h 18288"/>
              <a:gd name="csX13" fmla="*/ 8513064 w 10424160"/>
              <a:gd name="csY13" fmla="*/ 0 h 18288"/>
              <a:gd name="csX14" fmla="*/ 9103766 w 10424160"/>
              <a:gd name="csY14" fmla="*/ 0 h 18288"/>
              <a:gd name="csX15" fmla="*/ 9694469 w 10424160"/>
              <a:gd name="csY15" fmla="*/ 0 h 18288"/>
              <a:gd name="csX16" fmla="*/ 10424160 w 10424160"/>
              <a:gd name="csY16" fmla="*/ 0 h 18288"/>
              <a:gd name="csX17" fmla="*/ 10424160 w 10424160"/>
              <a:gd name="csY17" fmla="*/ 18288 h 18288"/>
              <a:gd name="csX18" fmla="*/ 9729216 w 10424160"/>
              <a:gd name="csY18" fmla="*/ 18288 h 18288"/>
              <a:gd name="csX19" fmla="*/ 8930030 w 10424160"/>
              <a:gd name="csY19" fmla="*/ 18288 h 18288"/>
              <a:gd name="csX20" fmla="*/ 8130845 w 10424160"/>
              <a:gd name="csY20" fmla="*/ 18288 h 18288"/>
              <a:gd name="csX21" fmla="*/ 7644384 w 10424160"/>
              <a:gd name="csY21" fmla="*/ 18288 h 18288"/>
              <a:gd name="csX22" fmla="*/ 6740957 w 10424160"/>
              <a:gd name="csY22" fmla="*/ 18288 h 18288"/>
              <a:gd name="csX23" fmla="*/ 6046013 w 10424160"/>
              <a:gd name="csY23" fmla="*/ 18288 h 18288"/>
              <a:gd name="csX24" fmla="*/ 5663794 w 10424160"/>
              <a:gd name="csY24" fmla="*/ 18288 h 18288"/>
              <a:gd name="csX25" fmla="*/ 4968850 w 10424160"/>
              <a:gd name="csY25" fmla="*/ 18288 h 18288"/>
              <a:gd name="csX26" fmla="*/ 4378147 w 10424160"/>
              <a:gd name="csY26" fmla="*/ 18288 h 18288"/>
              <a:gd name="csX27" fmla="*/ 3787445 w 10424160"/>
              <a:gd name="csY27" fmla="*/ 18288 h 18288"/>
              <a:gd name="csX28" fmla="*/ 3196742 w 10424160"/>
              <a:gd name="csY28" fmla="*/ 18288 h 18288"/>
              <a:gd name="csX29" fmla="*/ 2606040 w 10424160"/>
              <a:gd name="csY29" fmla="*/ 18288 h 18288"/>
              <a:gd name="csX30" fmla="*/ 1806854 w 10424160"/>
              <a:gd name="csY30" fmla="*/ 18288 h 18288"/>
              <a:gd name="csX31" fmla="*/ 1111910 w 10424160"/>
              <a:gd name="csY31" fmla="*/ 18288 h 18288"/>
              <a:gd name="csX32" fmla="*/ 729691 w 10424160"/>
              <a:gd name="csY32" fmla="*/ 18288 h 18288"/>
              <a:gd name="csX33" fmla="*/ 0 w 10424160"/>
              <a:gd name="csY33" fmla="*/ 18288 h 18288"/>
              <a:gd name="csX34" fmla="*/ 0 w 10424160"/>
              <a:gd name="csY3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0424160" h="18288" fill="none" extrusionOk="0">
                <a:moveTo>
                  <a:pt x="0" y="0"/>
                </a:moveTo>
                <a:cubicBezTo>
                  <a:pt x="251416" y="-3874"/>
                  <a:pt x="479411" y="-20508"/>
                  <a:pt x="903427" y="0"/>
                </a:cubicBezTo>
                <a:cubicBezTo>
                  <a:pt x="1327443" y="20508"/>
                  <a:pt x="1177990" y="-7387"/>
                  <a:pt x="1389888" y="0"/>
                </a:cubicBezTo>
                <a:cubicBezTo>
                  <a:pt x="1601786" y="7387"/>
                  <a:pt x="1928602" y="-6697"/>
                  <a:pt x="2189074" y="0"/>
                </a:cubicBezTo>
                <a:cubicBezTo>
                  <a:pt x="2449546" y="6697"/>
                  <a:pt x="2440085" y="-21144"/>
                  <a:pt x="2675534" y="0"/>
                </a:cubicBezTo>
                <a:cubicBezTo>
                  <a:pt x="2910983" y="21144"/>
                  <a:pt x="3026158" y="-11124"/>
                  <a:pt x="3370478" y="0"/>
                </a:cubicBezTo>
                <a:cubicBezTo>
                  <a:pt x="3714798" y="11124"/>
                  <a:pt x="3864539" y="-10660"/>
                  <a:pt x="4169664" y="0"/>
                </a:cubicBezTo>
                <a:cubicBezTo>
                  <a:pt x="4474789" y="10660"/>
                  <a:pt x="4471218" y="16488"/>
                  <a:pt x="4551883" y="0"/>
                </a:cubicBezTo>
                <a:cubicBezTo>
                  <a:pt x="4632548" y="-16488"/>
                  <a:pt x="4786830" y="7986"/>
                  <a:pt x="4934102" y="0"/>
                </a:cubicBezTo>
                <a:cubicBezTo>
                  <a:pt x="5081374" y="-7986"/>
                  <a:pt x="5575881" y="-33003"/>
                  <a:pt x="5837530" y="0"/>
                </a:cubicBezTo>
                <a:cubicBezTo>
                  <a:pt x="6099179" y="33003"/>
                  <a:pt x="6305895" y="14170"/>
                  <a:pt x="6532474" y="0"/>
                </a:cubicBezTo>
                <a:cubicBezTo>
                  <a:pt x="6759053" y="-14170"/>
                  <a:pt x="6726707" y="16121"/>
                  <a:pt x="6914693" y="0"/>
                </a:cubicBezTo>
                <a:cubicBezTo>
                  <a:pt x="7102679" y="-16121"/>
                  <a:pt x="7397857" y="32594"/>
                  <a:pt x="7609637" y="0"/>
                </a:cubicBezTo>
                <a:cubicBezTo>
                  <a:pt x="7821417" y="-32594"/>
                  <a:pt x="8141235" y="-3745"/>
                  <a:pt x="8513064" y="0"/>
                </a:cubicBezTo>
                <a:cubicBezTo>
                  <a:pt x="8884893" y="3745"/>
                  <a:pt x="8877548" y="3359"/>
                  <a:pt x="9103766" y="0"/>
                </a:cubicBezTo>
                <a:cubicBezTo>
                  <a:pt x="9329984" y="-3359"/>
                  <a:pt x="9545570" y="-17843"/>
                  <a:pt x="9694469" y="0"/>
                </a:cubicBezTo>
                <a:cubicBezTo>
                  <a:pt x="9843368" y="17843"/>
                  <a:pt x="10162477" y="-1217"/>
                  <a:pt x="10424160" y="0"/>
                </a:cubicBezTo>
                <a:cubicBezTo>
                  <a:pt x="10424498" y="7640"/>
                  <a:pt x="10423710" y="11289"/>
                  <a:pt x="10424160" y="18288"/>
                </a:cubicBezTo>
                <a:cubicBezTo>
                  <a:pt x="10184680" y="20716"/>
                  <a:pt x="10034768" y="-9357"/>
                  <a:pt x="9729216" y="18288"/>
                </a:cubicBezTo>
                <a:cubicBezTo>
                  <a:pt x="9423664" y="45933"/>
                  <a:pt x="9309220" y="36372"/>
                  <a:pt x="8930030" y="18288"/>
                </a:cubicBezTo>
                <a:cubicBezTo>
                  <a:pt x="8550840" y="204"/>
                  <a:pt x="8513376" y="34707"/>
                  <a:pt x="8130845" y="18288"/>
                </a:cubicBezTo>
                <a:cubicBezTo>
                  <a:pt x="7748315" y="1869"/>
                  <a:pt x="7864674" y="19659"/>
                  <a:pt x="7644384" y="18288"/>
                </a:cubicBezTo>
                <a:cubicBezTo>
                  <a:pt x="7424094" y="16917"/>
                  <a:pt x="6947001" y="55680"/>
                  <a:pt x="6740957" y="18288"/>
                </a:cubicBezTo>
                <a:cubicBezTo>
                  <a:pt x="6534913" y="-19104"/>
                  <a:pt x="6313809" y="33391"/>
                  <a:pt x="6046013" y="18288"/>
                </a:cubicBezTo>
                <a:cubicBezTo>
                  <a:pt x="5778217" y="3185"/>
                  <a:pt x="5786775" y="1439"/>
                  <a:pt x="5663794" y="18288"/>
                </a:cubicBezTo>
                <a:cubicBezTo>
                  <a:pt x="5540813" y="35137"/>
                  <a:pt x="5204724" y="25434"/>
                  <a:pt x="4968850" y="18288"/>
                </a:cubicBezTo>
                <a:cubicBezTo>
                  <a:pt x="4732976" y="11142"/>
                  <a:pt x="4559928" y="34568"/>
                  <a:pt x="4378147" y="18288"/>
                </a:cubicBezTo>
                <a:cubicBezTo>
                  <a:pt x="4196366" y="2008"/>
                  <a:pt x="3992200" y="35409"/>
                  <a:pt x="3787445" y="18288"/>
                </a:cubicBezTo>
                <a:cubicBezTo>
                  <a:pt x="3582690" y="1167"/>
                  <a:pt x="3488876" y="-7583"/>
                  <a:pt x="3196742" y="18288"/>
                </a:cubicBezTo>
                <a:cubicBezTo>
                  <a:pt x="2904608" y="44159"/>
                  <a:pt x="2729828" y="45906"/>
                  <a:pt x="2606040" y="18288"/>
                </a:cubicBezTo>
                <a:cubicBezTo>
                  <a:pt x="2482252" y="-9330"/>
                  <a:pt x="2000672" y="-5498"/>
                  <a:pt x="1806854" y="18288"/>
                </a:cubicBezTo>
                <a:cubicBezTo>
                  <a:pt x="1613036" y="42074"/>
                  <a:pt x="1310933" y="-4240"/>
                  <a:pt x="1111910" y="18288"/>
                </a:cubicBezTo>
                <a:cubicBezTo>
                  <a:pt x="912887" y="40816"/>
                  <a:pt x="891560" y="1701"/>
                  <a:pt x="729691" y="18288"/>
                </a:cubicBezTo>
                <a:cubicBezTo>
                  <a:pt x="567822" y="34875"/>
                  <a:pt x="203025" y="34462"/>
                  <a:pt x="0" y="18288"/>
                </a:cubicBezTo>
                <a:cubicBezTo>
                  <a:pt x="-82" y="11708"/>
                  <a:pt x="-178" y="8956"/>
                  <a:pt x="0" y="0"/>
                </a:cubicBezTo>
                <a:close/>
              </a:path>
              <a:path w="10424160" h="18288" stroke="0" extrusionOk="0">
                <a:moveTo>
                  <a:pt x="0" y="0"/>
                </a:moveTo>
                <a:cubicBezTo>
                  <a:pt x="119910" y="17195"/>
                  <a:pt x="345032" y="1652"/>
                  <a:pt x="590702" y="0"/>
                </a:cubicBezTo>
                <a:cubicBezTo>
                  <a:pt x="836372" y="-1652"/>
                  <a:pt x="830717" y="-10944"/>
                  <a:pt x="972922" y="0"/>
                </a:cubicBezTo>
                <a:cubicBezTo>
                  <a:pt x="1115127" y="10944"/>
                  <a:pt x="1638708" y="17269"/>
                  <a:pt x="1876349" y="0"/>
                </a:cubicBezTo>
                <a:cubicBezTo>
                  <a:pt x="2113990" y="-17269"/>
                  <a:pt x="2263529" y="27642"/>
                  <a:pt x="2467051" y="0"/>
                </a:cubicBezTo>
                <a:cubicBezTo>
                  <a:pt x="2670573" y="-27642"/>
                  <a:pt x="2867743" y="-1552"/>
                  <a:pt x="3057754" y="0"/>
                </a:cubicBezTo>
                <a:cubicBezTo>
                  <a:pt x="3247765" y="1552"/>
                  <a:pt x="3729099" y="45169"/>
                  <a:pt x="3961181" y="0"/>
                </a:cubicBezTo>
                <a:cubicBezTo>
                  <a:pt x="4193263" y="-45169"/>
                  <a:pt x="4313735" y="4067"/>
                  <a:pt x="4447642" y="0"/>
                </a:cubicBezTo>
                <a:cubicBezTo>
                  <a:pt x="4581549" y="-4067"/>
                  <a:pt x="5123626" y="11867"/>
                  <a:pt x="5351069" y="0"/>
                </a:cubicBezTo>
                <a:cubicBezTo>
                  <a:pt x="5578512" y="-11867"/>
                  <a:pt x="6044105" y="-19983"/>
                  <a:pt x="6254496" y="0"/>
                </a:cubicBezTo>
                <a:cubicBezTo>
                  <a:pt x="6464887" y="19983"/>
                  <a:pt x="6664731" y="4232"/>
                  <a:pt x="6949440" y="0"/>
                </a:cubicBezTo>
                <a:cubicBezTo>
                  <a:pt x="7234149" y="-4232"/>
                  <a:pt x="7497205" y="28731"/>
                  <a:pt x="7852867" y="0"/>
                </a:cubicBezTo>
                <a:cubicBezTo>
                  <a:pt x="8208529" y="-28731"/>
                  <a:pt x="8287556" y="2616"/>
                  <a:pt x="8443570" y="0"/>
                </a:cubicBezTo>
                <a:cubicBezTo>
                  <a:pt x="8599584" y="-2616"/>
                  <a:pt x="8871283" y="-14113"/>
                  <a:pt x="9034272" y="0"/>
                </a:cubicBezTo>
                <a:cubicBezTo>
                  <a:pt x="9197261" y="14113"/>
                  <a:pt x="9604978" y="-35623"/>
                  <a:pt x="9833458" y="0"/>
                </a:cubicBezTo>
                <a:cubicBezTo>
                  <a:pt x="10061938" y="35623"/>
                  <a:pt x="10231944" y="-8194"/>
                  <a:pt x="10424160" y="0"/>
                </a:cubicBezTo>
                <a:cubicBezTo>
                  <a:pt x="10424285" y="4395"/>
                  <a:pt x="10424085" y="9776"/>
                  <a:pt x="10424160" y="18288"/>
                </a:cubicBezTo>
                <a:cubicBezTo>
                  <a:pt x="10058736" y="-5772"/>
                  <a:pt x="9942989" y="-18764"/>
                  <a:pt x="9624974" y="18288"/>
                </a:cubicBezTo>
                <a:cubicBezTo>
                  <a:pt x="9306959" y="55340"/>
                  <a:pt x="9229263" y="24995"/>
                  <a:pt x="8930030" y="18288"/>
                </a:cubicBezTo>
                <a:cubicBezTo>
                  <a:pt x="8630797" y="11581"/>
                  <a:pt x="8647263" y="10931"/>
                  <a:pt x="8547811" y="18288"/>
                </a:cubicBezTo>
                <a:cubicBezTo>
                  <a:pt x="8448359" y="25645"/>
                  <a:pt x="8173221" y="219"/>
                  <a:pt x="8061350" y="18288"/>
                </a:cubicBezTo>
                <a:cubicBezTo>
                  <a:pt x="7949479" y="36357"/>
                  <a:pt x="7437002" y="17516"/>
                  <a:pt x="7157923" y="18288"/>
                </a:cubicBezTo>
                <a:cubicBezTo>
                  <a:pt x="6878844" y="19060"/>
                  <a:pt x="6610241" y="8864"/>
                  <a:pt x="6462979" y="18288"/>
                </a:cubicBezTo>
                <a:cubicBezTo>
                  <a:pt x="6315717" y="27712"/>
                  <a:pt x="6124879" y="4989"/>
                  <a:pt x="5976518" y="18288"/>
                </a:cubicBezTo>
                <a:cubicBezTo>
                  <a:pt x="5828157" y="31587"/>
                  <a:pt x="5566880" y="7112"/>
                  <a:pt x="5281574" y="18288"/>
                </a:cubicBezTo>
                <a:cubicBezTo>
                  <a:pt x="4996268" y="29464"/>
                  <a:pt x="5085614" y="20493"/>
                  <a:pt x="4899355" y="18288"/>
                </a:cubicBezTo>
                <a:cubicBezTo>
                  <a:pt x="4713096" y="16083"/>
                  <a:pt x="4606138" y="34359"/>
                  <a:pt x="4517136" y="18288"/>
                </a:cubicBezTo>
                <a:cubicBezTo>
                  <a:pt x="4428134" y="2217"/>
                  <a:pt x="4125335" y="52414"/>
                  <a:pt x="3822192" y="18288"/>
                </a:cubicBezTo>
                <a:cubicBezTo>
                  <a:pt x="3519049" y="-15838"/>
                  <a:pt x="3453132" y="3859"/>
                  <a:pt x="3335731" y="18288"/>
                </a:cubicBezTo>
                <a:cubicBezTo>
                  <a:pt x="3218330" y="32717"/>
                  <a:pt x="2718749" y="-13936"/>
                  <a:pt x="2536546" y="18288"/>
                </a:cubicBezTo>
                <a:cubicBezTo>
                  <a:pt x="2354343" y="50512"/>
                  <a:pt x="2190669" y="3238"/>
                  <a:pt x="2050085" y="18288"/>
                </a:cubicBezTo>
                <a:cubicBezTo>
                  <a:pt x="1909501" y="33338"/>
                  <a:pt x="1520975" y="3062"/>
                  <a:pt x="1250899" y="18288"/>
                </a:cubicBezTo>
                <a:cubicBezTo>
                  <a:pt x="980823" y="33514"/>
                  <a:pt x="992936" y="28036"/>
                  <a:pt x="868680" y="18288"/>
                </a:cubicBezTo>
                <a:cubicBezTo>
                  <a:pt x="744424" y="8540"/>
                  <a:pt x="230364" y="33365"/>
                  <a:pt x="0" y="18288"/>
                </a:cubicBezTo>
                <a:cubicBezTo>
                  <a:pt x="-504" y="12101"/>
                  <a:pt x="-591" y="771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68FC6FFF-5C14-00E6-DEE7-0F99CE91297E}"/>
              </a:ext>
            </a:extLst>
          </p:cNvPr>
          <p:cNvGraphicFramePr>
            <a:graphicFrameLocks noGrp="1"/>
          </p:cNvGraphicFramePr>
          <p:nvPr>
            <p:ph idx="1"/>
            <p:extLst>
              <p:ext uri="{D42A27DB-BD31-4B8C-83A1-F6EECF244321}">
                <p14:modId xmlns:p14="http://schemas.microsoft.com/office/powerpoint/2010/main" val="1828684159"/>
              </p:ext>
            </p:extLst>
          </p:nvPr>
        </p:nvGraphicFramePr>
        <p:xfrm>
          <a:off x="838200" y="2228087"/>
          <a:ext cx="10515600" cy="394887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6199891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9149DD-8BB7-1EAE-4C79-A44E2E30068A}"/>
              </a:ext>
            </a:extLst>
          </p:cNvPr>
          <p:cNvSpPr>
            <a:spLocks noGrp="1"/>
          </p:cNvSpPr>
          <p:nvPr>
            <p:ph type="title"/>
          </p:nvPr>
        </p:nvSpPr>
        <p:spPr>
          <a:xfrm>
            <a:off x="838200" y="365125"/>
            <a:ext cx="10515600" cy="1325563"/>
          </a:xfrm>
        </p:spPr>
        <p:txBody>
          <a:bodyPr>
            <a:normAutofit/>
          </a:bodyPr>
          <a:lstStyle/>
          <a:p>
            <a:r>
              <a:rPr lang="en-US" sz="5400"/>
              <a:t>Role of Node Pools</a:t>
            </a:r>
          </a:p>
        </p:txBody>
      </p:sp>
      <p:sp>
        <p:nvSpPr>
          <p:cNvPr id="13"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832FE40-9216-3877-8297-23F75598F452}"/>
              </a:ext>
            </a:extLst>
          </p:cNvPr>
          <p:cNvSpPr>
            <a:spLocks noGrp="1"/>
          </p:cNvSpPr>
          <p:nvPr>
            <p:ph idx="1"/>
          </p:nvPr>
        </p:nvSpPr>
        <p:spPr>
          <a:xfrm>
            <a:off x="838200" y="2028774"/>
            <a:ext cx="10515600" cy="4251960"/>
          </a:xfrm>
        </p:spPr>
        <p:txBody>
          <a:bodyPr>
            <a:normAutofit/>
          </a:bodyPr>
          <a:lstStyle/>
          <a:p>
            <a:pPr marL="0" indent="0">
              <a:spcBef>
                <a:spcPts val="1200"/>
              </a:spcBef>
              <a:buNone/>
            </a:pPr>
            <a:r>
              <a:rPr lang="en-US" sz="2200" dirty="0"/>
              <a:t>Think of an AKS cluster as:</a:t>
            </a:r>
          </a:p>
          <a:p>
            <a:pPr lvl="1">
              <a:spcBef>
                <a:spcPts val="1200"/>
              </a:spcBef>
            </a:pPr>
            <a:r>
              <a:rPr lang="en-US" sz="2200" b="1" dirty="0"/>
              <a:t>Control plane</a:t>
            </a:r>
            <a:r>
              <a:rPr lang="en-US" sz="2200" dirty="0"/>
              <a:t> (managed by Azure)</a:t>
            </a:r>
          </a:p>
          <a:p>
            <a:pPr lvl="1">
              <a:spcBef>
                <a:spcPts val="1200"/>
              </a:spcBef>
            </a:pPr>
            <a:r>
              <a:rPr lang="en-US" sz="2200" b="1" dirty="0"/>
              <a:t>One or more node pools</a:t>
            </a:r>
            <a:r>
              <a:rPr lang="en-US" sz="2200" dirty="0"/>
              <a:t> (your worker capacity)</a:t>
            </a:r>
          </a:p>
          <a:p>
            <a:pPr marL="0" indent="0">
              <a:spcBef>
                <a:spcPts val="1200"/>
              </a:spcBef>
              <a:buNone/>
            </a:pPr>
            <a:r>
              <a:rPr lang="en-US" sz="2200" dirty="0"/>
              <a:t>Node pools are how you:</a:t>
            </a:r>
          </a:p>
          <a:p>
            <a:pPr lvl="1">
              <a:spcBef>
                <a:spcPts val="1200"/>
              </a:spcBef>
            </a:pPr>
            <a:r>
              <a:rPr lang="en-US" sz="2200" dirty="0"/>
              <a:t>Provide different “shapes” of compute (CPU/memory-heavy, GPU, Windows, etc.),</a:t>
            </a:r>
          </a:p>
          <a:p>
            <a:pPr lvl="1">
              <a:spcBef>
                <a:spcPts val="1200"/>
              </a:spcBef>
            </a:pPr>
            <a:r>
              <a:rPr lang="en-US" sz="2200" dirty="0"/>
              <a:t>Isolate noisy neighbors,</a:t>
            </a:r>
          </a:p>
          <a:p>
            <a:pPr lvl="1">
              <a:spcBef>
                <a:spcPts val="1200"/>
              </a:spcBef>
            </a:pPr>
            <a:r>
              <a:rPr lang="en-US" sz="2200" dirty="0"/>
              <a:t>Control upgrades safely (upgrade one pool at a time),</a:t>
            </a:r>
          </a:p>
          <a:p>
            <a:pPr lvl="1">
              <a:spcBef>
                <a:spcPts val="1200"/>
              </a:spcBef>
            </a:pPr>
            <a:r>
              <a:rPr lang="en-US" sz="2200" dirty="0"/>
              <a:t>Align with availability/reliability goals (e.g., zone-aware pools).</a:t>
            </a:r>
          </a:p>
          <a:p>
            <a:pPr marL="0" indent="0">
              <a:buNone/>
            </a:pPr>
            <a:endParaRPr lang="en-US" sz="2200" dirty="0"/>
          </a:p>
        </p:txBody>
      </p:sp>
    </p:spTree>
    <p:extLst>
      <p:ext uri="{BB962C8B-B14F-4D97-AF65-F5344CB8AC3E}">
        <p14:creationId xmlns:p14="http://schemas.microsoft.com/office/powerpoint/2010/main" val="6123581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CD7899-7AFB-EDF5-2D83-3AF68E652042}"/>
              </a:ext>
            </a:extLst>
          </p:cNvPr>
          <p:cNvSpPr>
            <a:spLocks noGrp="1"/>
          </p:cNvSpPr>
          <p:nvPr>
            <p:ph type="title"/>
          </p:nvPr>
        </p:nvSpPr>
        <p:spPr>
          <a:xfrm>
            <a:off x="838200" y="365125"/>
            <a:ext cx="10515600" cy="1325563"/>
          </a:xfrm>
        </p:spPr>
        <p:txBody>
          <a:bodyPr>
            <a:normAutofit/>
          </a:bodyPr>
          <a:lstStyle/>
          <a:p>
            <a:r>
              <a:rPr lang="en-US" sz="5400"/>
              <a:t>Node Pools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2">
            <a:extLst>
              <a:ext uri="{FF2B5EF4-FFF2-40B4-BE49-F238E27FC236}">
                <a16:creationId xmlns:a16="http://schemas.microsoft.com/office/drawing/2014/main" id="{38FF405A-6C75-0B44-08DA-DC78FCB3243E}"/>
              </a:ext>
            </a:extLst>
          </p:cNvPr>
          <p:cNvSpPr>
            <a:spLocks noGrp="1"/>
          </p:cNvSpPr>
          <p:nvPr>
            <p:ph idx="1"/>
          </p:nvPr>
        </p:nvSpPr>
        <p:spPr>
          <a:xfrm>
            <a:off x="838199" y="2197738"/>
            <a:ext cx="11088757" cy="4251960"/>
          </a:xfrm>
        </p:spPr>
        <p:txBody>
          <a:bodyPr>
            <a:normAutofit/>
          </a:bodyPr>
          <a:lstStyle/>
          <a:p>
            <a:pPr>
              <a:spcAft>
                <a:spcPts val="600"/>
              </a:spcAft>
            </a:pPr>
            <a:r>
              <a:rPr lang="en-US" sz="2400" dirty="0"/>
              <a:t>The AKS cluster must use the Standard SKU load balancer to use multiple node pools. This feature isn't supported with Basic SKU load balancers.</a:t>
            </a:r>
          </a:p>
          <a:p>
            <a:pPr>
              <a:spcAft>
                <a:spcPts val="600"/>
              </a:spcAft>
            </a:pPr>
            <a:r>
              <a:rPr lang="en-US" sz="2400" dirty="0"/>
              <a:t>The AKS cluster must use Virtual Machine Scale Sets for the nodes.</a:t>
            </a:r>
          </a:p>
          <a:p>
            <a:pPr>
              <a:spcAft>
                <a:spcPts val="600"/>
              </a:spcAft>
            </a:pPr>
            <a:r>
              <a:rPr lang="en-US" sz="2400" dirty="0"/>
              <a:t>All node pools must reside in the same virtual network.</a:t>
            </a:r>
          </a:p>
          <a:p>
            <a:pPr>
              <a:spcAft>
                <a:spcPts val="600"/>
              </a:spcAft>
            </a:pPr>
            <a:r>
              <a:rPr lang="en-US" sz="2400" dirty="0"/>
              <a:t>You can't change the virtual machine (VM) size of a node pool after you create it.</a:t>
            </a:r>
          </a:p>
          <a:p>
            <a:r>
              <a:rPr lang="en-US" sz="2400" dirty="0"/>
              <a:t>When you create multiple node pools at cluster creation time, the Kubernetes versions for the node pools must match the version set for the control plane. You can make updates after provisioning the cluster using per node pool operations.</a:t>
            </a:r>
          </a:p>
        </p:txBody>
      </p:sp>
    </p:spTree>
    <p:extLst>
      <p:ext uri="{BB962C8B-B14F-4D97-AF65-F5344CB8AC3E}">
        <p14:creationId xmlns:p14="http://schemas.microsoft.com/office/powerpoint/2010/main" val="38426969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B108BA-CE66-2908-88CD-284D3F55490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BE0EBD9-543C-DF01-01FB-12871320253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Creating Node Pools</a:t>
            </a:r>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407440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1C7848-32E7-6008-4D6D-C35BF30B146B}"/>
              </a:ext>
            </a:extLst>
          </p:cNvPr>
          <p:cNvSpPr>
            <a:spLocks noGrp="1"/>
          </p:cNvSpPr>
          <p:nvPr>
            <p:ph type="title"/>
          </p:nvPr>
        </p:nvSpPr>
        <p:spPr>
          <a:xfrm>
            <a:off x="838200" y="365125"/>
            <a:ext cx="10515600" cy="1325563"/>
          </a:xfrm>
        </p:spPr>
        <p:txBody>
          <a:bodyPr>
            <a:normAutofit/>
          </a:bodyPr>
          <a:lstStyle/>
          <a:p>
            <a:r>
              <a:rPr lang="en-US" sz="5400"/>
              <a:t>Node Pool Types</a:t>
            </a:r>
          </a:p>
        </p:txBody>
      </p:sp>
      <p:sp>
        <p:nvSpPr>
          <p:cNvPr id="1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0951A02-0D04-3561-B915-0E412BEBF915}"/>
              </a:ext>
            </a:extLst>
          </p:cNvPr>
          <p:cNvSpPr>
            <a:spLocks noGrp="1"/>
          </p:cNvSpPr>
          <p:nvPr>
            <p:ph idx="1"/>
          </p:nvPr>
        </p:nvSpPr>
        <p:spPr>
          <a:xfrm>
            <a:off x="838200" y="2028774"/>
            <a:ext cx="10515600" cy="4251960"/>
          </a:xfrm>
        </p:spPr>
        <p:txBody>
          <a:bodyPr>
            <a:normAutofit/>
          </a:bodyPr>
          <a:lstStyle/>
          <a:p>
            <a:pPr marL="0" indent="0">
              <a:buNone/>
            </a:pPr>
            <a:r>
              <a:rPr lang="en-US" sz="2200" b="1" dirty="0"/>
              <a:t>System vs User node pools</a:t>
            </a:r>
          </a:p>
          <a:p>
            <a:pPr marL="0" indent="0">
              <a:spcAft>
                <a:spcPts val="1200"/>
              </a:spcAft>
              <a:buNone/>
            </a:pPr>
            <a:r>
              <a:rPr lang="en-US" sz="2200" dirty="0"/>
              <a:t>AKS has two node pool </a:t>
            </a:r>
            <a:r>
              <a:rPr lang="en-US" sz="2200" b="1" dirty="0"/>
              <a:t>modes</a:t>
            </a:r>
            <a:r>
              <a:rPr lang="en-US" sz="2200" dirty="0"/>
              <a:t>:</a:t>
            </a:r>
          </a:p>
          <a:p>
            <a:pPr lvl="1"/>
            <a:r>
              <a:rPr lang="en-US" sz="2200" b="1" dirty="0"/>
              <a:t>System node pools</a:t>
            </a:r>
            <a:r>
              <a:rPr lang="en-US" sz="2200" dirty="0"/>
              <a:t> meant to host </a:t>
            </a:r>
            <a:r>
              <a:rPr lang="en-US" sz="2200" b="1" dirty="0"/>
              <a:t>critical system pods</a:t>
            </a:r>
            <a:r>
              <a:rPr lang="en-US" sz="2200" dirty="0"/>
              <a:t> (like </a:t>
            </a:r>
            <a:r>
              <a:rPr lang="en-US" sz="2200" dirty="0" err="1"/>
              <a:t>CoreDNS</a:t>
            </a:r>
            <a:r>
              <a:rPr lang="en-US" sz="2200" dirty="0"/>
              <a:t>, metrics-server). Best practice is to keep system components on dedicated capacity.</a:t>
            </a:r>
          </a:p>
          <a:p>
            <a:pPr lvl="1"/>
            <a:r>
              <a:rPr lang="en-US" sz="2200" b="1" dirty="0"/>
              <a:t>User node pools</a:t>
            </a:r>
            <a:r>
              <a:rPr lang="en-US" sz="2200" dirty="0"/>
              <a:t>: intended for </a:t>
            </a:r>
            <a:r>
              <a:rPr lang="en-US" sz="2200" b="1" dirty="0"/>
              <a:t>application pods</a:t>
            </a:r>
            <a:r>
              <a:rPr lang="en-US" sz="2200" dirty="0"/>
              <a:t>.</a:t>
            </a:r>
          </a:p>
          <a:p>
            <a:pPr marL="0" indent="0">
              <a:buNone/>
            </a:pPr>
            <a:endParaRPr lang="en-US" sz="2200" dirty="0"/>
          </a:p>
          <a:p>
            <a:pPr marL="0" indent="0">
              <a:buNone/>
            </a:pPr>
            <a:r>
              <a:rPr lang="en-US" sz="2200" dirty="0"/>
              <a:t>This distinction matters for reliability/operations: you generally don’t want your app scaling/evictions to starve the platform pods.</a:t>
            </a:r>
          </a:p>
          <a:p>
            <a:pPr marL="0" indent="0">
              <a:buNone/>
            </a:pPr>
            <a:endParaRPr lang="en-US" sz="2200" dirty="0"/>
          </a:p>
          <a:p>
            <a:pPr>
              <a:lnSpc>
                <a:spcPts val="1425"/>
              </a:lnSpc>
              <a:buNone/>
            </a:pPr>
            <a:r>
              <a:rPr lang="en-US" sz="2400" b="0" dirty="0" err="1">
                <a:solidFill>
                  <a:srgbClr val="CE9178"/>
                </a:solidFill>
                <a:effectLst/>
                <a:latin typeface="Consolas" panose="020B0609020204030204" pitchFamily="49" charset="0"/>
              </a:rPr>
              <a:t>CriticalAddonsOnly</a:t>
            </a:r>
            <a:r>
              <a:rPr lang="en-US" sz="2400" b="0" dirty="0">
                <a:solidFill>
                  <a:srgbClr val="CE9178"/>
                </a:solidFill>
                <a:effectLst/>
                <a:latin typeface="Consolas" panose="020B0609020204030204" pitchFamily="49" charset="0"/>
              </a:rPr>
              <a:t>=</a:t>
            </a:r>
            <a:r>
              <a:rPr lang="en-US" sz="2400" b="0" dirty="0" err="1">
                <a:solidFill>
                  <a:srgbClr val="569CD6"/>
                </a:solidFill>
                <a:effectLst/>
                <a:latin typeface="Consolas" panose="020B0609020204030204" pitchFamily="49" charset="0"/>
              </a:rPr>
              <a:t>true</a:t>
            </a:r>
            <a:r>
              <a:rPr lang="en-US" sz="2400" b="0" dirty="0" err="1">
                <a:solidFill>
                  <a:srgbClr val="CE9178"/>
                </a:solidFill>
                <a:effectLst/>
                <a:latin typeface="Consolas" panose="020B0609020204030204" pitchFamily="49" charset="0"/>
              </a:rPr>
              <a:t>:NoSchedule</a:t>
            </a:r>
            <a:endParaRPr lang="en-US" sz="2400" b="0" dirty="0">
              <a:solidFill>
                <a:srgbClr val="D4D4D4"/>
              </a:solidFill>
              <a:effectLst/>
              <a:latin typeface="Consolas" panose="020B0609020204030204" pitchFamily="49" charset="0"/>
            </a:endParaRPr>
          </a:p>
          <a:p>
            <a:pPr marL="0" indent="0">
              <a:buNone/>
            </a:pPr>
            <a:endParaRPr lang="en-US" sz="2200" dirty="0"/>
          </a:p>
        </p:txBody>
      </p:sp>
    </p:spTree>
    <p:extLst>
      <p:ext uri="{BB962C8B-B14F-4D97-AF65-F5344CB8AC3E}">
        <p14:creationId xmlns:p14="http://schemas.microsoft.com/office/powerpoint/2010/main" val="34982162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65FD7A5-A0D9-95CF-C334-946D9702BF6A}"/>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1E1385E-5043-ED5A-C5D2-C0488A3B05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9B8835-705B-C04B-E0F7-50ABC3E1C154}"/>
              </a:ext>
            </a:extLst>
          </p:cNvPr>
          <p:cNvSpPr>
            <a:spLocks noGrp="1"/>
          </p:cNvSpPr>
          <p:nvPr>
            <p:ph type="title"/>
          </p:nvPr>
        </p:nvSpPr>
        <p:spPr>
          <a:xfrm>
            <a:off x="838200" y="365125"/>
            <a:ext cx="10515600" cy="1325563"/>
          </a:xfrm>
        </p:spPr>
        <p:txBody>
          <a:bodyPr>
            <a:normAutofit/>
          </a:bodyPr>
          <a:lstStyle/>
          <a:p>
            <a:r>
              <a:rPr lang="en-US" sz="5400" dirty="0"/>
              <a:t>System Node Pools</a:t>
            </a:r>
          </a:p>
        </p:txBody>
      </p:sp>
      <p:sp>
        <p:nvSpPr>
          <p:cNvPr id="17" name="sketch line">
            <a:extLst>
              <a:ext uri="{FF2B5EF4-FFF2-40B4-BE49-F238E27FC236}">
                <a16:creationId xmlns:a16="http://schemas.microsoft.com/office/drawing/2014/main" id="{F93EB6F1-22D3-7B59-B5A0-079B4E3774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6BF8D70-5021-2E9A-ADEC-6A67E70F63A6}"/>
              </a:ext>
            </a:extLst>
          </p:cNvPr>
          <p:cNvSpPr>
            <a:spLocks noGrp="1"/>
          </p:cNvSpPr>
          <p:nvPr>
            <p:ph idx="1"/>
          </p:nvPr>
        </p:nvSpPr>
        <p:spPr>
          <a:xfrm>
            <a:off x="838201" y="2028774"/>
            <a:ext cx="3982278" cy="1861753"/>
          </a:xfrm>
        </p:spPr>
        <p:txBody>
          <a:bodyPr>
            <a:normAutofit/>
          </a:bodyPr>
          <a:lstStyle/>
          <a:p>
            <a:r>
              <a:rPr lang="en-US" sz="2400" dirty="0"/>
              <a:t>Must support min 30 pods</a:t>
            </a:r>
          </a:p>
          <a:p>
            <a:r>
              <a:rPr lang="en-US" sz="2400" dirty="0"/>
              <a:t>Must be running Linux</a:t>
            </a:r>
          </a:p>
          <a:p>
            <a:r>
              <a:rPr lang="en-US" sz="2400" dirty="0"/>
              <a:t>At least 2 nodes</a:t>
            </a:r>
          </a:p>
          <a:p>
            <a:r>
              <a:rPr lang="en-US" sz="2400" dirty="0"/>
              <a:t>Min 4 vCPU and 4 GB</a:t>
            </a:r>
          </a:p>
          <a:p>
            <a:endParaRPr lang="en-US" sz="2400" dirty="0"/>
          </a:p>
        </p:txBody>
      </p:sp>
      <p:sp>
        <p:nvSpPr>
          <p:cNvPr id="4" name="TextBox 3">
            <a:extLst>
              <a:ext uri="{FF2B5EF4-FFF2-40B4-BE49-F238E27FC236}">
                <a16:creationId xmlns:a16="http://schemas.microsoft.com/office/drawing/2014/main" id="{3367DFE3-629C-2392-1951-92D4132A03D9}"/>
              </a:ext>
            </a:extLst>
          </p:cNvPr>
          <p:cNvSpPr txBox="1"/>
          <p:nvPr/>
        </p:nvSpPr>
        <p:spPr>
          <a:xfrm>
            <a:off x="838200" y="3890527"/>
            <a:ext cx="4771050" cy="2554545"/>
          </a:xfrm>
          <a:prstGeom prst="rect">
            <a:avLst/>
          </a:prstGeom>
          <a:noFill/>
        </p:spPr>
        <p:txBody>
          <a:bodyPr wrap="none" rtlCol="0">
            <a:spAutoFit/>
          </a:bodyPr>
          <a:lstStyle/>
          <a:p>
            <a:r>
              <a:rPr lang="en-US" sz="2000" dirty="0"/>
              <a:t>… </a:t>
            </a:r>
          </a:p>
          <a:p>
            <a:r>
              <a:rPr lang="en-US" sz="2000" dirty="0"/>
              <a:t>  </a:t>
            </a:r>
            <a:r>
              <a:rPr lang="en-US" sz="2000" dirty="0">
                <a:highlight>
                  <a:srgbClr val="FFFF00"/>
                </a:highlight>
              </a:rPr>
              <a:t>"mode": "System",</a:t>
            </a:r>
          </a:p>
          <a:p>
            <a:r>
              <a:rPr lang="en-US" sz="2000" dirty="0"/>
              <a:t>  </a:t>
            </a:r>
            <a:r>
              <a:rPr lang="en-US" sz="2000" dirty="0">
                <a:highlight>
                  <a:srgbClr val="FFFF00"/>
                </a:highlight>
              </a:rPr>
              <a:t>"name": "</a:t>
            </a:r>
            <a:r>
              <a:rPr lang="en-US" sz="2000" dirty="0" err="1">
                <a:highlight>
                  <a:srgbClr val="FFFF00"/>
                </a:highlight>
              </a:rPr>
              <a:t>systempool</a:t>
            </a:r>
            <a:r>
              <a:rPr lang="en-US" sz="2000" dirty="0">
                <a:highlight>
                  <a:srgbClr val="FFFF00"/>
                </a:highlight>
              </a:rPr>
              <a:t>",</a:t>
            </a:r>
          </a:p>
          <a:p>
            <a:r>
              <a:rPr lang="en-US" sz="2000" dirty="0"/>
              <a:t>  …</a:t>
            </a:r>
          </a:p>
          <a:p>
            <a:r>
              <a:rPr lang="en-US" sz="2000" dirty="0"/>
              <a:t>  "</a:t>
            </a:r>
            <a:r>
              <a:rPr lang="en-US" sz="2000" dirty="0" err="1"/>
              <a:t>nodeTaints</a:t>
            </a:r>
            <a:r>
              <a:rPr lang="en-US" sz="2000" dirty="0"/>
              <a:t>": [</a:t>
            </a:r>
          </a:p>
          <a:p>
            <a:r>
              <a:rPr lang="en-US" sz="2000" dirty="0"/>
              <a:t>    </a:t>
            </a:r>
            <a:r>
              <a:rPr lang="en-US" sz="2000" dirty="0">
                <a:highlight>
                  <a:srgbClr val="FFFF00"/>
                </a:highlight>
              </a:rPr>
              <a:t>"</a:t>
            </a:r>
            <a:r>
              <a:rPr lang="en-US" sz="2000" dirty="0" err="1">
                <a:highlight>
                  <a:srgbClr val="FFFF00"/>
                </a:highlight>
              </a:rPr>
              <a:t>CriticalAddonsOnly</a:t>
            </a:r>
            <a:r>
              <a:rPr lang="en-US" sz="2000" dirty="0">
                <a:highlight>
                  <a:srgbClr val="FFFF00"/>
                </a:highlight>
              </a:rPr>
              <a:t>=</a:t>
            </a:r>
            <a:r>
              <a:rPr lang="en-US" sz="2000" dirty="0" err="1">
                <a:highlight>
                  <a:srgbClr val="FFFF00"/>
                </a:highlight>
              </a:rPr>
              <a:t>true:NoSchedule</a:t>
            </a:r>
            <a:r>
              <a:rPr lang="en-US" sz="2000" dirty="0">
                <a:highlight>
                  <a:srgbClr val="FFFF00"/>
                </a:highlight>
              </a:rPr>
              <a:t>"</a:t>
            </a:r>
          </a:p>
          <a:p>
            <a:r>
              <a:rPr lang="en-US" sz="2000" dirty="0"/>
              <a:t>  ],</a:t>
            </a:r>
          </a:p>
          <a:p>
            <a:r>
              <a:rPr lang="en-US" sz="2000" dirty="0"/>
              <a:t>…</a:t>
            </a:r>
          </a:p>
        </p:txBody>
      </p:sp>
      <p:sp>
        <p:nvSpPr>
          <p:cNvPr id="5" name="Content Placeholder 2">
            <a:extLst>
              <a:ext uri="{FF2B5EF4-FFF2-40B4-BE49-F238E27FC236}">
                <a16:creationId xmlns:a16="http://schemas.microsoft.com/office/drawing/2014/main" id="{496921FA-D64A-2E76-B317-58AF58475614}"/>
              </a:ext>
            </a:extLst>
          </p:cNvPr>
          <p:cNvSpPr txBox="1">
            <a:spLocks/>
          </p:cNvSpPr>
          <p:nvPr/>
        </p:nvSpPr>
        <p:spPr>
          <a:xfrm>
            <a:off x="5218043" y="2028773"/>
            <a:ext cx="6510131" cy="1861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You can delete the system node pool if you have another system node pool to take its place in the AKS cluster. Otherwise, you can't delete the system node pool.</a:t>
            </a:r>
          </a:p>
        </p:txBody>
      </p:sp>
    </p:spTree>
    <p:extLst>
      <p:ext uri="{BB962C8B-B14F-4D97-AF65-F5344CB8AC3E}">
        <p14:creationId xmlns:p14="http://schemas.microsoft.com/office/powerpoint/2010/main" val="14955058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4B174C-01C2-451B-1DFC-BC4D4860617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CE4985C-91DE-3139-647A-25E4EEC09A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A3E193B-F098-322B-441F-548D657C48E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E4B95596-46B0-5907-861B-BB7E7C0A801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System Node Pools</a:t>
            </a:r>
          </a:p>
        </p:txBody>
      </p:sp>
      <p:sp>
        <p:nvSpPr>
          <p:cNvPr id="10" name="sketch line">
            <a:extLst>
              <a:ext uri="{FF2B5EF4-FFF2-40B4-BE49-F238E27FC236}">
                <a16:creationId xmlns:a16="http://schemas.microsoft.com/office/drawing/2014/main" id="{9E12D8AE-3BEF-8235-100F-B4EC192FE9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93158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FF9A83D-F5B0-DB7B-FEB9-42D00122B485}"/>
              </a:ext>
            </a:extLst>
          </p:cNvPr>
          <p:cNvSpPr>
            <a:spLocks noGrp="1"/>
          </p:cNvSpPr>
          <p:nvPr>
            <p:ph type="title"/>
          </p:nvPr>
        </p:nvSpPr>
        <p:spPr>
          <a:xfrm>
            <a:off x="838200" y="365125"/>
            <a:ext cx="10515600" cy="1325563"/>
          </a:xfrm>
        </p:spPr>
        <p:txBody>
          <a:bodyPr>
            <a:normAutofit/>
          </a:bodyPr>
          <a:lstStyle/>
          <a:p>
            <a:r>
              <a:rPr lang="en-US" sz="5400"/>
              <a:t>Node Pool Types</a:t>
            </a:r>
          </a:p>
        </p:txBody>
      </p:sp>
      <p:sp>
        <p:nvSpPr>
          <p:cNvPr id="1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5C0D3D9-0B5F-4F19-76C6-8680325163A3}"/>
              </a:ext>
            </a:extLst>
          </p:cNvPr>
          <p:cNvSpPr>
            <a:spLocks noGrp="1"/>
          </p:cNvSpPr>
          <p:nvPr>
            <p:ph idx="1"/>
          </p:nvPr>
        </p:nvSpPr>
        <p:spPr>
          <a:xfrm>
            <a:off x="838200" y="2028774"/>
            <a:ext cx="10515600" cy="4251960"/>
          </a:xfrm>
        </p:spPr>
        <p:txBody>
          <a:bodyPr>
            <a:normAutofit/>
          </a:bodyPr>
          <a:lstStyle/>
          <a:p>
            <a:pPr marL="0" indent="0">
              <a:buNone/>
            </a:pPr>
            <a:r>
              <a:rPr lang="en-US" sz="2200" b="1" dirty="0"/>
              <a:t>Linux vs Windows node pools</a:t>
            </a:r>
          </a:p>
          <a:p>
            <a:pPr>
              <a:spcBef>
                <a:spcPts val="2400"/>
              </a:spcBef>
            </a:pPr>
            <a:r>
              <a:rPr lang="en-US" sz="2200" dirty="0"/>
              <a:t>AKS supports adding node pools with </a:t>
            </a:r>
            <a:r>
              <a:rPr lang="en-US" sz="2200" b="1" dirty="0"/>
              <a:t>Linux or Windows</a:t>
            </a:r>
            <a:r>
              <a:rPr lang="en-US" sz="2200" dirty="0"/>
              <a:t> OS types (commonly used when you need Windows container)</a:t>
            </a:r>
          </a:p>
          <a:p>
            <a:pPr>
              <a:spcBef>
                <a:spcPts val="2400"/>
              </a:spcBef>
            </a:pPr>
            <a:r>
              <a:rPr lang="en-US" sz="2200" dirty="0"/>
              <a:t>The name of a node pool can only contain lower case alphanumeric characters and must begin with a lowercase letter.</a:t>
            </a:r>
          </a:p>
          <a:p>
            <a:pPr>
              <a:spcBef>
                <a:spcPts val="2400"/>
              </a:spcBef>
            </a:pPr>
            <a:r>
              <a:rPr lang="en-US" sz="2200" dirty="0"/>
              <a:t>For Linux node pools, the length must be between 1-12 characters</a:t>
            </a:r>
          </a:p>
          <a:p>
            <a:pPr>
              <a:spcBef>
                <a:spcPts val="2400"/>
              </a:spcBef>
            </a:pPr>
            <a:r>
              <a:rPr lang="en-US" sz="2200" dirty="0"/>
              <a:t>For Windows node pools, the length must be between 1-6 characters</a:t>
            </a:r>
          </a:p>
          <a:p>
            <a:pPr marL="0" indent="0">
              <a:buNone/>
            </a:pPr>
            <a:endParaRPr lang="en-US" sz="2200" dirty="0"/>
          </a:p>
        </p:txBody>
      </p:sp>
    </p:spTree>
    <p:extLst>
      <p:ext uri="{BB962C8B-B14F-4D97-AF65-F5344CB8AC3E}">
        <p14:creationId xmlns:p14="http://schemas.microsoft.com/office/powerpoint/2010/main" val="42757001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F1941A-B372-995B-6115-7C7A0F5B6D16}"/>
              </a:ext>
            </a:extLst>
          </p:cNvPr>
          <p:cNvSpPr>
            <a:spLocks noGrp="1"/>
          </p:cNvSpPr>
          <p:nvPr>
            <p:ph type="title"/>
          </p:nvPr>
        </p:nvSpPr>
        <p:spPr>
          <a:xfrm>
            <a:off x="838200" y="365125"/>
            <a:ext cx="10515600" cy="1325563"/>
          </a:xfrm>
        </p:spPr>
        <p:txBody>
          <a:bodyPr>
            <a:normAutofit/>
          </a:bodyPr>
          <a:lstStyle/>
          <a:p>
            <a:r>
              <a:rPr lang="en-US" sz="5400"/>
              <a:t>Node Pool Types</a:t>
            </a:r>
          </a:p>
        </p:txBody>
      </p:sp>
      <p:sp>
        <p:nvSpPr>
          <p:cNvPr id="1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F55BEC1-706E-171B-A530-83533B9D15EC}"/>
              </a:ext>
            </a:extLst>
          </p:cNvPr>
          <p:cNvSpPr>
            <a:spLocks noGrp="1"/>
          </p:cNvSpPr>
          <p:nvPr>
            <p:ph idx="1"/>
          </p:nvPr>
        </p:nvSpPr>
        <p:spPr>
          <a:xfrm>
            <a:off x="838200" y="2028774"/>
            <a:ext cx="10515600" cy="2433896"/>
          </a:xfrm>
        </p:spPr>
        <p:txBody>
          <a:bodyPr>
            <a:normAutofit/>
          </a:bodyPr>
          <a:lstStyle/>
          <a:p>
            <a:pPr marL="0" indent="0">
              <a:spcAft>
                <a:spcPts val="1200"/>
              </a:spcAft>
              <a:buNone/>
            </a:pPr>
            <a:r>
              <a:rPr lang="en-US" sz="2200" dirty="0"/>
              <a:t>A </a:t>
            </a:r>
            <a:r>
              <a:rPr lang="en-US" sz="2200" b="1" dirty="0"/>
              <a:t>Spot node pool</a:t>
            </a:r>
            <a:r>
              <a:rPr lang="en-US" sz="2200" dirty="0"/>
              <a:t> uses </a:t>
            </a:r>
            <a:r>
              <a:rPr lang="en-US" sz="2200" b="1" dirty="0"/>
              <a:t>Azure Spot VM scale sets</a:t>
            </a:r>
            <a:r>
              <a:rPr lang="en-US" sz="2200" dirty="0"/>
              <a:t> (cheaper, but can be evicted). This is great for interruption-tolerant workloads (batch, CI, stateless workers), and commonly paired with autoscaling + scheduling constraints. </a:t>
            </a:r>
          </a:p>
          <a:p>
            <a:pPr marL="0" indent="0">
              <a:spcAft>
                <a:spcPts val="1200"/>
              </a:spcAft>
              <a:buNone/>
            </a:pPr>
            <a:r>
              <a:rPr lang="en-US" sz="2200" dirty="0"/>
              <a:t>Practical pattern: keep “baseline” capacity on Regular pools; burst on Spot pools with appropriate taints/tolerations.</a:t>
            </a:r>
          </a:p>
          <a:p>
            <a:pPr marL="0" indent="0">
              <a:buNone/>
            </a:pPr>
            <a:endParaRPr lang="en-US" sz="2200" dirty="0"/>
          </a:p>
        </p:txBody>
      </p:sp>
    </p:spTree>
    <p:extLst>
      <p:ext uri="{BB962C8B-B14F-4D97-AF65-F5344CB8AC3E}">
        <p14:creationId xmlns:p14="http://schemas.microsoft.com/office/powerpoint/2010/main" val="20801832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CD8F6A6-993F-85A4-478E-053D8D0A5EFC}"/>
              </a:ext>
            </a:extLst>
          </p:cNvPr>
          <p:cNvSpPr>
            <a:spLocks noGrp="1"/>
          </p:cNvSpPr>
          <p:nvPr>
            <p:ph type="title"/>
          </p:nvPr>
        </p:nvSpPr>
        <p:spPr>
          <a:xfrm>
            <a:off x="838200" y="365125"/>
            <a:ext cx="10515600" cy="1325563"/>
          </a:xfrm>
        </p:spPr>
        <p:txBody>
          <a:bodyPr>
            <a:normAutofit/>
          </a:bodyPr>
          <a:lstStyle/>
          <a:p>
            <a:r>
              <a:rPr lang="en-US" sz="5000"/>
              <a:t>Common AKS node pool design patterns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7DE3F96-4146-3DB7-A408-9B91FEC871D5}"/>
              </a:ext>
            </a:extLst>
          </p:cNvPr>
          <p:cNvSpPr>
            <a:spLocks noGrp="1"/>
          </p:cNvSpPr>
          <p:nvPr>
            <p:ph idx="1"/>
          </p:nvPr>
        </p:nvSpPr>
        <p:spPr>
          <a:xfrm>
            <a:off x="838200" y="2028774"/>
            <a:ext cx="10515600" cy="4251960"/>
          </a:xfrm>
        </p:spPr>
        <p:txBody>
          <a:bodyPr>
            <a:normAutofit/>
          </a:bodyPr>
          <a:lstStyle/>
          <a:p>
            <a:pPr>
              <a:spcAft>
                <a:spcPts val="600"/>
              </a:spcAft>
            </a:pPr>
            <a:r>
              <a:rPr lang="en-US" sz="2200" b="1" dirty="0"/>
              <a:t>Dedicated system pool</a:t>
            </a:r>
            <a:r>
              <a:rPr lang="en-US" sz="2200" dirty="0"/>
              <a:t> (small/steady; avoid running heavy apps there).</a:t>
            </a:r>
          </a:p>
          <a:p>
            <a:pPr>
              <a:spcAft>
                <a:spcPts val="600"/>
              </a:spcAft>
            </a:pPr>
            <a:r>
              <a:rPr lang="en-US" sz="2200" b="1" dirty="0"/>
              <a:t>General-purpose app pool</a:t>
            </a:r>
            <a:r>
              <a:rPr lang="en-US" sz="2200" dirty="0"/>
              <a:t> (your default workload landing zone).</a:t>
            </a:r>
          </a:p>
          <a:p>
            <a:pPr>
              <a:spcAft>
                <a:spcPts val="600"/>
              </a:spcAft>
            </a:pPr>
            <a:r>
              <a:rPr lang="en-US" sz="2200" b="1" dirty="0"/>
              <a:t>Spot pool</a:t>
            </a:r>
            <a:r>
              <a:rPr lang="en-US" sz="2200" dirty="0"/>
              <a:t> for burst/batch/stateless.</a:t>
            </a:r>
          </a:p>
          <a:p>
            <a:pPr>
              <a:spcAft>
                <a:spcPts val="600"/>
              </a:spcAft>
            </a:pPr>
            <a:r>
              <a:rPr lang="en-US" sz="2200" b="1" dirty="0"/>
              <a:t>Windows pool</a:t>
            </a:r>
            <a:r>
              <a:rPr lang="en-US" sz="2200" dirty="0"/>
              <a:t> only if you need Windows containers.</a:t>
            </a:r>
          </a:p>
          <a:p>
            <a:pPr>
              <a:spcAft>
                <a:spcPts val="600"/>
              </a:spcAft>
            </a:pPr>
            <a:r>
              <a:rPr lang="en-US" sz="2200" b="1" dirty="0"/>
              <a:t>Specialized pools</a:t>
            </a:r>
            <a:r>
              <a:rPr lang="en-US" sz="2200" dirty="0"/>
              <a:t> (GPU, high-memory, IO-optimized) with taints + tolerations to keep scheduling intentional.</a:t>
            </a:r>
          </a:p>
          <a:p>
            <a:pPr marL="0" indent="0">
              <a:buNone/>
            </a:pPr>
            <a:endParaRPr lang="en-US" sz="2200" dirty="0"/>
          </a:p>
        </p:txBody>
      </p:sp>
    </p:spTree>
    <p:extLst>
      <p:ext uri="{BB962C8B-B14F-4D97-AF65-F5344CB8AC3E}">
        <p14:creationId xmlns:p14="http://schemas.microsoft.com/office/powerpoint/2010/main" val="36294316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DF388C-5115-DA41-73C2-29E529B3DFE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D1411C4-426B-9D22-A186-7DED72D782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F623F5-FBE3-258B-179D-41639E0B497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E9A90AF-4786-1939-96FC-BCC6BA730EB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Spot Node Pools</a:t>
            </a:r>
          </a:p>
        </p:txBody>
      </p:sp>
      <p:sp>
        <p:nvSpPr>
          <p:cNvPr id="10" name="sketch line">
            <a:extLst>
              <a:ext uri="{FF2B5EF4-FFF2-40B4-BE49-F238E27FC236}">
                <a16:creationId xmlns:a16="http://schemas.microsoft.com/office/drawing/2014/main" id="{7C5F80BC-E3FC-918F-C563-D682D71B0C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116800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6C5C2E-EE72-737D-5AD9-55D3086940A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9FE60D-A4A8-4E2E-14D0-90CD1D8820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1FCFD2C-62A3-9408-4081-783E59745431}"/>
              </a:ext>
            </a:extLst>
          </p:cNvPr>
          <p:cNvSpPr>
            <a:spLocks noGrp="1"/>
          </p:cNvSpPr>
          <p:nvPr>
            <p:ph type="title"/>
          </p:nvPr>
        </p:nvSpPr>
        <p:spPr>
          <a:xfrm>
            <a:off x="838200" y="365125"/>
            <a:ext cx="10515600" cy="1325563"/>
          </a:xfrm>
        </p:spPr>
        <p:txBody>
          <a:bodyPr>
            <a:normAutofit/>
          </a:bodyPr>
          <a:lstStyle/>
          <a:p>
            <a:r>
              <a:rPr lang="en-US" sz="5000" dirty="0"/>
              <a:t>VM Series with GPU Support</a:t>
            </a:r>
          </a:p>
        </p:txBody>
      </p:sp>
      <p:sp>
        <p:nvSpPr>
          <p:cNvPr id="10" name="sketch line">
            <a:extLst>
              <a:ext uri="{FF2B5EF4-FFF2-40B4-BE49-F238E27FC236}">
                <a16:creationId xmlns:a16="http://schemas.microsoft.com/office/drawing/2014/main" id="{546E2F9B-AC85-FAC1-5208-9EB1F9F49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 name="Content Placeholder 5">
            <a:extLst>
              <a:ext uri="{FF2B5EF4-FFF2-40B4-BE49-F238E27FC236}">
                <a16:creationId xmlns:a16="http://schemas.microsoft.com/office/drawing/2014/main" id="{02A85862-09DB-3209-FDA6-D1A223271C49}"/>
              </a:ext>
            </a:extLst>
          </p:cNvPr>
          <p:cNvGraphicFramePr>
            <a:graphicFrameLocks noGrp="1"/>
          </p:cNvGraphicFramePr>
          <p:nvPr>
            <p:ph idx="1"/>
          </p:nvPr>
        </p:nvGraphicFramePr>
        <p:xfrm>
          <a:off x="838200" y="2583974"/>
          <a:ext cx="10515600" cy="2834640"/>
        </p:xfrm>
        <a:graphic>
          <a:graphicData uri="http://schemas.openxmlformats.org/drawingml/2006/table">
            <a:tbl>
              <a:tblPr/>
              <a:tblGrid>
                <a:gridCol w="2628900">
                  <a:extLst>
                    <a:ext uri="{9D8B030D-6E8A-4147-A177-3AD203B41FA5}">
                      <a16:colId xmlns:a16="http://schemas.microsoft.com/office/drawing/2014/main" val="2000268856"/>
                    </a:ext>
                  </a:extLst>
                </a:gridCol>
                <a:gridCol w="2628900">
                  <a:extLst>
                    <a:ext uri="{9D8B030D-6E8A-4147-A177-3AD203B41FA5}">
                      <a16:colId xmlns:a16="http://schemas.microsoft.com/office/drawing/2014/main" val="2650236821"/>
                    </a:ext>
                  </a:extLst>
                </a:gridCol>
                <a:gridCol w="2628900">
                  <a:extLst>
                    <a:ext uri="{9D8B030D-6E8A-4147-A177-3AD203B41FA5}">
                      <a16:colId xmlns:a16="http://schemas.microsoft.com/office/drawing/2014/main" val="3630882563"/>
                    </a:ext>
                  </a:extLst>
                </a:gridCol>
                <a:gridCol w="2628900">
                  <a:extLst>
                    <a:ext uri="{9D8B030D-6E8A-4147-A177-3AD203B41FA5}">
                      <a16:colId xmlns:a16="http://schemas.microsoft.com/office/drawing/2014/main" val="1563818507"/>
                    </a:ext>
                  </a:extLst>
                </a:gridCol>
              </a:tblGrid>
              <a:tr h="0">
                <a:tc>
                  <a:txBody>
                    <a:bodyPr/>
                    <a:lstStyle/>
                    <a:p>
                      <a:pPr rtl="0">
                        <a:buNone/>
                      </a:pPr>
                      <a:r>
                        <a:rPr lang="en-US" b="1">
                          <a:solidFill>
                            <a:srgbClr val="1F1F1F"/>
                          </a:solidFill>
                          <a:effectLst/>
                          <a:latin typeface="Google Sans Text"/>
                        </a:rPr>
                        <a:t>VM Series</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GPU Model</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Primary Use Case</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Supports Partial GPU?</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32621544"/>
                  </a:ext>
                </a:extLst>
              </a:tr>
              <a:tr h="0">
                <a:tc>
                  <a:txBody>
                    <a:bodyPr/>
                    <a:lstStyle/>
                    <a:p>
                      <a:pPr rtl="0">
                        <a:buNone/>
                      </a:pPr>
                      <a:r>
                        <a:rPr lang="en-US" b="1">
                          <a:solidFill>
                            <a:srgbClr val="1F1F1F"/>
                          </a:solidFill>
                          <a:effectLst/>
                          <a:latin typeface="Google Sans Text"/>
                        </a:rPr>
                        <a:t>NCasT4</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NVIDIA T4</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AI Inference / Cost-effective</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No</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007610449"/>
                  </a:ext>
                </a:extLst>
              </a:tr>
              <a:tr h="0">
                <a:tc>
                  <a:txBody>
                    <a:bodyPr/>
                    <a:lstStyle/>
                    <a:p>
                      <a:pPr rtl="0">
                        <a:buNone/>
                      </a:pPr>
                      <a:r>
                        <a:rPr lang="en-US" b="1">
                          <a:solidFill>
                            <a:srgbClr val="1F1F1F"/>
                          </a:solidFill>
                          <a:effectLst/>
                          <a:latin typeface="Google Sans Text"/>
                        </a:rPr>
                        <a:t>NCads H100</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NVIDIA H100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Enterprise AI Training</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No</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000803"/>
                  </a:ext>
                </a:extLst>
              </a:tr>
              <a:tr h="0">
                <a:tc>
                  <a:txBody>
                    <a:bodyPr/>
                    <a:lstStyle/>
                    <a:p>
                      <a:pPr rtl="0">
                        <a:buNone/>
                      </a:pPr>
                      <a:r>
                        <a:rPr lang="en-US" b="1">
                          <a:solidFill>
                            <a:srgbClr val="1F1F1F"/>
                          </a:solidFill>
                          <a:effectLst/>
                          <a:latin typeface="Google Sans Text"/>
                        </a:rPr>
                        <a:t>ND H100</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8x NVIDIA H100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LLM / Supercomputing</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No</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41717409"/>
                  </a:ext>
                </a:extLst>
              </a:tr>
              <a:tr h="0">
                <a:tc>
                  <a:txBody>
                    <a:bodyPr/>
                    <a:lstStyle/>
                    <a:p>
                      <a:pPr rtl="0">
                        <a:buNone/>
                      </a:pPr>
                      <a:r>
                        <a:rPr lang="en-US" b="1">
                          <a:solidFill>
                            <a:srgbClr val="1F1F1F"/>
                          </a:solidFill>
                          <a:effectLst/>
                          <a:latin typeface="Google Sans Text"/>
                        </a:rPr>
                        <a:t>NVads A10</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NVIDIA A10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3D Design / VDI</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Yes</a:t>
                      </a:r>
                      <a:r>
                        <a:rPr lang="en-US">
                          <a:solidFill>
                            <a:srgbClr val="1F1F1F"/>
                          </a:solidFill>
                          <a:effectLst/>
                          <a:latin typeface="Google Sans Text"/>
                        </a:rPr>
                        <a:t> (1/6 to 1 GPU)</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5302716"/>
                  </a:ext>
                </a:extLst>
              </a:tr>
              <a:tr h="0">
                <a:tc>
                  <a:txBody>
                    <a:bodyPr/>
                    <a:lstStyle/>
                    <a:p>
                      <a:pPr rtl="0">
                        <a:buNone/>
                      </a:pPr>
                      <a:r>
                        <a:rPr lang="en-US" b="1">
                          <a:solidFill>
                            <a:srgbClr val="1F1F1F"/>
                          </a:solidFill>
                          <a:effectLst/>
                          <a:latin typeface="Google Sans Text"/>
                        </a:rPr>
                        <a:t>NGads</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AMD Radeon V620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Cloud Gaming</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dirty="0">
                          <a:solidFill>
                            <a:srgbClr val="1F1F1F"/>
                          </a:solidFill>
                          <a:effectLst/>
                          <a:latin typeface="Google Sans Text"/>
                        </a:rPr>
                        <a:t>Yes</a:t>
                      </a:r>
                      <a:r>
                        <a:rPr lang="en-US" dirty="0">
                          <a:solidFill>
                            <a:srgbClr val="1F1F1F"/>
                          </a:solidFill>
                          <a:effectLst/>
                          <a:latin typeface="Google Sans Text"/>
                        </a:rPr>
                        <a:t> (1/4 to 1 GPU)</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2420007"/>
                  </a:ext>
                </a:extLst>
              </a:tr>
            </a:tbl>
          </a:graphicData>
        </a:graphic>
      </p:graphicFrame>
    </p:spTree>
    <p:extLst>
      <p:ext uri="{BB962C8B-B14F-4D97-AF65-F5344CB8AC3E}">
        <p14:creationId xmlns:p14="http://schemas.microsoft.com/office/powerpoint/2010/main" val="18705578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5C7DB3-6261-13BA-CFB6-51B82A8A706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EA9B969-ADD1-69B6-086B-02182DCFDD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40BBD310-98A1-006F-FA3E-62BF865611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D7232A9-8766-5242-39EC-AD57E25F1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D27CCCF-AE7A-25E7-BFFF-0DA25929D339}"/>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a:solidFill>
                  <a:schemeClr val="tx1"/>
                </a:solidFill>
                <a:latin typeface="+mj-lt"/>
                <a:ea typeface="+mj-ea"/>
                <a:cs typeface="+mj-cs"/>
              </a:rPr>
              <a:t>Versions and Upgrades</a:t>
            </a:r>
          </a:p>
        </p:txBody>
      </p:sp>
      <p:sp>
        <p:nvSpPr>
          <p:cNvPr id="13" name="Rectangle 12">
            <a:extLst>
              <a:ext uri="{FF2B5EF4-FFF2-40B4-BE49-F238E27FC236}">
                <a16:creationId xmlns:a16="http://schemas.microsoft.com/office/drawing/2014/main" id="{3443F645-2985-4A7F-5C56-219710EC8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923133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B04EC62-3031-7072-16EC-B397A472F0CE}"/>
              </a:ext>
            </a:extLst>
          </p:cNvPr>
          <p:cNvSpPr>
            <a:spLocks noGrp="1"/>
          </p:cNvSpPr>
          <p:nvPr>
            <p:ph type="title"/>
          </p:nvPr>
        </p:nvSpPr>
        <p:spPr>
          <a:xfrm>
            <a:off x="1115568" y="548640"/>
            <a:ext cx="10168128" cy="1179576"/>
          </a:xfrm>
        </p:spPr>
        <p:txBody>
          <a:bodyPr>
            <a:normAutofit/>
          </a:bodyPr>
          <a:lstStyle/>
          <a:p>
            <a:r>
              <a:rPr lang="en-US" sz="4000" dirty="0"/>
              <a:t>AKS Versioning</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CF269636-5A48-605F-5D7F-D02783CEAB36}"/>
              </a:ext>
            </a:extLst>
          </p:cNvPr>
          <p:cNvSpPr>
            <a:spLocks noGrp="1"/>
          </p:cNvSpPr>
          <p:nvPr>
            <p:ph idx="1"/>
          </p:nvPr>
        </p:nvSpPr>
        <p:spPr>
          <a:xfrm>
            <a:off x="566926" y="2221992"/>
            <a:ext cx="11625073" cy="3954971"/>
          </a:xfrm>
        </p:spPr>
        <p:txBody>
          <a:bodyPr>
            <a:normAutofit/>
          </a:bodyPr>
          <a:lstStyle/>
          <a:p>
            <a:pPr marL="0" indent="0">
              <a:buNone/>
            </a:pPr>
            <a:r>
              <a:rPr lang="en-US" sz="2400" b="1" dirty="0">
                <a:latin typeface="Consolas" panose="020B0609020204030204" pitchFamily="49" charset="0"/>
              </a:rPr>
              <a:t>[major].[minor].[patch]</a:t>
            </a:r>
          </a:p>
          <a:p>
            <a:pPr marL="0" indent="0">
              <a:buNone/>
            </a:pPr>
            <a:r>
              <a:rPr lang="en-US" sz="2400" dirty="0"/>
              <a:t>Examples:</a:t>
            </a:r>
          </a:p>
          <a:p>
            <a:pPr marL="0" indent="0">
              <a:spcAft>
                <a:spcPts val="1200"/>
              </a:spcAft>
              <a:buNone/>
            </a:pPr>
            <a:r>
              <a:rPr lang="en-US" sz="2400" dirty="0"/>
              <a:t>  1.29.2, 1.29.1</a:t>
            </a:r>
          </a:p>
          <a:p>
            <a:pPr marL="0" indent="0">
              <a:spcAft>
                <a:spcPts val="600"/>
              </a:spcAft>
              <a:buNone/>
            </a:pPr>
            <a:r>
              <a:rPr lang="en-US" sz="2400" dirty="0"/>
              <a:t>Each number in the version reflects compatibility with previous versions:</a:t>
            </a:r>
          </a:p>
          <a:p>
            <a:pPr>
              <a:spcAft>
                <a:spcPts val="600"/>
              </a:spcAft>
            </a:pPr>
            <a:r>
              <a:rPr lang="en-US" sz="2400" dirty="0"/>
              <a:t>Major versions: Introduce incompatible API changes or break backward compatibility.</a:t>
            </a:r>
          </a:p>
          <a:p>
            <a:pPr>
              <a:spcAft>
                <a:spcPts val="600"/>
              </a:spcAft>
            </a:pPr>
            <a:r>
              <a:rPr lang="en-US" sz="2400" dirty="0"/>
              <a:t>Minor versions: Add new features while maintaining backward compatibility.</a:t>
            </a:r>
          </a:p>
          <a:p>
            <a:pPr>
              <a:spcAft>
                <a:spcPts val="600"/>
              </a:spcAft>
            </a:pPr>
            <a:r>
              <a:rPr lang="en-US" sz="2400" dirty="0"/>
              <a:t>Patch versions: Include backward-compatible bug fixes.</a:t>
            </a:r>
          </a:p>
          <a:p>
            <a:pPr marL="0" indent="0">
              <a:buNone/>
            </a:pPr>
            <a:endParaRPr lang="en-US" sz="2400" dirty="0"/>
          </a:p>
          <a:p>
            <a:pPr marL="0" indent="0">
              <a:buNone/>
            </a:pPr>
            <a:endParaRPr lang="en-US" sz="2400" dirty="0"/>
          </a:p>
        </p:txBody>
      </p:sp>
    </p:spTree>
    <p:extLst>
      <p:ext uri="{BB962C8B-B14F-4D97-AF65-F5344CB8AC3E}">
        <p14:creationId xmlns:p14="http://schemas.microsoft.com/office/powerpoint/2010/main" val="18270537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1C159FE-521C-3F1C-FABC-52B2BAEDDBF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2B8E4ED-EC96-F581-485A-53265A27E4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2E2B2BF-AAA7-23EE-96B9-6895F72F59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A394D27C-42C2-4D27-C27E-33C07C9B9D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16C58987-1811-D9F2-026B-17CCF0C0F224}"/>
              </a:ext>
            </a:extLst>
          </p:cNvPr>
          <p:cNvSpPr>
            <a:spLocks noGrp="1"/>
          </p:cNvSpPr>
          <p:nvPr>
            <p:ph type="title"/>
          </p:nvPr>
        </p:nvSpPr>
        <p:spPr>
          <a:xfrm>
            <a:off x="1115568" y="548640"/>
            <a:ext cx="10168128" cy="1179576"/>
          </a:xfrm>
        </p:spPr>
        <p:txBody>
          <a:bodyPr>
            <a:normAutofit/>
          </a:bodyPr>
          <a:lstStyle/>
          <a:p>
            <a:r>
              <a:rPr lang="en-US" sz="4000" dirty="0"/>
              <a:t>AKS Versioning</a:t>
            </a:r>
          </a:p>
        </p:txBody>
      </p:sp>
      <p:sp>
        <p:nvSpPr>
          <p:cNvPr id="14" name="Rectangle 13">
            <a:extLst>
              <a:ext uri="{FF2B5EF4-FFF2-40B4-BE49-F238E27FC236}">
                <a16:creationId xmlns:a16="http://schemas.microsoft.com/office/drawing/2014/main" id="{D04FD6D6-3C9A-3F02-FDB9-8BA8ACC794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D7B8D800-C497-27CE-D975-CF6B8949BC75}"/>
              </a:ext>
            </a:extLst>
          </p:cNvPr>
          <p:cNvSpPr>
            <a:spLocks noGrp="1"/>
          </p:cNvSpPr>
          <p:nvPr>
            <p:ph idx="1"/>
          </p:nvPr>
        </p:nvSpPr>
        <p:spPr>
          <a:xfrm>
            <a:off x="566926" y="2221992"/>
            <a:ext cx="11625073" cy="1793417"/>
          </a:xfrm>
        </p:spPr>
        <p:txBody>
          <a:bodyPr>
            <a:normAutofit/>
          </a:bodyPr>
          <a:lstStyle/>
          <a:p>
            <a:pPr marL="0" indent="0">
              <a:spcAft>
                <a:spcPts val="1200"/>
              </a:spcAft>
              <a:buNone/>
            </a:pPr>
            <a:r>
              <a:rPr lang="en-US" sz="2400" dirty="0"/>
              <a:t>Always use the latest patch release for your current minor version. </a:t>
            </a:r>
          </a:p>
          <a:p>
            <a:pPr marL="0" indent="0">
              <a:spcAft>
                <a:spcPts val="1200"/>
              </a:spcAft>
              <a:buNone/>
            </a:pPr>
            <a:r>
              <a:rPr lang="en-US" sz="2400" dirty="0"/>
              <a:t>For example, if your production cluster is on 1.29.1 and 1.29.2 is the latest available patch version available for the 1.29 minor version, you should upgrade to 1.29.2 as soon as possible to ensure your cluster is fully patched and supported.</a:t>
            </a:r>
          </a:p>
        </p:txBody>
      </p:sp>
      <p:graphicFrame>
        <p:nvGraphicFramePr>
          <p:cNvPr id="4" name="Table 3">
            <a:extLst>
              <a:ext uri="{FF2B5EF4-FFF2-40B4-BE49-F238E27FC236}">
                <a16:creationId xmlns:a16="http://schemas.microsoft.com/office/drawing/2014/main" id="{C0D57AAB-5BD5-A397-EB9A-8EA5BE21A337}"/>
              </a:ext>
            </a:extLst>
          </p:cNvPr>
          <p:cNvGraphicFramePr>
            <a:graphicFrameLocks noGrp="1"/>
          </p:cNvGraphicFramePr>
          <p:nvPr>
            <p:extLst>
              <p:ext uri="{D42A27DB-BD31-4B8C-83A1-F6EECF244321}">
                <p14:modId xmlns:p14="http://schemas.microsoft.com/office/powerpoint/2010/main" val="2503892335"/>
              </p:ext>
            </p:extLst>
          </p:nvPr>
        </p:nvGraphicFramePr>
        <p:xfrm>
          <a:off x="566926" y="4102548"/>
          <a:ext cx="9119429" cy="2270760"/>
        </p:xfrm>
        <a:graphic>
          <a:graphicData uri="http://schemas.openxmlformats.org/drawingml/2006/table">
            <a:tbl>
              <a:tblPr/>
              <a:tblGrid>
                <a:gridCol w="1381115">
                  <a:extLst>
                    <a:ext uri="{9D8B030D-6E8A-4147-A177-3AD203B41FA5}">
                      <a16:colId xmlns:a16="http://schemas.microsoft.com/office/drawing/2014/main" val="4164323597"/>
                    </a:ext>
                  </a:extLst>
                </a:gridCol>
                <a:gridCol w="2031053">
                  <a:extLst>
                    <a:ext uri="{9D8B030D-6E8A-4147-A177-3AD203B41FA5}">
                      <a16:colId xmlns:a16="http://schemas.microsoft.com/office/drawing/2014/main" val="2555014262"/>
                    </a:ext>
                  </a:extLst>
                </a:gridCol>
                <a:gridCol w="1502980">
                  <a:extLst>
                    <a:ext uri="{9D8B030D-6E8A-4147-A177-3AD203B41FA5}">
                      <a16:colId xmlns:a16="http://schemas.microsoft.com/office/drawing/2014/main" val="2175917860"/>
                    </a:ext>
                  </a:extLst>
                </a:gridCol>
                <a:gridCol w="974906">
                  <a:extLst>
                    <a:ext uri="{9D8B030D-6E8A-4147-A177-3AD203B41FA5}">
                      <a16:colId xmlns:a16="http://schemas.microsoft.com/office/drawing/2014/main" val="648797594"/>
                    </a:ext>
                  </a:extLst>
                </a:gridCol>
                <a:gridCol w="1218632">
                  <a:extLst>
                    <a:ext uri="{9D8B030D-6E8A-4147-A177-3AD203B41FA5}">
                      <a16:colId xmlns:a16="http://schemas.microsoft.com/office/drawing/2014/main" val="728104865"/>
                    </a:ext>
                  </a:extLst>
                </a:gridCol>
                <a:gridCol w="2010743">
                  <a:extLst>
                    <a:ext uri="{9D8B030D-6E8A-4147-A177-3AD203B41FA5}">
                      <a16:colId xmlns:a16="http://schemas.microsoft.com/office/drawing/2014/main" val="4166774612"/>
                    </a:ext>
                  </a:extLst>
                </a:gridCol>
              </a:tblGrid>
              <a:tr h="265349">
                <a:tc>
                  <a:txBody>
                    <a:bodyPr/>
                    <a:lstStyle/>
                    <a:p>
                      <a:pPr algn="l" fontAlgn="t">
                        <a:buNone/>
                      </a:pPr>
                      <a:r>
                        <a:rPr lang="en-US" sz="1800" b="1" i="0" u="none" strike="noStrike">
                          <a:solidFill>
                            <a:srgbClr val="161616"/>
                          </a:solidFill>
                          <a:effectLst/>
                          <a:latin typeface="Segoe UI" panose="020B0502040204020203" pitchFamily="34" charset="0"/>
                        </a:rPr>
                        <a:t>K8s version</a:t>
                      </a:r>
                    </a:p>
                  </a:txBody>
                  <a:tcPr marL="9525" marR="9525" marT="9525" marB="0">
                    <a:lnL w="12700" cap="flat" cmpd="sng" algn="ctr">
                      <a:solidFill>
                        <a:srgbClr val="D1D1D1"/>
                      </a:solidFill>
                      <a:prstDash val="solid"/>
                      <a:round/>
                      <a:headEnd type="none" w="med" len="med"/>
                      <a:tailEnd type="none" w="med" len="med"/>
                    </a:lnL>
                    <a:lnR>
                      <a:noFill/>
                    </a:lnR>
                    <a:lnT w="12700" cap="flat" cmpd="sng" algn="ctr">
                      <a:solidFill>
                        <a:srgbClr val="D1D1D1"/>
                      </a:solidFill>
                      <a:prstDash val="solid"/>
                      <a:round/>
                      <a:headEnd type="none" w="med" len="med"/>
                      <a:tailEnd type="none" w="med" len="med"/>
                    </a:lnT>
                    <a:lnB>
                      <a:noFill/>
                    </a:lnB>
                    <a:solidFill>
                      <a:srgbClr val="FFFFFF"/>
                    </a:solidFill>
                  </a:tcPr>
                </a:tc>
                <a:tc>
                  <a:txBody>
                    <a:bodyPr/>
                    <a:lstStyle/>
                    <a:p>
                      <a:pPr algn="l" fontAlgn="t">
                        <a:buNone/>
                      </a:pPr>
                      <a:r>
                        <a:rPr lang="en-US" sz="1800" b="1" i="0" u="none" strike="noStrike">
                          <a:solidFill>
                            <a:srgbClr val="161616"/>
                          </a:solidFill>
                          <a:effectLst/>
                          <a:latin typeface="Segoe UI" panose="020B0502040204020203" pitchFamily="34" charset="0"/>
                        </a:rPr>
                        <a:t>Upstream release</a:t>
                      </a:r>
                    </a:p>
                  </a:txBody>
                  <a:tcPr marL="9525" marR="9525" marT="9525" marB="0">
                    <a:lnL>
                      <a:noFill/>
                    </a:lnL>
                    <a:lnR>
                      <a:noFill/>
                    </a:lnR>
                    <a:lnT w="12700" cap="flat" cmpd="sng" algn="ctr">
                      <a:solidFill>
                        <a:srgbClr val="D1D1D1"/>
                      </a:solidFill>
                      <a:prstDash val="solid"/>
                      <a:round/>
                      <a:headEnd type="none" w="med" len="med"/>
                      <a:tailEnd type="none" w="med" len="med"/>
                    </a:lnT>
                    <a:lnB>
                      <a:noFill/>
                    </a:lnB>
                    <a:solidFill>
                      <a:srgbClr val="FFFFFF"/>
                    </a:solidFill>
                  </a:tcPr>
                </a:tc>
                <a:tc>
                  <a:txBody>
                    <a:bodyPr/>
                    <a:lstStyle/>
                    <a:p>
                      <a:pPr algn="l" fontAlgn="t">
                        <a:buNone/>
                      </a:pPr>
                      <a:r>
                        <a:rPr lang="en-US" sz="1800" b="1" i="0" u="none" strike="noStrike">
                          <a:solidFill>
                            <a:srgbClr val="161616"/>
                          </a:solidFill>
                          <a:effectLst/>
                          <a:latin typeface="Segoe UI" panose="020B0502040204020203" pitchFamily="34" charset="0"/>
                        </a:rPr>
                        <a:t>AKS preview</a:t>
                      </a:r>
                    </a:p>
                  </a:txBody>
                  <a:tcPr marL="9525" marR="9525" marT="9525" marB="0">
                    <a:lnL>
                      <a:noFill/>
                    </a:lnL>
                    <a:lnR>
                      <a:noFill/>
                    </a:lnR>
                    <a:lnT w="12700" cap="flat" cmpd="sng" algn="ctr">
                      <a:solidFill>
                        <a:srgbClr val="D1D1D1"/>
                      </a:solidFill>
                      <a:prstDash val="solid"/>
                      <a:round/>
                      <a:headEnd type="none" w="med" len="med"/>
                      <a:tailEnd type="none" w="med" len="med"/>
                    </a:lnT>
                    <a:lnB>
                      <a:noFill/>
                    </a:lnB>
                    <a:solidFill>
                      <a:srgbClr val="FFFFFF"/>
                    </a:solidFill>
                  </a:tcPr>
                </a:tc>
                <a:tc>
                  <a:txBody>
                    <a:bodyPr/>
                    <a:lstStyle/>
                    <a:p>
                      <a:pPr algn="l" fontAlgn="t">
                        <a:buNone/>
                      </a:pPr>
                      <a:r>
                        <a:rPr lang="en-US" sz="1800" b="1" i="0" u="none" strike="noStrike">
                          <a:solidFill>
                            <a:srgbClr val="161616"/>
                          </a:solidFill>
                          <a:effectLst/>
                          <a:latin typeface="Segoe UI" panose="020B0502040204020203" pitchFamily="34" charset="0"/>
                        </a:rPr>
                        <a:t>AKS GA</a:t>
                      </a:r>
                    </a:p>
                  </a:txBody>
                  <a:tcPr marL="9525" marR="9525" marT="9525" marB="0">
                    <a:lnL>
                      <a:noFill/>
                    </a:lnL>
                    <a:lnR>
                      <a:noFill/>
                    </a:lnR>
                    <a:lnT w="12700" cap="flat" cmpd="sng" algn="ctr">
                      <a:solidFill>
                        <a:srgbClr val="D1D1D1"/>
                      </a:solidFill>
                      <a:prstDash val="solid"/>
                      <a:round/>
                      <a:headEnd type="none" w="med" len="med"/>
                      <a:tailEnd type="none" w="med" len="med"/>
                    </a:lnT>
                    <a:lnB>
                      <a:noFill/>
                    </a:lnB>
                    <a:solidFill>
                      <a:srgbClr val="FFFFFF"/>
                    </a:solidFill>
                  </a:tcPr>
                </a:tc>
                <a:tc>
                  <a:txBody>
                    <a:bodyPr/>
                    <a:lstStyle/>
                    <a:p>
                      <a:pPr algn="l" fontAlgn="t">
                        <a:buNone/>
                      </a:pPr>
                      <a:r>
                        <a:rPr lang="en-US" sz="1800" b="1" i="0" u="none" strike="noStrike">
                          <a:solidFill>
                            <a:srgbClr val="161616"/>
                          </a:solidFill>
                          <a:effectLst/>
                          <a:latin typeface="Segoe UI" panose="020B0502040204020203" pitchFamily="34" charset="0"/>
                        </a:rPr>
                        <a:t>End of life</a:t>
                      </a:r>
                    </a:p>
                  </a:txBody>
                  <a:tcPr marL="9525" marR="9525" marT="9525" marB="0">
                    <a:lnL>
                      <a:noFill/>
                    </a:lnL>
                    <a:lnR>
                      <a:noFill/>
                    </a:lnR>
                    <a:lnT w="12700" cap="flat" cmpd="sng" algn="ctr">
                      <a:solidFill>
                        <a:srgbClr val="D1D1D1"/>
                      </a:solidFill>
                      <a:prstDash val="solid"/>
                      <a:round/>
                      <a:headEnd type="none" w="med" len="med"/>
                      <a:tailEnd type="none" w="med" len="med"/>
                    </a:lnT>
                    <a:lnB>
                      <a:noFill/>
                    </a:lnB>
                    <a:solidFill>
                      <a:srgbClr val="FFFFFF"/>
                    </a:solidFill>
                  </a:tcPr>
                </a:tc>
                <a:tc>
                  <a:txBody>
                    <a:bodyPr/>
                    <a:lstStyle/>
                    <a:p>
                      <a:pPr algn="l" fontAlgn="t">
                        <a:buNone/>
                      </a:pPr>
                      <a:r>
                        <a:rPr lang="en-US" sz="1800" b="1" i="0" u="none" strike="noStrike">
                          <a:solidFill>
                            <a:srgbClr val="161616"/>
                          </a:solidFill>
                          <a:effectLst/>
                          <a:latin typeface="Segoe UI" panose="020B0502040204020203" pitchFamily="34" charset="0"/>
                        </a:rPr>
                        <a:t>Platform support</a:t>
                      </a:r>
                    </a:p>
                  </a:txBody>
                  <a:tcPr marL="9525" marR="9525" marT="9525" marB="0">
                    <a:lnL>
                      <a:noFill/>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3141438779"/>
                  </a:ext>
                </a:extLst>
              </a:tr>
              <a:tr h="265349">
                <a:tc>
                  <a:txBody>
                    <a:bodyPr/>
                    <a:lstStyle/>
                    <a:p>
                      <a:pPr algn="r" fontAlgn="t">
                        <a:buNone/>
                      </a:pPr>
                      <a:r>
                        <a:rPr lang="en-US" sz="1800" b="0" i="0" u="none" strike="noStrike" dirty="0">
                          <a:solidFill>
                            <a:srgbClr val="161616"/>
                          </a:solidFill>
                          <a:effectLst/>
                          <a:latin typeface="Segoe UI" panose="020B0502040204020203" pitchFamily="34" charset="0"/>
                        </a:rPr>
                        <a:t>1.29</a:t>
                      </a:r>
                    </a:p>
                  </a:txBody>
                  <a:tcPr marL="9525" marR="9525" marT="9525" marB="0">
                    <a:lnL w="12700" cap="flat" cmpd="sng" algn="ctr">
                      <a:solidFill>
                        <a:srgbClr val="D1D1D1"/>
                      </a:solidFill>
                      <a:prstDash val="solid"/>
                      <a:round/>
                      <a:headEnd type="none" w="med" len="med"/>
                      <a:tailEnd type="none" w="med" len="med"/>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Dec-23</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Feb-24</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Mar-24</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Mar-25</a:t>
                      </a:r>
                    </a:p>
                  </a:txBody>
                  <a:tcPr marL="9525" marR="9525" marT="9525" marB="0">
                    <a:lnL>
                      <a:noFill/>
                    </a:lnL>
                    <a:lnR>
                      <a:noFill/>
                    </a:lnR>
                    <a:lnT>
                      <a:noFill/>
                    </a:lnT>
                    <a:lnB>
                      <a:noFill/>
                    </a:lnB>
                    <a:solidFill>
                      <a:srgbClr val="FFFFFF"/>
                    </a:solidFill>
                  </a:tcPr>
                </a:tc>
                <a:tc>
                  <a:txBody>
                    <a:bodyPr/>
                    <a:lstStyle/>
                    <a:p>
                      <a:pPr algn="l" fontAlgn="t">
                        <a:buNone/>
                      </a:pPr>
                      <a:r>
                        <a:rPr lang="en-US" sz="1800" b="0" i="0" u="none" strike="noStrike">
                          <a:solidFill>
                            <a:srgbClr val="161616"/>
                          </a:solidFill>
                          <a:effectLst/>
                          <a:latin typeface="Segoe UI" panose="020B0502040204020203" pitchFamily="34" charset="0"/>
                        </a:rPr>
                        <a:t>Until 1.33 GA</a:t>
                      </a:r>
                    </a:p>
                  </a:txBody>
                  <a:tcPr marL="9525" marR="9525" marT="9525" marB="0">
                    <a:lnL>
                      <a:noFill/>
                    </a:lnL>
                    <a:lnR w="12700" cap="flat" cmpd="sng" algn="ctr">
                      <a:solidFill>
                        <a:srgbClr val="D1D1D1"/>
                      </a:solidFill>
                      <a:prstDash val="solid"/>
                      <a:round/>
                      <a:headEnd type="none" w="med" len="med"/>
                      <a:tailEnd type="none" w="med" len="med"/>
                    </a:lnR>
                    <a:lnT>
                      <a:noFill/>
                    </a:lnT>
                    <a:lnB>
                      <a:noFill/>
                    </a:lnB>
                    <a:solidFill>
                      <a:srgbClr val="FFFFFF"/>
                    </a:solidFill>
                  </a:tcPr>
                </a:tc>
                <a:extLst>
                  <a:ext uri="{0D108BD9-81ED-4DB2-BD59-A6C34878D82A}">
                    <a16:rowId xmlns:a16="http://schemas.microsoft.com/office/drawing/2014/main" val="1634540267"/>
                  </a:ext>
                </a:extLst>
              </a:tr>
              <a:tr h="265349">
                <a:tc>
                  <a:txBody>
                    <a:bodyPr/>
                    <a:lstStyle/>
                    <a:p>
                      <a:pPr algn="r" fontAlgn="t">
                        <a:buNone/>
                      </a:pPr>
                      <a:r>
                        <a:rPr lang="en-US" sz="1800" b="0" i="0" u="none" strike="noStrike">
                          <a:solidFill>
                            <a:srgbClr val="161616"/>
                          </a:solidFill>
                          <a:effectLst/>
                          <a:latin typeface="Segoe UI" panose="020B0502040204020203" pitchFamily="34" charset="0"/>
                        </a:rPr>
                        <a:t>1.3</a:t>
                      </a:r>
                    </a:p>
                  </a:txBody>
                  <a:tcPr marL="9525" marR="9525" marT="9525" marB="0">
                    <a:lnL w="12700" cap="flat" cmpd="sng" algn="ctr">
                      <a:solidFill>
                        <a:srgbClr val="D1D1D1"/>
                      </a:solidFill>
                      <a:prstDash val="solid"/>
                      <a:round/>
                      <a:headEnd type="none" w="med" len="med"/>
                      <a:tailEnd type="none" w="med" len="med"/>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Apr-24</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Jun-24</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Jul-24</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22-Aug-25</a:t>
                      </a:r>
                    </a:p>
                  </a:txBody>
                  <a:tcPr marL="9525" marR="9525" marT="9525" marB="0">
                    <a:lnL>
                      <a:noFill/>
                    </a:lnL>
                    <a:lnR>
                      <a:noFill/>
                    </a:lnR>
                    <a:lnT>
                      <a:noFill/>
                    </a:lnT>
                    <a:lnB>
                      <a:noFill/>
                    </a:lnB>
                    <a:solidFill>
                      <a:srgbClr val="FFFFFF"/>
                    </a:solidFill>
                  </a:tcPr>
                </a:tc>
                <a:tc>
                  <a:txBody>
                    <a:bodyPr/>
                    <a:lstStyle/>
                    <a:p>
                      <a:pPr algn="l" fontAlgn="t">
                        <a:buNone/>
                      </a:pPr>
                      <a:r>
                        <a:rPr lang="en-US" sz="1800" b="0" i="0" u="none" strike="noStrike">
                          <a:solidFill>
                            <a:srgbClr val="161616"/>
                          </a:solidFill>
                          <a:effectLst/>
                          <a:latin typeface="Segoe UI" panose="020B0502040204020203" pitchFamily="34" charset="0"/>
                        </a:rPr>
                        <a:t>Until 1.34 GA</a:t>
                      </a:r>
                    </a:p>
                  </a:txBody>
                  <a:tcPr marL="9525" marR="9525" marT="9525" marB="0">
                    <a:lnL>
                      <a:noFill/>
                    </a:lnL>
                    <a:lnR w="12700" cap="flat" cmpd="sng" algn="ctr">
                      <a:solidFill>
                        <a:srgbClr val="D1D1D1"/>
                      </a:solidFill>
                      <a:prstDash val="solid"/>
                      <a:round/>
                      <a:headEnd type="none" w="med" len="med"/>
                      <a:tailEnd type="none" w="med" len="med"/>
                    </a:lnR>
                    <a:lnT>
                      <a:noFill/>
                    </a:lnT>
                    <a:lnB>
                      <a:noFill/>
                    </a:lnB>
                    <a:solidFill>
                      <a:srgbClr val="FFFFFF"/>
                    </a:solidFill>
                  </a:tcPr>
                </a:tc>
                <a:extLst>
                  <a:ext uri="{0D108BD9-81ED-4DB2-BD59-A6C34878D82A}">
                    <a16:rowId xmlns:a16="http://schemas.microsoft.com/office/drawing/2014/main" val="1095970327"/>
                  </a:ext>
                </a:extLst>
              </a:tr>
              <a:tr h="265349">
                <a:tc>
                  <a:txBody>
                    <a:bodyPr/>
                    <a:lstStyle/>
                    <a:p>
                      <a:pPr algn="r" fontAlgn="t">
                        <a:buNone/>
                      </a:pPr>
                      <a:r>
                        <a:rPr lang="en-US" sz="1800" b="0" i="0" u="none" strike="noStrike">
                          <a:solidFill>
                            <a:srgbClr val="161616"/>
                          </a:solidFill>
                          <a:effectLst/>
                          <a:latin typeface="Segoe UI" panose="020B0502040204020203" pitchFamily="34" charset="0"/>
                        </a:rPr>
                        <a:t>1.31</a:t>
                      </a:r>
                    </a:p>
                  </a:txBody>
                  <a:tcPr marL="9525" marR="9525" marT="9525" marB="0">
                    <a:lnL w="12700" cap="flat" cmpd="sng" algn="ctr">
                      <a:solidFill>
                        <a:srgbClr val="D1D1D1"/>
                      </a:solidFill>
                      <a:prstDash val="solid"/>
                      <a:round/>
                      <a:headEnd type="none" w="med" len="med"/>
                      <a:tailEnd type="none" w="med" len="med"/>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Aug-24</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Oct-24</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Nov-24</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1-Nov-25</a:t>
                      </a:r>
                    </a:p>
                  </a:txBody>
                  <a:tcPr marL="9525" marR="9525" marT="9525" marB="0">
                    <a:lnL>
                      <a:noFill/>
                    </a:lnL>
                    <a:lnR>
                      <a:noFill/>
                    </a:lnR>
                    <a:lnT>
                      <a:noFill/>
                    </a:lnT>
                    <a:lnB>
                      <a:noFill/>
                    </a:lnB>
                    <a:solidFill>
                      <a:srgbClr val="FFFFFF"/>
                    </a:solidFill>
                  </a:tcPr>
                </a:tc>
                <a:tc>
                  <a:txBody>
                    <a:bodyPr/>
                    <a:lstStyle/>
                    <a:p>
                      <a:pPr algn="l" fontAlgn="t">
                        <a:buNone/>
                      </a:pPr>
                      <a:r>
                        <a:rPr lang="en-US" sz="1800" b="0" i="0" u="none" strike="noStrike">
                          <a:solidFill>
                            <a:srgbClr val="161616"/>
                          </a:solidFill>
                          <a:effectLst/>
                          <a:latin typeface="Segoe UI" panose="020B0502040204020203" pitchFamily="34" charset="0"/>
                        </a:rPr>
                        <a:t>Until 1.35 GA</a:t>
                      </a:r>
                    </a:p>
                  </a:txBody>
                  <a:tcPr marL="9525" marR="9525" marT="9525" marB="0">
                    <a:lnL>
                      <a:noFill/>
                    </a:lnL>
                    <a:lnR w="12700" cap="flat" cmpd="sng" algn="ctr">
                      <a:solidFill>
                        <a:srgbClr val="D1D1D1"/>
                      </a:solidFill>
                      <a:prstDash val="solid"/>
                      <a:round/>
                      <a:headEnd type="none" w="med" len="med"/>
                      <a:tailEnd type="none" w="med" len="med"/>
                    </a:lnR>
                    <a:lnT>
                      <a:noFill/>
                    </a:lnT>
                    <a:lnB>
                      <a:noFill/>
                    </a:lnB>
                    <a:solidFill>
                      <a:srgbClr val="FFFFFF"/>
                    </a:solidFill>
                  </a:tcPr>
                </a:tc>
                <a:extLst>
                  <a:ext uri="{0D108BD9-81ED-4DB2-BD59-A6C34878D82A}">
                    <a16:rowId xmlns:a16="http://schemas.microsoft.com/office/drawing/2014/main" val="2180098333"/>
                  </a:ext>
                </a:extLst>
              </a:tr>
              <a:tr h="265349">
                <a:tc>
                  <a:txBody>
                    <a:bodyPr/>
                    <a:lstStyle/>
                    <a:p>
                      <a:pPr algn="r" fontAlgn="t">
                        <a:buNone/>
                      </a:pPr>
                      <a:r>
                        <a:rPr lang="en-US" sz="1800" b="0" i="0" u="none" strike="noStrike">
                          <a:solidFill>
                            <a:srgbClr val="161616"/>
                          </a:solidFill>
                          <a:effectLst/>
                          <a:latin typeface="Segoe UI" panose="020B0502040204020203" pitchFamily="34" charset="0"/>
                        </a:rPr>
                        <a:t>1.32</a:t>
                      </a:r>
                    </a:p>
                  </a:txBody>
                  <a:tcPr marL="9525" marR="9525" marT="9525" marB="0">
                    <a:lnL w="12700" cap="flat" cmpd="sng" algn="ctr">
                      <a:solidFill>
                        <a:srgbClr val="D1D1D1"/>
                      </a:solidFill>
                      <a:prstDash val="solid"/>
                      <a:round/>
                      <a:headEnd type="none" w="med" len="med"/>
                      <a:tailEnd type="none" w="med" len="med"/>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Dec-24</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Feb-25</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Apr-25</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Mar-26</a:t>
                      </a:r>
                    </a:p>
                  </a:txBody>
                  <a:tcPr marL="9525" marR="9525" marT="9525" marB="0">
                    <a:lnL>
                      <a:noFill/>
                    </a:lnL>
                    <a:lnR>
                      <a:noFill/>
                    </a:lnR>
                    <a:lnT>
                      <a:noFill/>
                    </a:lnT>
                    <a:lnB>
                      <a:noFill/>
                    </a:lnB>
                    <a:solidFill>
                      <a:srgbClr val="FFFFFF"/>
                    </a:solidFill>
                  </a:tcPr>
                </a:tc>
                <a:tc>
                  <a:txBody>
                    <a:bodyPr/>
                    <a:lstStyle/>
                    <a:p>
                      <a:pPr algn="l" fontAlgn="t">
                        <a:buNone/>
                      </a:pPr>
                      <a:r>
                        <a:rPr lang="en-US" sz="1800" b="0" i="0" u="none" strike="noStrike">
                          <a:solidFill>
                            <a:srgbClr val="161616"/>
                          </a:solidFill>
                          <a:effectLst/>
                          <a:latin typeface="Segoe UI" panose="020B0502040204020203" pitchFamily="34" charset="0"/>
                        </a:rPr>
                        <a:t>Until 1.36 GA</a:t>
                      </a:r>
                    </a:p>
                  </a:txBody>
                  <a:tcPr marL="9525" marR="9525" marT="9525" marB="0">
                    <a:lnL>
                      <a:noFill/>
                    </a:lnL>
                    <a:lnR w="12700" cap="flat" cmpd="sng" algn="ctr">
                      <a:solidFill>
                        <a:srgbClr val="D1D1D1"/>
                      </a:solidFill>
                      <a:prstDash val="solid"/>
                      <a:round/>
                      <a:headEnd type="none" w="med" len="med"/>
                      <a:tailEnd type="none" w="med" len="med"/>
                    </a:lnR>
                    <a:lnT>
                      <a:noFill/>
                    </a:lnT>
                    <a:lnB>
                      <a:noFill/>
                    </a:lnB>
                    <a:solidFill>
                      <a:srgbClr val="FFFFFF"/>
                    </a:solidFill>
                  </a:tcPr>
                </a:tc>
                <a:extLst>
                  <a:ext uri="{0D108BD9-81ED-4DB2-BD59-A6C34878D82A}">
                    <a16:rowId xmlns:a16="http://schemas.microsoft.com/office/drawing/2014/main" val="3317381402"/>
                  </a:ext>
                </a:extLst>
              </a:tr>
              <a:tr h="265349">
                <a:tc>
                  <a:txBody>
                    <a:bodyPr/>
                    <a:lstStyle/>
                    <a:p>
                      <a:pPr algn="r" fontAlgn="t">
                        <a:buNone/>
                      </a:pPr>
                      <a:r>
                        <a:rPr lang="en-US" sz="1800" b="0" i="0" u="none" strike="noStrike">
                          <a:solidFill>
                            <a:srgbClr val="161616"/>
                          </a:solidFill>
                          <a:effectLst/>
                          <a:latin typeface="Segoe UI" panose="020B0502040204020203" pitchFamily="34" charset="0"/>
                        </a:rPr>
                        <a:t>1.33</a:t>
                      </a:r>
                    </a:p>
                  </a:txBody>
                  <a:tcPr marL="9525" marR="9525" marT="9525" marB="0">
                    <a:lnL w="12700" cap="flat" cmpd="sng" algn="ctr">
                      <a:solidFill>
                        <a:srgbClr val="D1D1D1"/>
                      </a:solidFill>
                      <a:prstDash val="solid"/>
                      <a:round/>
                      <a:headEnd type="none" w="med" len="med"/>
                      <a:tailEnd type="none" w="med" len="med"/>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Apr-25</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May-25</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Jun-25</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Jun-26</a:t>
                      </a:r>
                    </a:p>
                  </a:txBody>
                  <a:tcPr marL="9525" marR="9525" marT="9525" marB="0">
                    <a:lnL>
                      <a:noFill/>
                    </a:lnL>
                    <a:lnR>
                      <a:noFill/>
                    </a:lnR>
                    <a:lnT>
                      <a:noFill/>
                    </a:lnT>
                    <a:lnB>
                      <a:noFill/>
                    </a:lnB>
                    <a:solidFill>
                      <a:srgbClr val="FFFFFF"/>
                    </a:solidFill>
                  </a:tcPr>
                </a:tc>
                <a:tc>
                  <a:txBody>
                    <a:bodyPr/>
                    <a:lstStyle/>
                    <a:p>
                      <a:pPr algn="l" fontAlgn="t">
                        <a:buNone/>
                      </a:pPr>
                      <a:r>
                        <a:rPr lang="en-US" sz="1800" b="0" i="0" u="none" strike="noStrike">
                          <a:solidFill>
                            <a:srgbClr val="161616"/>
                          </a:solidFill>
                          <a:effectLst/>
                          <a:latin typeface="Segoe UI" panose="020B0502040204020203" pitchFamily="34" charset="0"/>
                        </a:rPr>
                        <a:t>Until 1.37 GA</a:t>
                      </a:r>
                    </a:p>
                  </a:txBody>
                  <a:tcPr marL="9525" marR="9525" marT="9525" marB="0">
                    <a:lnL>
                      <a:noFill/>
                    </a:lnL>
                    <a:lnR w="12700" cap="flat" cmpd="sng" algn="ctr">
                      <a:solidFill>
                        <a:srgbClr val="D1D1D1"/>
                      </a:solidFill>
                      <a:prstDash val="solid"/>
                      <a:round/>
                      <a:headEnd type="none" w="med" len="med"/>
                      <a:tailEnd type="none" w="med" len="med"/>
                    </a:lnR>
                    <a:lnT>
                      <a:noFill/>
                    </a:lnT>
                    <a:lnB>
                      <a:noFill/>
                    </a:lnB>
                    <a:solidFill>
                      <a:srgbClr val="FFFFFF"/>
                    </a:solidFill>
                  </a:tcPr>
                </a:tc>
                <a:extLst>
                  <a:ext uri="{0D108BD9-81ED-4DB2-BD59-A6C34878D82A}">
                    <a16:rowId xmlns:a16="http://schemas.microsoft.com/office/drawing/2014/main" val="1836819390"/>
                  </a:ext>
                </a:extLst>
              </a:tr>
              <a:tr h="265349">
                <a:tc>
                  <a:txBody>
                    <a:bodyPr/>
                    <a:lstStyle/>
                    <a:p>
                      <a:pPr algn="r" fontAlgn="t">
                        <a:buNone/>
                      </a:pPr>
                      <a:r>
                        <a:rPr lang="en-US" sz="1800" b="0" i="0" u="none" strike="noStrike">
                          <a:solidFill>
                            <a:srgbClr val="161616"/>
                          </a:solidFill>
                          <a:effectLst/>
                          <a:latin typeface="Segoe UI" panose="020B0502040204020203" pitchFamily="34" charset="0"/>
                        </a:rPr>
                        <a:t>1.34</a:t>
                      </a:r>
                    </a:p>
                  </a:txBody>
                  <a:tcPr marL="9525" marR="9525" marT="9525" marB="0">
                    <a:lnL w="12700" cap="flat" cmpd="sng" algn="ctr">
                      <a:solidFill>
                        <a:srgbClr val="D1D1D1"/>
                      </a:solidFill>
                      <a:prstDash val="solid"/>
                      <a:round/>
                      <a:headEnd type="none" w="med" len="med"/>
                      <a:tailEnd type="none" w="med" len="med"/>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Aug-25</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Oct-25</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Nov-25</a:t>
                      </a:r>
                    </a:p>
                  </a:txBody>
                  <a:tcPr marL="9525" marR="9525" marT="9525" marB="0">
                    <a:lnL>
                      <a:noFill/>
                    </a:lnL>
                    <a:lnR>
                      <a:noFill/>
                    </a:lnR>
                    <a:lnT>
                      <a:noFill/>
                    </a:lnT>
                    <a:lnB>
                      <a:noFill/>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Nov-26</a:t>
                      </a:r>
                    </a:p>
                  </a:txBody>
                  <a:tcPr marL="9525" marR="9525" marT="9525" marB="0">
                    <a:lnL>
                      <a:noFill/>
                    </a:lnL>
                    <a:lnR>
                      <a:noFill/>
                    </a:lnR>
                    <a:lnT>
                      <a:noFill/>
                    </a:lnT>
                    <a:lnB>
                      <a:noFill/>
                    </a:lnB>
                    <a:solidFill>
                      <a:srgbClr val="FFFFFF"/>
                    </a:solidFill>
                  </a:tcPr>
                </a:tc>
                <a:tc>
                  <a:txBody>
                    <a:bodyPr/>
                    <a:lstStyle/>
                    <a:p>
                      <a:pPr algn="l" fontAlgn="t">
                        <a:buNone/>
                      </a:pPr>
                      <a:r>
                        <a:rPr lang="en-US" sz="1800" b="0" i="0" u="none" strike="noStrike">
                          <a:solidFill>
                            <a:srgbClr val="161616"/>
                          </a:solidFill>
                          <a:effectLst/>
                          <a:latin typeface="Segoe UI" panose="020B0502040204020203" pitchFamily="34" charset="0"/>
                        </a:rPr>
                        <a:t>Until 1.38 GA</a:t>
                      </a:r>
                    </a:p>
                  </a:txBody>
                  <a:tcPr marL="9525" marR="9525" marT="9525" marB="0">
                    <a:lnL>
                      <a:noFill/>
                    </a:lnL>
                    <a:lnR w="12700" cap="flat" cmpd="sng" algn="ctr">
                      <a:solidFill>
                        <a:srgbClr val="D1D1D1"/>
                      </a:solidFill>
                      <a:prstDash val="solid"/>
                      <a:round/>
                      <a:headEnd type="none" w="med" len="med"/>
                      <a:tailEnd type="none" w="med" len="med"/>
                    </a:lnR>
                    <a:lnT>
                      <a:noFill/>
                    </a:lnT>
                    <a:lnB>
                      <a:noFill/>
                    </a:lnB>
                    <a:solidFill>
                      <a:srgbClr val="FFFFFF"/>
                    </a:solidFill>
                  </a:tcPr>
                </a:tc>
                <a:extLst>
                  <a:ext uri="{0D108BD9-81ED-4DB2-BD59-A6C34878D82A}">
                    <a16:rowId xmlns:a16="http://schemas.microsoft.com/office/drawing/2014/main" val="571982634"/>
                  </a:ext>
                </a:extLst>
              </a:tr>
              <a:tr h="277410">
                <a:tc>
                  <a:txBody>
                    <a:bodyPr/>
                    <a:lstStyle/>
                    <a:p>
                      <a:pPr algn="r" fontAlgn="t">
                        <a:buNone/>
                      </a:pPr>
                      <a:r>
                        <a:rPr lang="en-US" sz="1800" b="0" i="0" u="none" strike="noStrike">
                          <a:solidFill>
                            <a:srgbClr val="161616"/>
                          </a:solidFill>
                          <a:effectLst/>
                          <a:latin typeface="Segoe UI" panose="020B0502040204020203" pitchFamily="34" charset="0"/>
                        </a:rPr>
                        <a:t>1.35</a:t>
                      </a:r>
                    </a:p>
                  </a:txBody>
                  <a:tcPr marL="9525" marR="9525" marT="9525" marB="0">
                    <a:lnL w="12700" cap="flat" cmpd="sng" algn="ctr">
                      <a:solidFill>
                        <a:srgbClr val="D1D1D1"/>
                      </a:solidFill>
                      <a:prstDash val="solid"/>
                      <a:round/>
                      <a:headEnd type="none" w="med" len="med"/>
                      <a:tailEnd type="none" w="med" len="med"/>
                    </a:lnL>
                    <a:lnR>
                      <a:noFill/>
                    </a:lnR>
                    <a:lnT>
                      <a:noFill/>
                    </a:lnT>
                    <a:lnB w="12700" cap="flat" cmpd="sng" algn="ctr">
                      <a:solidFill>
                        <a:srgbClr val="D1D1D1"/>
                      </a:solidFill>
                      <a:prstDash val="solid"/>
                      <a:round/>
                      <a:headEnd type="none" w="med" len="med"/>
                      <a:tailEnd type="none" w="med" len="med"/>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Dec-25</a:t>
                      </a:r>
                    </a:p>
                  </a:txBody>
                  <a:tcPr marL="9525" marR="9525" marT="9525" marB="0">
                    <a:lnL>
                      <a:noFill/>
                    </a:lnL>
                    <a:lnR>
                      <a:noFill/>
                    </a:lnR>
                    <a:lnT>
                      <a:noFill/>
                    </a:lnT>
                    <a:lnB w="12700" cap="flat" cmpd="sng" algn="ctr">
                      <a:solidFill>
                        <a:srgbClr val="D1D1D1"/>
                      </a:solidFill>
                      <a:prstDash val="solid"/>
                      <a:round/>
                      <a:headEnd type="none" w="med" len="med"/>
                      <a:tailEnd type="none" w="med" len="med"/>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Feb-26</a:t>
                      </a:r>
                    </a:p>
                  </a:txBody>
                  <a:tcPr marL="9525" marR="9525" marT="9525" marB="0">
                    <a:lnL>
                      <a:noFill/>
                    </a:lnL>
                    <a:lnR>
                      <a:noFill/>
                    </a:lnR>
                    <a:lnT>
                      <a:noFill/>
                    </a:lnT>
                    <a:lnB w="12700" cap="flat" cmpd="sng" algn="ctr">
                      <a:solidFill>
                        <a:srgbClr val="D1D1D1"/>
                      </a:solidFill>
                      <a:prstDash val="solid"/>
                      <a:round/>
                      <a:headEnd type="none" w="med" len="med"/>
                      <a:tailEnd type="none" w="med" len="med"/>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Mar-26</a:t>
                      </a:r>
                    </a:p>
                  </a:txBody>
                  <a:tcPr marL="9525" marR="9525" marT="9525" marB="0">
                    <a:lnL>
                      <a:noFill/>
                    </a:lnL>
                    <a:lnR>
                      <a:noFill/>
                    </a:lnR>
                    <a:lnT>
                      <a:noFill/>
                    </a:lnT>
                    <a:lnB w="12700" cap="flat" cmpd="sng" algn="ctr">
                      <a:solidFill>
                        <a:srgbClr val="D1D1D1"/>
                      </a:solidFill>
                      <a:prstDash val="solid"/>
                      <a:round/>
                      <a:headEnd type="none" w="med" len="med"/>
                      <a:tailEnd type="none" w="med" len="med"/>
                    </a:lnB>
                    <a:solidFill>
                      <a:srgbClr val="FFFFFF"/>
                    </a:solidFill>
                  </a:tcPr>
                </a:tc>
                <a:tc>
                  <a:txBody>
                    <a:bodyPr/>
                    <a:lstStyle/>
                    <a:p>
                      <a:pPr algn="r" fontAlgn="t">
                        <a:buNone/>
                      </a:pPr>
                      <a:r>
                        <a:rPr lang="en-US" sz="1800" b="0" i="0" u="none" strike="noStrike">
                          <a:solidFill>
                            <a:srgbClr val="161616"/>
                          </a:solidFill>
                          <a:effectLst/>
                          <a:latin typeface="Segoe UI" panose="020B0502040204020203" pitchFamily="34" charset="0"/>
                        </a:rPr>
                        <a:t>Mar-27</a:t>
                      </a:r>
                    </a:p>
                  </a:txBody>
                  <a:tcPr marL="9525" marR="9525" marT="9525" marB="0">
                    <a:lnL>
                      <a:noFill/>
                    </a:lnL>
                    <a:lnR>
                      <a:noFill/>
                    </a:lnR>
                    <a:lnT>
                      <a:noFill/>
                    </a:lnT>
                    <a:lnB w="12700"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b="0" i="0" u="none" strike="noStrike" dirty="0">
                          <a:solidFill>
                            <a:srgbClr val="161616"/>
                          </a:solidFill>
                          <a:effectLst/>
                          <a:latin typeface="Segoe UI" panose="020B0502040204020203" pitchFamily="34" charset="0"/>
                        </a:rPr>
                        <a:t>Until 1.39 GA</a:t>
                      </a:r>
                    </a:p>
                  </a:txBody>
                  <a:tcPr marL="9525" marR="9525" marT="9525" marB="0">
                    <a:lnL>
                      <a:noFill/>
                    </a:lnL>
                    <a:lnR w="12700" cap="flat" cmpd="sng" algn="ctr">
                      <a:solidFill>
                        <a:srgbClr val="D1D1D1"/>
                      </a:solidFill>
                      <a:prstDash val="solid"/>
                      <a:round/>
                      <a:headEnd type="none" w="med" len="med"/>
                      <a:tailEnd type="none" w="med" len="med"/>
                    </a:lnR>
                    <a:lnT>
                      <a:noFill/>
                    </a:lnT>
                    <a:lnB w="12700"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946002619"/>
                  </a:ext>
                </a:extLst>
              </a:tr>
            </a:tbl>
          </a:graphicData>
        </a:graphic>
      </p:graphicFrame>
    </p:spTree>
    <p:extLst>
      <p:ext uri="{BB962C8B-B14F-4D97-AF65-F5344CB8AC3E}">
        <p14:creationId xmlns:p14="http://schemas.microsoft.com/office/powerpoint/2010/main" val="20018163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E5148FE-7FAF-1040-583D-50B25C95920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09FE996-E8A2-E36E-6F00-4E69D48FDF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6E94D62A-DA8C-F5C9-C863-ED0D045ED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318CE643-E28A-84E6-0A5C-39EB9EB13D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EB0AA76-0E0A-6027-1552-A54527A5827C}"/>
              </a:ext>
            </a:extLst>
          </p:cNvPr>
          <p:cNvSpPr>
            <a:spLocks noGrp="1"/>
          </p:cNvSpPr>
          <p:nvPr>
            <p:ph type="title"/>
          </p:nvPr>
        </p:nvSpPr>
        <p:spPr>
          <a:xfrm>
            <a:off x="1115568" y="548640"/>
            <a:ext cx="10168128" cy="1179576"/>
          </a:xfrm>
        </p:spPr>
        <p:txBody>
          <a:bodyPr>
            <a:normAutofit/>
          </a:bodyPr>
          <a:lstStyle/>
          <a:p>
            <a:r>
              <a:rPr lang="en-US" sz="4000"/>
              <a:t>Upgrade Node Pools</a:t>
            </a:r>
          </a:p>
        </p:txBody>
      </p:sp>
      <p:sp>
        <p:nvSpPr>
          <p:cNvPr id="14" name="Rectangle 13">
            <a:extLst>
              <a:ext uri="{FF2B5EF4-FFF2-40B4-BE49-F238E27FC236}">
                <a16:creationId xmlns:a16="http://schemas.microsoft.com/office/drawing/2014/main" id="{3B3F75EF-0B38-2196-01A3-30BFD8D87D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D5C21A84-86C8-EDE4-8193-74E2D07A77CA}"/>
              </a:ext>
            </a:extLst>
          </p:cNvPr>
          <p:cNvSpPr>
            <a:spLocks noGrp="1"/>
          </p:cNvSpPr>
          <p:nvPr>
            <p:ph idx="1"/>
          </p:nvPr>
        </p:nvSpPr>
        <p:spPr>
          <a:xfrm>
            <a:off x="566927" y="2481943"/>
            <a:ext cx="11155679" cy="3695020"/>
          </a:xfrm>
        </p:spPr>
        <p:txBody>
          <a:bodyPr>
            <a:normAutofit/>
          </a:bodyPr>
          <a:lstStyle/>
          <a:p>
            <a:r>
              <a:rPr lang="en-US" sz="2400" dirty="0"/>
              <a:t>As a best practice, you should upgrade all node pools in an AKS cluster to the same Kubernetes version. </a:t>
            </a:r>
          </a:p>
          <a:p>
            <a:r>
              <a:rPr lang="en-US" sz="2400" dirty="0"/>
              <a:t>The default behavior of [</a:t>
            </a:r>
            <a:r>
              <a:rPr lang="en-US" sz="2400" dirty="0" err="1"/>
              <a:t>az</a:t>
            </a:r>
            <a:r>
              <a:rPr lang="en-US" sz="2400" dirty="0"/>
              <a:t> </a:t>
            </a:r>
            <a:r>
              <a:rPr lang="en-US" sz="2400" dirty="0" err="1"/>
              <a:t>aks</a:t>
            </a:r>
            <a:r>
              <a:rPr lang="en-US" sz="2400" dirty="0"/>
              <a:t> upgrade][</a:t>
            </a:r>
            <a:r>
              <a:rPr lang="en-US" sz="2400" dirty="0" err="1"/>
              <a:t>az</a:t>
            </a:r>
            <a:r>
              <a:rPr lang="en-US" sz="2400" dirty="0"/>
              <a:t>-</a:t>
            </a:r>
            <a:r>
              <a:rPr lang="en-US" sz="2400" dirty="0" err="1"/>
              <a:t>aks</a:t>
            </a:r>
            <a:r>
              <a:rPr lang="en-US" sz="2400" dirty="0"/>
              <a:t>-upgrade] is to upgrade all node pools together with the control plane to achieve this alignment. </a:t>
            </a:r>
          </a:p>
          <a:p>
            <a:r>
              <a:rPr lang="en-US" sz="2400" dirty="0"/>
              <a:t>The ability to upgrade individual node pools lets you perform a rolling upgrade and schedule pods between node pools to maintain application uptime.</a:t>
            </a:r>
          </a:p>
        </p:txBody>
      </p:sp>
    </p:spTree>
    <p:extLst>
      <p:ext uri="{BB962C8B-B14F-4D97-AF65-F5344CB8AC3E}">
        <p14:creationId xmlns:p14="http://schemas.microsoft.com/office/powerpoint/2010/main" val="42018305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376117-108E-321F-F7AD-1BE7B1CACF4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F04CE-EE7E-0F30-FD98-3DCD56C12A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A408F9CA-8891-38AA-9931-7C2FB75C07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ABC0EE2B-66D0-D3B5-BDE8-4E28947131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6A132CD-E9EE-5354-1726-A7D5E93A457A}"/>
              </a:ext>
            </a:extLst>
          </p:cNvPr>
          <p:cNvSpPr>
            <a:spLocks noGrp="1"/>
          </p:cNvSpPr>
          <p:nvPr>
            <p:ph type="title"/>
          </p:nvPr>
        </p:nvSpPr>
        <p:spPr>
          <a:xfrm>
            <a:off x="1115568" y="548640"/>
            <a:ext cx="10168128" cy="1179576"/>
          </a:xfrm>
        </p:spPr>
        <p:txBody>
          <a:bodyPr>
            <a:normAutofit/>
          </a:bodyPr>
          <a:lstStyle/>
          <a:p>
            <a:r>
              <a:rPr lang="en-US" sz="4000"/>
              <a:t>Upgrade Node Pools</a:t>
            </a:r>
          </a:p>
        </p:txBody>
      </p:sp>
      <p:sp>
        <p:nvSpPr>
          <p:cNvPr id="14" name="Rectangle 13">
            <a:extLst>
              <a:ext uri="{FF2B5EF4-FFF2-40B4-BE49-F238E27FC236}">
                <a16:creationId xmlns:a16="http://schemas.microsoft.com/office/drawing/2014/main" id="{A90F0068-09E7-8A76-4319-F0A8B0E0FE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698DF95B-81F2-8E9F-15FC-94B49FBD3B3E}"/>
              </a:ext>
            </a:extLst>
          </p:cNvPr>
          <p:cNvSpPr>
            <a:spLocks noGrp="1"/>
          </p:cNvSpPr>
          <p:nvPr>
            <p:ph idx="1"/>
          </p:nvPr>
        </p:nvSpPr>
        <p:spPr>
          <a:xfrm>
            <a:off x="558208" y="2487168"/>
            <a:ext cx="11164399" cy="3695020"/>
          </a:xfrm>
        </p:spPr>
        <p:txBody>
          <a:bodyPr>
            <a:normAutofit/>
          </a:bodyPr>
          <a:lstStyle/>
          <a:p>
            <a:pPr marL="0" indent="0">
              <a:spcAft>
                <a:spcPts val="600"/>
              </a:spcAft>
              <a:buNone/>
            </a:pPr>
            <a:r>
              <a:rPr lang="en-US" sz="2400" dirty="0"/>
              <a:t>An AKS cluster has two cluster resource objects with Kubernetes versions associated to them: </a:t>
            </a:r>
          </a:p>
          <a:p>
            <a:pPr>
              <a:spcAft>
                <a:spcPts val="600"/>
              </a:spcAft>
            </a:pPr>
            <a:r>
              <a:rPr lang="en-US" sz="2400" dirty="0"/>
              <a:t>The cluster control plane Kubernetes version </a:t>
            </a:r>
          </a:p>
          <a:p>
            <a:pPr>
              <a:spcAft>
                <a:spcPts val="600"/>
              </a:spcAft>
            </a:pPr>
            <a:r>
              <a:rPr lang="en-US" sz="2400" dirty="0"/>
              <a:t>And a node pool with a Kubernetes version</a:t>
            </a:r>
            <a:endParaRPr lang="en-US" sz="2200" dirty="0"/>
          </a:p>
        </p:txBody>
      </p:sp>
    </p:spTree>
    <p:extLst>
      <p:ext uri="{BB962C8B-B14F-4D97-AF65-F5344CB8AC3E}">
        <p14:creationId xmlns:p14="http://schemas.microsoft.com/office/powerpoint/2010/main" val="12800374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513397-3102-FF73-9C08-4C0AF77D481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2F32CF4-3130-B0F7-8487-B7DEFF04B3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E28A3E2F-A210-243C-E6B5-C7F132AA96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FB87B941-3DB6-14A2-E29F-DBBF35EE1B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60AA731-8A02-BDF7-D4E6-3B7088867C06}"/>
              </a:ext>
            </a:extLst>
          </p:cNvPr>
          <p:cNvSpPr>
            <a:spLocks noGrp="1"/>
          </p:cNvSpPr>
          <p:nvPr>
            <p:ph type="title"/>
          </p:nvPr>
        </p:nvSpPr>
        <p:spPr>
          <a:xfrm>
            <a:off x="1115568" y="548640"/>
            <a:ext cx="10168128" cy="1179576"/>
          </a:xfrm>
        </p:spPr>
        <p:txBody>
          <a:bodyPr>
            <a:normAutofit/>
          </a:bodyPr>
          <a:lstStyle/>
          <a:p>
            <a:r>
              <a:rPr lang="en-US" sz="4000"/>
              <a:t>Upgrade Node Pools</a:t>
            </a:r>
          </a:p>
        </p:txBody>
      </p:sp>
      <p:sp>
        <p:nvSpPr>
          <p:cNvPr id="14" name="Rectangle 13">
            <a:extLst>
              <a:ext uri="{FF2B5EF4-FFF2-40B4-BE49-F238E27FC236}">
                <a16:creationId xmlns:a16="http://schemas.microsoft.com/office/drawing/2014/main" id="{579434A0-7EC2-70AF-1BB8-1D3E5EB7FF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FA6F0B7B-9B5B-7DCB-54A7-38213B52B53F}"/>
              </a:ext>
            </a:extLst>
          </p:cNvPr>
          <p:cNvSpPr>
            <a:spLocks noGrp="1"/>
          </p:cNvSpPr>
          <p:nvPr>
            <p:ph idx="1"/>
          </p:nvPr>
        </p:nvSpPr>
        <p:spPr>
          <a:xfrm>
            <a:off x="558208" y="2487168"/>
            <a:ext cx="11164399" cy="3695020"/>
          </a:xfrm>
        </p:spPr>
        <p:txBody>
          <a:bodyPr>
            <a:normAutofit/>
          </a:bodyPr>
          <a:lstStyle/>
          <a:p>
            <a:pPr>
              <a:spcAft>
                <a:spcPts val="600"/>
              </a:spcAft>
            </a:pPr>
            <a:r>
              <a:rPr lang="en-US" sz="2400" dirty="0"/>
              <a:t>Kubernetes uses the standard Semantic Versioning </a:t>
            </a:r>
            <a:r>
              <a:rPr lang="en-US" sz="2400" dirty="0" err="1"/>
              <a:t>versioning</a:t>
            </a:r>
            <a:r>
              <a:rPr lang="en-US" sz="2400" dirty="0"/>
              <a:t> scheme. </a:t>
            </a:r>
          </a:p>
          <a:p>
            <a:pPr>
              <a:spcAft>
                <a:spcPts val="600"/>
              </a:spcAft>
            </a:pPr>
            <a:r>
              <a:rPr lang="en-US" sz="2400" dirty="0"/>
              <a:t>The version number is expressed as </a:t>
            </a:r>
            <a:r>
              <a:rPr lang="en-US" sz="2400" dirty="0" err="1"/>
              <a:t>x.y.z</a:t>
            </a:r>
            <a:r>
              <a:rPr lang="en-US" sz="2400" dirty="0"/>
              <a:t>, where x is the major version, y is the minor version, and z is the patch version. For example, in version 1.12.6, 1 is the major version, 12 is the minor version, and 6 is the patch version. </a:t>
            </a:r>
          </a:p>
          <a:p>
            <a:pPr>
              <a:spcAft>
                <a:spcPts val="600"/>
              </a:spcAft>
            </a:pPr>
            <a:r>
              <a:rPr lang="en-US" sz="2400" dirty="0"/>
              <a:t>The Kubernetes version of the control plane and the initial node pool are set during cluster creation. </a:t>
            </a:r>
          </a:p>
          <a:p>
            <a:pPr>
              <a:spcAft>
                <a:spcPts val="600"/>
              </a:spcAft>
            </a:pPr>
            <a:r>
              <a:rPr lang="en-US" sz="2400" dirty="0"/>
              <a:t>Other node pools have their Kubernetes version set when they are added to the cluster. The Kubernetes versions may differ between node pools and between a node pool and the control plane.</a:t>
            </a:r>
            <a:endParaRPr lang="en-US" sz="2200" dirty="0"/>
          </a:p>
        </p:txBody>
      </p:sp>
    </p:spTree>
    <p:extLst>
      <p:ext uri="{BB962C8B-B14F-4D97-AF65-F5344CB8AC3E}">
        <p14:creationId xmlns:p14="http://schemas.microsoft.com/office/powerpoint/2010/main" val="30380406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DED689C-46BC-712A-CD22-4E8B540F217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0AA7517-D2DE-EA53-05C9-F9E87853FA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69D9C466-022D-0F25-F544-089D883B34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48E1131F-DB04-4A45-F983-81564A5335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B25001D-1552-EAE9-5C9E-233AFA267B19}"/>
              </a:ext>
            </a:extLst>
          </p:cNvPr>
          <p:cNvSpPr>
            <a:spLocks noGrp="1"/>
          </p:cNvSpPr>
          <p:nvPr>
            <p:ph type="title"/>
          </p:nvPr>
        </p:nvSpPr>
        <p:spPr>
          <a:xfrm>
            <a:off x="1115568" y="548640"/>
            <a:ext cx="10168128" cy="1179576"/>
          </a:xfrm>
        </p:spPr>
        <p:txBody>
          <a:bodyPr>
            <a:normAutofit/>
          </a:bodyPr>
          <a:lstStyle/>
          <a:p>
            <a:r>
              <a:rPr lang="en-US" sz="4000"/>
              <a:t>Upgrade Node Pools</a:t>
            </a:r>
          </a:p>
        </p:txBody>
      </p:sp>
      <p:sp>
        <p:nvSpPr>
          <p:cNvPr id="14" name="Rectangle 13">
            <a:extLst>
              <a:ext uri="{FF2B5EF4-FFF2-40B4-BE49-F238E27FC236}">
                <a16:creationId xmlns:a16="http://schemas.microsoft.com/office/drawing/2014/main" id="{360DA8CA-A268-7D64-B640-BEE6EF04A7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656D809C-B305-4E04-0984-BD9606CAFF5C}"/>
              </a:ext>
            </a:extLst>
          </p:cNvPr>
          <p:cNvSpPr>
            <a:spLocks noGrp="1"/>
          </p:cNvSpPr>
          <p:nvPr>
            <p:ph idx="1"/>
          </p:nvPr>
        </p:nvSpPr>
        <p:spPr>
          <a:xfrm>
            <a:off x="558208" y="2487168"/>
            <a:ext cx="11164399" cy="3695020"/>
          </a:xfrm>
        </p:spPr>
        <p:txBody>
          <a:bodyPr>
            <a:normAutofit/>
          </a:bodyPr>
          <a:lstStyle/>
          <a:p>
            <a:pPr marL="0" indent="0">
              <a:spcAft>
                <a:spcPts val="600"/>
              </a:spcAft>
              <a:buNone/>
            </a:pPr>
            <a:r>
              <a:rPr lang="en-US" sz="2400" dirty="0"/>
              <a:t>Rules for valid versions to upgrade node pools:</a:t>
            </a:r>
          </a:p>
          <a:p>
            <a:pPr>
              <a:spcAft>
                <a:spcPts val="1200"/>
              </a:spcAft>
            </a:pPr>
            <a:r>
              <a:rPr lang="en-US" sz="2400" dirty="0"/>
              <a:t>The node pool version must have the same major version as the control plane.</a:t>
            </a:r>
          </a:p>
          <a:p>
            <a:pPr>
              <a:spcAft>
                <a:spcPts val="1200"/>
              </a:spcAft>
            </a:pPr>
            <a:r>
              <a:rPr lang="en-US" sz="2400" dirty="0"/>
              <a:t>The node pool minor version must be within two minor versions of the control plane version.</a:t>
            </a:r>
          </a:p>
          <a:p>
            <a:pPr>
              <a:spcAft>
                <a:spcPts val="1200"/>
              </a:spcAft>
            </a:pPr>
            <a:r>
              <a:rPr lang="en-US" sz="2400" dirty="0"/>
              <a:t>The node pool version can't be greater than the control </a:t>
            </a:r>
            <a:r>
              <a:rPr lang="en-US" sz="2400" b="1" dirty="0" err="1"/>
              <a:t>major.minor.patch</a:t>
            </a:r>
            <a:r>
              <a:rPr lang="en-US" sz="2400" dirty="0"/>
              <a:t> version.</a:t>
            </a:r>
            <a:endParaRPr lang="en-US" sz="2200" dirty="0"/>
          </a:p>
        </p:txBody>
      </p:sp>
    </p:spTree>
    <p:extLst>
      <p:ext uri="{BB962C8B-B14F-4D97-AF65-F5344CB8AC3E}">
        <p14:creationId xmlns:p14="http://schemas.microsoft.com/office/powerpoint/2010/main" val="30438546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F107DDB-0B6B-DB86-8157-FDBF1847491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8185035-B065-7062-3C14-77E09E11AA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4A05911D-4E0A-12EE-CF29-7AB8803AC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F8F77652-2EFA-685A-7600-47A61B2FEB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101314E-4C06-D964-BEAF-2BE6CB433307}"/>
              </a:ext>
            </a:extLst>
          </p:cNvPr>
          <p:cNvSpPr>
            <a:spLocks noGrp="1"/>
          </p:cNvSpPr>
          <p:nvPr>
            <p:ph type="title"/>
          </p:nvPr>
        </p:nvSpPr>
        <p:spPr>
          <a:xfrm>
            <a:off x="1115568" y="548640"/>
            <a:ext cx="10168128" cy="1179576"/>
          </a:xfrm>
        </p:spPr>
        <p:txBody>
          <a:bodyPr>
            <a:normAutofit/>
          </a:bodyPr>
          <a:lstStyle/>
          <a:p>
            <a:r>
              <a:rPr lang="en-US" sz="4000"/>
              <a:t>Upgrade Node Pools</a:t>
            </a:r>
          </a:p>
        </p:txBody>
      </p:sp>
      <p:sp>
        <p:nvSpPr>
          <p:cNvPr id="14" name="Rectangle 13">
            <a:extLst>
              <a:ext uri="{FF2B5EF4-FFF2-40B4-BE49-F238E27FC236}">
                <a16:creationId xmlns:a16="http://schemas.microsoft.com/office/drawing/2014/main" id="{84E585AF-A5FD-9813-B87B-154D9F7BC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E6BADB82-9C06-2D6D-8A11-EDE2855DA8F8}"/>
              </a:ext>
            </a:extLst>
          </p:cNvPr>
          <p:cNvSpPr>
            <a:spLocks noGrp="1"/>
          </p:cNvSpPr>
          <p:nvPr>
            <p:ph idx="1"/>
          </p:nvPr>
        </p:nvSpPr>
        <p:spPr>
          <a:xfrm>
            <a:off x="558208" y="2487167"/>
            <a:ext cx="11164399" cy="3973267"/>
          </a:xfrm>
        </p:spPr>
        <p:txBody>
          <a:bodyPr>
            <a:normAutofit/>
          </a:bodyPr>
          <a:lstStyle/>
          <a:p>
            <a:pPr marL="0" indent="0">
              <a:spcAft>
                <a:spcPts val="600"/>
              </a:spcAft>
              <a:buNone/>
            </a:pPr>
            <a:r>
              <a:rPr lang="en-US" sz="2400" dirty="0"/>
              <a:t>Rules for submitting an upgrade operation:</a:t>
            </a:r>
          </a:p>
          <a:p>
            <a:pPr>
              <a:spcAft>
                <a:spcPts val="1200"/>
              </a:spcAft>
            </a:pPr>
            <a:r>
              <a:rPr lang="en-US" sz="2400" dirty="0"/>
              <a:t>You can't downgrade the control plane or a node pool Kubernetes version.</a:t>
            </a:r>
          </a:p>
          <a:p>
            <a:pPr>
              <a:spcAft>
                <a:spcPts val="1200"/>
              </a:spcAft>
            </a:pPr>
            <a:r>
              <a:rPr lang="en-US" sz="2400" dirty="0"/>
              <a:t>If a node pool Kubernetes version isn't specified, the behavior depends on the client. In Azure Resource Manager (ARM) templates, declaration falls back to the existing version defined for the node pool. If nothing is set, it falls back to the control plane version.</a:t>
            </a:r>
          </a:p>
          <a:p>
            <a:pPr>
              <a:spcAft>
                <a:spcPts val="1200"/>
              </a:spcAft>
            </a:pPr>
            <a:r>
              <a:rPr lang="en-US" sz="2400" dirty="0"/>
              <a:t>You can't simultaneously submit multiple operations on a single control plane or node pool resource. You can either upgrade or scale a control plane or a node pool at a given time.</a:t>
            </a:r>
            <a:endParaRPr lang="en-US" sz="2200" dirty="0"/>
          </a:p>
        </p:txBody>
      </p:sp>
    </p:spTree>
    <p:extLst>
      <p:ext uri="{BB962C8B-B14F-4D97-AF65-F5344CB8AC3E}">
        <p14:creationId xmlns:p14="http://schemas.microsoft.com/office/powerpoint/2010/main" val="26669045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8CA1CB4-ABCF-36F3-6E4B-EBB08A7E456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ED90FB8-67F3-6307-0C23-CEE51543E8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E7DF283A-44EC-952A-8D96-43B0DECE79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F019EC51-253A-BFAC-C25E-91FEF64456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0B3C362-4D85-86C2-B52D-FD20B03C57A6}"/>
              </a:ext>
            </a:extLst>
          </p:cNvPr>
          <p:cNvSpPr>
            <a:spLocks noGrp="1"/>
          </p:cNvSpPr>
          <p:nvPr>
            <p:ph type="title"/>
          </p:nvPr>
        </p:nvSpPr>
        <p:spPr>
          <a:xfrm>
            <a:off x="1115568" y="548640"/>
            <a:ext cx="10168128" cy="1179576"/>
          </a:xfrm>
        </p:spPr>
        <p:txBody>
          <a:bodyPr>
            <a:normAutofit/>
          </a:bodyPr>
          <a:lstStyle/>
          <a:p>
            <a:r>
              <a:rPr lang="en-US" sz="4000"/>
              <a:t>Upgrade Node Pools</a:t>
            </a:r>
          </a:p>
        </p:txBody>
      </p:sp>
      <p:sp>
        <p:nvSpPr>
          <p:cNvPr id="14" name="Rectangle 13">
            <a:extLst>
              <a:ext uri="{FF2B5EF4-FFF2-40B4-BE49-F238E27FC236}">
                <a16:creationId xmlns:a16="http://schemas.microsoft.com/office/drawing/2014/main" id="{D1FD0005-405C-F349-1D12-24DB70FF81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EC081AD6-DB3D-D471-7519-EB72BC8F31A9}"/>
              </a:ext>
            </a:extLst>
          </p:cNvPr>
          <p:cNvSpPr>
            <a:spLocks noGrp="1"/>
          </p:cNvSpPr>
          <p:nvPr>
            <p:ph idx="1"/>
          </p:nvPr>
        </p:nvSpPr>
        <p:spPr>
          <a:xfrm>
            <a:off x="558208" y="2487168"/>
            <a:ext cx="11164399" cy="3695020"/>
          </a:xfrm>
        </p:spPr>
        <p:txBody>
          <a:bodyPr>
            <a:normAutofit/>
          </a:bodyPr>
          <a:lstStyle/>
          <a:p>
            <a:pPr marL="0" indent="0">
              <a:spcAft>
                <a:spcPts val="600"/>
              </a:spcAft>
              <a:buNone/>
            </a:pPr>
            <a:r>
              <a:rPr lang="en-US" sz="2400" dirty="0"/>
              <a:t>Upgrade behavior for the control plane and node pools:</a:t>
            </a:r>
          </a:p>
          <a:p>
            <a:pPr>
              <a:spcAft>
                <a:spcPts val="600"/>
              </a:spcAft>
            </a:pPr>
            <a:r>
              <a:rPr lang="en-US" sz="2400" b="1" dirty="0" err="1">
                <a:latin typeface="Consolas" panose="020B0609020204030204" pitchFamily="49" charset="0"/>
              </a:rPr>
              <a:t>az</a:t>
            </a:r>
            <a:r>
              <a:rPr lang="en-US" sz="2400" b="1" dirty="0">
                <a:latin typeface="Consolas" panose="020B0609020204030204" pitchFamily="49" charset="0"/>
              </a:rPr>
              <a:t> </a:t>
            </a:r>
            <a:r>
              <a:rPr lang="en-US" sz="2400" b="1" dirty="0" err="1">
                <a:latin typeface="Consolas" panose="020B0609020204030204" pitchFamily="49" charset="0"/>
              </a:rPr>
              <a:t>aks</a:t>
            </a:r>
            <a:r>
              <a:rPr lang="en-US" sz="2400" b="1" dirty="0">
                <a:latin typeface="Consolas" panose="020B0609020204030204" pitchFamily="49" charset="0"/>
              </a:rPr>
              <a:t> upgrade</a:t>
            </a:r>
            <a:r>
              <a:rPr lang="en-US" sz="2400" dirty="0"/>
              <a:t> upgrades the control plane and all node pools in the cluster to the same Kubernetes version.</a:t>
            </a:r>
          </a:p>
          <a:p>
            <a:pPr>
              <a:spcAft>
                <a:spcPts val="600"/>
              </a:spcAft>
            </a:pPr>
            <a:r>
              <a:rPr lang="en-US" sz="2400" b="1" dirty="0" err="1">
                <a:latin typeface="Consolas" panose="020B0609020204030204" pitchFamily="49" charset="0"/>
              </a:rPr>
              <a:t>az</a:t>
            </a:r>
            <a:r>
              <a:rPr lang="en-US" sz="2400" b="1" dirty="0">
                <a:latin typeface="Consolas" panose="020B0609020204030204" pitchFamily="49" charset="0"/>
              </a:rPr>
              <a:t> </a:t>
            </a:r>
            <a:r>
              <a:rPr lang="en-US" sz="2400" b="1" dirty="0" err="1">
                <a:latin typeface="Consolas" panose="020B0609020204030204" pitchFamily="49" charset="0"/>
              </a:rPr>
              <a:t>aks</a:t>
            </a:r>
            <a:r>
              <a:rPr lang="en-US" sz="2400" b="1" dirty="0">
                <a:latin typeface="Consolas" panose="020B0609020204030204" pitchFamily="49" charset="0"/>
              </a:rPr>
              <a:t> upgrade </a:t>
            </a:r>
            <a:r>
              <a:rPr lang="en-US" sz="2400" dirty="0"/>
              <a:t>with the </a:t>
            </a:r>
            <a:r>
              <a:rPr lang="en-US" sz="2400" b="1" dirty="0">
                <a:latin typeface="Consolas" panose="020B0609020204030204" pitchFamily="49" charset="0"/>
              </a:rPr>
              <a:t>--control-plane-only </a:t>
            </a:r>
            <a:r>
              <a:rPr lang="en-US" sz="2400" dirty="0"/>
              <a:t>flag upgrades only the cluster control plane and leaves all node pools unchanged.</a:t>
            </a:r>
          </a:p>
          <a:p>
            <a:pPr>
              <a:spcAft>
                <a:spcPts val="600"/>
              </a:spcAft>
            </a:pPr>
            <a:r>
              <a:rPr lang="en-US" sz="2400" b="1" dirty="0" err="1">
                <a:latin typeface="Consolas" panose="020B0609020204030204" pitchFamily="49" charset="0"/>
              </a:rPr>
              <a:t>az</a:t>
            </a:r>
            <a:r>
              <a:rPr lang="en-US" sz="2400" b="1" dirty="0">
                <a:latin typeface="Consolas" panose="020B0609020204030204" pitchFamily="49" charset="0"/>
              </a:rPr>
              <a:t> </a:t>
            </a:r>
            <a:r>
              <a:rPr lang="en-US" sz="2400" b="1" dirty="0" err="1">
                <a:latin typeface="Consolas" panose="020B0609020204030204" pitchFamily="49" charset="0"/>
              </a:rPr>
              <a:t>aks</a:t>
            </a:r>
            <a:r>
              <a:rPr lang="en-US" sz="2400" b="1" dirty="0">
                <a:latin typeface="Consolas" panose="020B0609020204030204" pitchFamily="49" charset="0"/>
              </a:rPr>
              <a:t> </a:t>
            </a:r>
            <a:r>
              <a:rPr lang="en-US" sz="2400" b="1" dirty="0" err="1">
                <a:latin typeface="Consolas" panose="020B0609020204030204" pitchFamily="49" charset="0"/>
              </a:rPr>
              <a:t>nodepool</a:t>
            </a:r>
            <a:r>
              <a:rPr lang="en-US" sz="2400" b="1" dirty="0">
                <a:latin typeface="Consolas" panose="020B0609020204030204" pitchFamily="49" charset="0"/>
              </a:rPr>
              <a:t> upgrade </a:t>
            </a:r>
            <a:r>
              <a:rPr lang="en-US" sz="2400" dirty="0"/>
              <a:t>upgrades only the target node pool with the specified Kubernetes version.</a:t>
            </a:r>
            <a:endParaRPr lang="en-US" sz="2200" dirty="0"/>
          </a:p>
        </p:txBody>
      </p:sp>
    </p:spTree>
    <p:extLst>
      <p:ext uri="{BB962C8B-B14F-4D97-AF65-F5344CB8AC3E}">
        <p14:creationId xmlns:p14="http://schemas.microsoft.com/office/powerpoint/2010/main" val="4131308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AD76F3E-3A97-486B-B402-44400A8B91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4B51D0-4598-2563-9477-CEA6B5A8FB61}"/>
              </a:ext>
            </a:extLst>
          </p:cNvPr>
          <p:cNvSpPr>
            <a:spLocks noGrp="1"/>
          </p:cNvSpPr>
          <p:nvPr>
            <p:ph type="title"/>
          </p:nvPr>
        </p:nvSpPr>
        <p:spPr>
          <a:xfrm>
            <a:off x="838199" y="1093788"/>
            <a:ext cx="10506455" cy="2967208"/>
          </a:xfrm>
        </p:spPr>
        <p:txBody>
          <a:bodyPr vert="horz" lIns="91440" tIns="45720" rIns="91440" bIns="45720" rtlCol="0" anchor="b">
            <a:normAutofit/>
          </a:bodyPr>
          <a:lstStyle/>
          <a:p>
            <a:r>
              <a:rPr lang="en-US" sz="8000" kern="1200">
                <a:solidFill>
                  <a:schemeClr val="tx1"/>
                </a:solidFill>
                <a:latin typeface="+mj-lt"/>
                <a:ea typeface="+mj-ea"/>
                <a:cs typeface="+mj-cs"/>
              </a:rPr>
              <a:t>Rolling Upgrade</a:t>
            </a:r>
          </a:p>
        </p:txBody>
      </p:sp>
      <p:sp>
        <p:nvSpPr>
          <p:cNvPr id="9" name="Rectangle 8">
            <a:extLst>
              <a:ext uri="{FF2B5EF4-FFF2-40B4-BE49-F238E27FC236}">
                <a16:creationId xmlns:a16="http://schemas.microsoft.com/office/drawing/2014/main" id="{391F6B52-91F4-4AEB-B6DB-29FEBCF28C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433116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1" name="Rectangle 10">
            <a:extLst>
              <a:ext uri="{FF2B5EF4-FFF2-40B4-BE49-F238E27FC236}">
                <a16:creationId xmlns:a16="http://schemas.microsoft.com/office/drawing/2014/main" id="{2CD6F061-7C53-44F4-9794-953DB70A45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346882" y="2348839"/>
            <a:ext cx="54864" cy="39467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030278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5C56BB-7693-F4A9-0438-9E0CD5E495D1}"/>
              </a:ext>
            </a:extLst>
          </p:cNvPr>
          <p:cNvSpPr>
            <a:spLocks noGrp="1"/>
          </p:cNvSpPr>
          <p:nvPr>
            <p:ph type="title"/>
          </p:nvPr>
        </p:nvSpPr>
        <p:spPr/>
        <p:txBody>
          <a:bodyPr/>
          <a:lstStyle/>
          <a:p>
            <a:r>
              <a:rPr lang="en-US" dirty="0"/>
              <a:t>Step 1: Initial setup</a:t>
            </a:r>
          </a:p>
        </p:txBody>
      </p:sp>
      <p:sp>
        <p:nvSpPr>
          <p:cNvPr id="4" name="Rectangle 3">
            <a:extLst>
              <a:ext uri="{FF2B5EF4-FFF2-40B4-BE49-F238E27FC236}">
                <a16:creationId xmlns:a16="http://schemas.microsoft.com/office/drawing/2014/main" id="{A3CC4BA3-BE48-0E0C-1278-7465A712508B}"/>
              </a:ext>
            </a:extLst>
          </p:cNvPr>
          <p:cNvSpPr/>
          <p:nvPr/>
        </p:nvSpPr>
        <p:spPr>
          <a:xfrm>
            <a:off x="1043610" y="1878496"/>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12FAB0E-F1D3-E127-8FE7-6A1E24CA27F7}"/>
              </a:ext>
            </a:extLst>
          </p:cNvPr>
          <p:cNvSpPr/>
          <p:nvPr/>
        </p:nvSpPr>
        <p:spPr>
          <a:xfrm>
            <a:off x="1570387" y="2027582"/>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A</a:t>
            </a:r>
          </a:p>
        </p:txBody>
      </p:sp>
      <p:sp>
        <p:nvSpPr>
          <p:cNvPr id="6" name="Rectangle 5">
            <a:extLst>
              <a:ext uri="{FF2B5EF4-FFF2-40B4-BE49-F238E27FC236}">
                <a16:creationId xmlns:a16="http://schemas.microsoft.com/office/drawing/2014/main" id="{B68EBBE9-E940-7124-3729-A603156450DC}"/>
              </a:ext>
            </a:extLst>
          </p:cNvPr>
          <p:cNvSpPr/>
          <p:nvPr/>
        </p:nvSpPr>
        <p:spPr>
          <a:xfrm>
            <a:off x="1570387" y="2647123"/>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B</a:t>
            </a:r>
          </a:p>
        </p:txBody>
      </p:sp>
      <p:sp>
        <p:nvSpPr>
          <p:cNvPr id="7" name="TextBox 6">
            <a:extLst>
              <a:ext uri="{FF2B5EF4-FFF2-40B4-BE49-F238E27FC236}">
                <a16:creationId xmlns:a16="http://schemas.microsoft.com/office/drawing/2014/main" id="{09FA6012-98F0-159D-FF1B-92B2191012DD}"/>
              </a:ext>
            </a:extLst>
          </p:cNvPr>
          <p:cNvSpPr txBox="1"/>
          <p:nvPr/>
        </p:nvSpPr>
        <p:spPr>
          <a:xfrm>
            <a:off x="1549566" y="4552125"/>
            <a:ext cx="896399" cy="646331"/>
          </a:xfrm>
          <a:prstGeom prst="rect">
            <a:avLst/>
          </a:prstGeom>
          <a:noFill/>
        </p:spPr>
        <p:txBody>
          <a:bodyPr wrap="none" rtlCol="0">
            <a:spAutoFit/>
          </a:bodyPr>
          <a:lstStyle/>
          <a:p>
            <a:pPr algn="ctr"/>
            <a:r>
              <a:rPr lang="en-US" dirty="0"/>
              <a:t>Node 1</a:t>
            </a:r>
          </a:p>
          <a:p>
            <a:pPr algn="ctr"/>
            <a:r>
              <a:rPr lang="en-US" dirty="0"/>
              <a:t>(v1.30)</a:t>
            </a:r>
          </a:p>
        </p:txBody>
      </p:sp>
      <p:sp>
        <p:nvSpPr>
          <p:cNvPr id="8" name="Rectangle 7">
            <a:extLst>
              <a:ext uri="{FF2B5EF4-FFF2-40B4-BE49-F238E27FC236}">
                <a16:creationId xmlns:a16="http://schemas.microsoft.com/office/drawing/2014/main" id="{4B5EC493-7E34-1135-BBC1-66CB32AD9451}"/>
              </a:ext>
            </a:extLst>
          </p:cNvPr>
          <p:cNvSpPr/>
          <p:nvPr/>
        </p:nvSpPr>
        <p:spPr>
          <a:xfrm>
            <a:off x="3703978" y="1878496"/>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AC3F914C-8B7C-70C2-14E9-DEBE30BC60A2}"/>
              </a:ext>
            </a:extLst>
          </p:cNvPr>
          <p:cNvSpPr/>
          <p:nvPr/>
        </p:nvSpPr>
        <p:spPr>
          <a:xfrm>
            <a:off x="4273826" y="2027582"/>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C</a:t>
            </a:r>
          </a:p>
        </p:txBody>
      </p:sp>
      <p:sp>
        <p:nvSpPr>
          <p:cNvPr id="10" name="Rectangle 9">
            <a:extLst>
              <a:ext uri="{FF2B5EF4-FFF2-40B4-BE49-F238E27FC236}">
                <a16:creationId xmlns:a16="http://schemas.microsoft.com/office/drawing/2014/main" id="{5ECBD15E-1C31-5182-F6F1-38C1FCFE8877}"/>
              </a:ext>
            </a:extLst>
          </p:cNvPr>
          <p:cNvSpPr/>
          <p:nvPr/>
        </p:nvSpPr>
        <p:spPr>
          <a:xfrm>
            <a:off x="4273826" y="2647123"/>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D</a:t>
            </a:r>
          </a:p>
        </p:txBody>
      </p:sp>
      <p:sp>
        <p:nvSpPr>
          <p:cNvPr id="11" name="TextBox 10">
            <a:extLst>
              <a:ext uri="{FF2B5EF4-FFF2-40B4-BE49-F238E27FC236}">
                <a16:creationId xmlns:a16="http://schemas.microsoft.com/office/drawing/2014/main" id="{D6EA7902-781F-0F82-0FFB-F3B156EBC585}"/>
              </a:ext>
            </a:extLst>
          </p:cNvPr>
          <p:cNvSpPr txBox="1"/>
          <p:nvPr/>
        </p:nvSpPr>
        <p:spPr>
          <a:xfrm>
            <a:off x="4243066" y="4552125"/>
            <a:ext cx="896399" cy="646331"/>
          </a:xfrm>
          <a:prstGeom prst="rect">
            <a:avLst/>
          </a:prstGeom>
          <a:noFill/>
        </p:spPr>
        <p:txBody>
          <a:bodyPr wrap="none" rtlCol="0">
            <a:spAutoFit/>
          </a:bodyPr>
          <a:lstStyle/>
          <a:p>
            <a:pPr algn="ctr"/>
            <a:r>
              <a:rPr lang="en-US" dirty="0"/>
              <a:t>Node 2</a:t>
            </a:r>
          </a:p>
          <a:p>
            <a:pPr algn="ctr"/>
            <a:r>
              <a:rPr lang="en-US" dirty="0"/>
              <a:t>(v1.30)</a:t>
            </a:r>
          </a:p>
        </p:txBody>
      </p:sp>
      <p:sp>
        <p:nvSpPr>
          <p:cNvPr id="12" name="Rectangle 11">
            <a:extLst>
              <a:ext uri="{FF2B5EF4-FFF2-40B4-BE49-F238E27FC236}">
                <a16:creationId xmlns:a16="http://schemas.microsoft.com/office/drawing/2014/main" id="{9F837FD8-4ED7-00E1-107D-3777BE7401A9}"/>
              </a:ext>
            </a:extLst>
          </p:cNvPr>
          <p:cNvSpPr/>
          <p:nvPr/>
        </p:nvSpPr>
        <p:spPr>
          <a:xfrm>
            <a:off x="6364347" y="1881811"/>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040731EA-253D-BB1C-4E01-A043EB6EA777}"/>
              </a:ext>
            </a:extLst>
          </p:cNvPr>
          <p:cNvSpPr txBox="1"/>
          <p:nvPr/>
        </p:nvSpPr>
        <p:spPr>
          <a:xfrm>
            <a:off x="6621665" y="4552125"/>
            <a:ext cx="1382814" cy="646331"/>
          </a:xfrm>
          <a:prstGeom prst="rect">
            <a:avLst/>
          </a:prstGeom>
          <a:noFill/>
        </p:spPr>
        <p:txBody>
          <a:bodyPr wrap="none" rtlCol="0">
            <a:spAutoFit/>
          </a:bodyPr>
          <a:lstStyle/>
          <a:p>
            <a:pPr algn="ctr"/>
            <a:r>
              <a:rPr lang="en-US" dirty="0"/>
              <a:t>Surge Node</a:t>
            </a:r>
          </a:p>
          <a:p>
            <a:pPr algn="ctr"/>
            <a:r>
              <a:rPr lang="en-US" dirty="0"/>
              <a:t>(v1.31)</a:t>
            </a:r>
          </a:p>
        </p:txBody>
      </p:sp>
      <p:graphicFrame>
        <p:nvGraphicFramePr>
          <p:cNvPr id="14" name="Table 13">
            <a:extLst>
              <a:ext uri="{FF2B5EF4-FFF2-40B4-BE49-F238E27FC236}">
                <a16:creationId xmlns:a16="http://schemas.microsoft.com/office/drawing/2014/main" id="{10F5DDB1-514C-2FE5-C4AD-AE12BBC5D34C}"/>
              </a:ext>
            </a:extLst>
          </p:cNvPr>
          <p:cNvGraphicFramePr>
            <a:graphicFrameLocks noGrp="1"/>
          </p:cNvGraphicFramePr>
          <p:nvPr>
            <p:extLst>
              <p:ext uri="{D42A27DB-BD31-4B8C-83A1-F6EECF244321}">
                <p14:modId xmlns:p14="http://schemas.microsoft.com/office/powerpoint/2010/main" val="3951288491"/>
              </p:ext>
            </p:extLst>
          </p:nvPr>
        </p:nvGraphicFramePr>
        <p:xfrm>
          <a:off x="1043610" y="5550084"/>
          <a:ext cx="6645967" cy="1112520"/>
        </p:xfrm>
        <a:graphic>
          <a:graphicData uri="http://schemas.openxmlformats.org/drawingml/2006/table">
            <a:tbl>
              <a:tblPr>
                <a:tableStyleId>{5C22544A-7EE6-4342-B048-85BDC9FD1C3A}</a:tableStyleId>
              </a:tblPr>
              <a:tblGrid>
                <a:gridCol w="1616767">
                  <a:extLst>
                    <a:ext uri="{9D8B030D-6E8A-4147-A177-3AD203B41FA5}">
                      <a16:colId xmlns:a16="http://schemas.microsoft.com/office/drawing/2014/main" val="1148713179"/>
                    </a:ext>
                  </a:extLst>
                </a:gridCol>
                <a:gridCol w="5029200">
                  <a:extLst>
                    <a:ext uri="{9D8B030D-6E8A-4147-A177-3AD203B41FA5}">
                      <a16:colId xmlns:a16="http://schemas.microsoft.com/office/drawing/2014/main" val="2034982542"/>
                    </a:ext>
                  </a:extLst>
                </a:gridCol>
              </a:tblGrid>
              <a:tr h="370840">
                <a:tc>
                  <a:txBody>
                    <a:bodyPr/>
                    <a:lstStyle/>
                    <a:p>
                      <a:r>
                        <a:rPr lang="en-US" sz="1600" dirty="0"/>
                        <a:t>Node 1</a:t>
                      </a:r>
                    </a:p>
                  </a:txBody>
                  <a:tcPr/>
                </a:tc>
                <a:tc>
                  <a:txBody>
                    <a:bodyPr/>
                    <a:lstStyle/>
                    <a:p>
                      <a:r>
                        <a:rPr lang="en-US" sz="1600" dirty="0"/>
                        <a:t>Pod A, Pod B</a:t>
                      </a:r>
                    </a:p>
                  </a:txBody>
                  <a:tcPr/>
                </a:tc>
                <a:extLst>
                  <a:ext uri="{0D108BD9-81ED-4DB2-BD59-A6C34878D82A}">
                    <a16:rowId xmlns:a16="http://schemas.microsoft.com/office/drawing/2014/main" val="2931694861"/>
                  </a:ext>
                </a:extLst>
              </a:tr>
              <a:tr h="370840">
                <a:tc>
                  <a:txBody>
                    <a:bodyPr/>
                    <a:lstStyle/>
                    <a:p>
                      <a:r>
                        <a:rPr lang="en-US" sz="1600" dirty="0"/>
                        <a:t>Node 2</a:t>
                      </a:r>
                    </a:p>
                  </a:txBody>
                  <a:tcPr/>
                </a:tc>
                <a:tc>
                  <a:txBody>
                    <a:bodyPr/>
                    <a:lstStyle/>
                    <a:p>
                      <a:r>
                        <a:rPr lang="en-US" sz="1600" dirty="0"/>
                        <a:t>Pod C, Pod D</a:t>
                      </a:r>
                    </a:p>
                  </a:txBody>
                  <a:tcPr/>
                </a:tc>
                <a:extLst>
                  <a:ext uri="{0D108BD9-81ED-4DB2-BD59-A6C34878D82A}">
                    <a16:rowId xmlns:a16="http://schemas.microsoft.com/office/drawing/2014/main" val="1175122931"/>
                  </a:ext>
                </a:extLst>
              </a:tr>
              <a:tr h="370840">
                <a:tc>
                  <a:txBody>
                    <a:bodyPr/>
                    <a:lstStyle/>
                    <a:p>
                      <a:r>
                        <a:rPr lang="en-US" sz="1600" dirty="0"/>
                        <a:t>Surge Node</a:t>
                      </a:r>
                    </a:p>
                  </a:txBody>
                  <a:tcPr/>
                </a:tc>
                <a:tc>
                  <a:txBody>
                    <a:bodyPr/>
                    <a:lstStyle/>
                    <a:p>
                      <a:r>
                        <a:rPr lang="en-US" sz="1600" dirty="0"/>
                        <a:t>Empty (except for </a:t>
                      </a:r>
                      <a:r>
                        <a:rPr lang="en-US" sz="1600" dirty="0" err="1"/>
                        <a:t>DaemonSets</a:t>
                      </a:r>
                      <a:r>
                        <a:rPr lang="en-US" sz="1600" dirty="0"/>
                        <a:t> and new pods)</a:t>
                      </a:r>
                    </a:p>
                  </a:txBody>
                  <a:tcPr/>
                </a:tc>
                <a:extLst>
                  <a:ext uri="{0D108BD9-81ED-4DB2-BD59-A6C34878D82A}">
                    <a16:rowId xmlns:a16="http://schemas.microsoft.com/office/drawing/2014/main" val="2845329180"/>
                  </a:ext>
                </a:extLst>
              </a:tr>
            </a:tbl>
          </a:graphicData>
        </a:graphic>
      </p:graphicFrame>
    </p:spTree>
    <p:extLst>
      <p:ext uri="{BB962C8B-B14F-4D97-AF65-F5344CB8AC3E}">
        <p14:creationId xmlns:p14="http://schemas.microsoft.com/office/powerpoint/2010/main" val="37019181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C92A4-E717-AFE0-C4AC-C6A2E9E978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D73962-4AFF-57D4-1D32-1B37EFC91D65}"/>
              </a:ext>
            </a:extLst>
          </p:cNvPr>
          <p:cNvSpPr>
            <a:spLocks noGrp="1"/>
          </p:cNvSpPr>
          <p:nvPr>
            <p:ph type="title"/>
          </p:nvPr>
        </p:nvSpPr>
        <p:spPr/>
        <p:txBody>
          <a:bodyPr/>
          <a:lstStyle/>
          <a:p>
            <a:r>
              <a:rPr lang="en-US" dirty="0"/>
              <a:t>Step 2: Cordon and drain first node</a:t>
            </a:r>
          </a:p>
        </p:txBody>
      </p:sp>
      <p:sp>
        <p:nvSpPr>
          <p:cNvPr id="4" name="Rectangle 3">
            <a:extLst>
              <a:ext uri="{FF2B5EF4-FFF2-40B4-BE49-F238E27FC236}">
                <a16:creationId xmlns:a16="http://schemas.microsoft.com/office/drawing/2014/main" id="{D477C53E-200A-BCCD-3165-398501B5DCCA}"/>
              </a:ext>
            </a:extLst>
          </p:cNvPr>
          <p:cNvSpPr/>
          <p:nvPr/>
        </p:nvSpPr>
        <p:spPr>
          <a:xfrm>
            <a:off x="1043610" y="1878496"/>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26661E2E-B90D-1976-CE45-FB526748692D}"/>
              </a:ext>
            </a:extLst>
          </p:cNvPr>
          <p:cNvSpPr/>
          <p:nvPr/>
        </p:nvSpPr>
        <p:spPr>
          <a:xfrm>
            <a:off x="6885689" y="3694043"/>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A</a:t>
            </a:r>
          </a:p>
        </p:txBody>
      </p:sp>
      <p:sp>
        <p:nvSpPr>
          <p:cNvPr id="6" name="Rectangle 5">
            <a:extLst>
              <a:ext uri="{FF2B5EF4-FFF2-40B4-BE49-F238E27FC236}">
                <a16:creationId xmlns:a16="http://schemas.microsoft.com/office/drawing/2014/main" id="{59F9F93C-A32F-E869-EFE2-55BC6F62204E}"/>
              </a:ext>
            </a:extLst>
          </p:cNvPr>
          <p:cNvSpPr/>
          <p:nvPr/>
        </p:nvSpPr>
        <p:spPr>
          <a:xfrm>
            <a:off x="4273826" y="3362741"/>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B</a:t>
            </a:r>
          </a:p>
        </p:txBody>
      </p:sp>
      <p:sp>
        <p:nvSpPr>
          <p:cNvPr id="7" name="TextBox 6">
            <a:extLst>
              <a:ext uri="{FF2B5EF4-FFF2-40B4-BE49-F238E27FC236}">
                <a16:creationId xmlns:a16="http://schemas.microsoft.com/office/drawing/2014/main" id="{D644E3C7-234F-BDA5-F01A-E752625FB561}"/>
              </a:ext>
            </a:extLst>
          </p:cNvPr>
          <p:cNvSpPr txBox="1"/>
          <p:nvPr/>
        </p:nvSpPr>
        <p:spPr>
          <a:xfrm>
            <a:off x="1549566" y="4552125"/>
            <a:ext cx="896399" cy="646331"/>
          </a:xfrm>
          <a:prstGeom prst="rect">
            <a:avLst/>
          </a:prstGeom>
          <a:noFill/>
        </p:spPr>
        <p:txBody>
          <a:bodyPr wrap="none" rtlCol="0">
            <a:spAutoFit/>
          </a:bodyPr>
          <a:lstStyle/>
          <a:p>
            <a:pPr algn="ctr"/>
            <a:r>
              <a:rPr lang="en-US" dirty="0"/>
              <a:t>Node 1</a:t>
            </a:r>
          </a:p>
          <a:p>
            <a:pPr algn="ctr"/>
            <a:r>
              <a:rPr lang="en-US" dirty="0"/>
              <a:t>(v1.30)</a:t>
            </a:r>
          </a:p>
        </p:txBody>
      </p:sp>
      <p:sp>
        <p:nvSpPr>
          <p:cNvPr id="8" name="Rectangle 7">
            <a:extLst>
              <a:ext uri="{FF2B5EF4-FFF2-40B4-BE49-F238E27FC236}">
                <a16:creationId xmlns:a16="http://schemas.microsoft.com/office/drawing/2014/main" id="{009C42CC-FFF1-5C70-6D52-80877E2ACD66}"/>
              </a:ext>
            </a:extLst>
          </p:cNvPr>
          <p:cNvSpPr/>
          <p:nvPr/>
        </p:nvSpPr>
        <p:spPr>
          <a:xfrm>
            <a:off x="3703978" y="1878496"/>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0823FE0-A688-6F53-5B91-83DC7ED4E800}"/>
              </a:ext>
            </a:extLst>
          </p:cNvPr>
          <p:cNvSpPr/>
          <p:nvPr/>
        </p:nvSpPr>
        <p:spPr>
          <a:xfrm>
            <a:off x="4273826" y="2027582"/>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C</a:t>
            </a:r>
          </a:p>
        </p:txBody>
      </p:sp>
      <p:sp>
        <p:nvSpPr>
          <p:cNvPr id="10" name="Rectangle 9">
            <a:extLst>
              <a:ext uri="{FF2B5EF4-FFF2-40B4-BE49-F238E27FC236}">
                <a16:creationId xmlns:a16="http://schemas.microsoft.com/office/drawing/2014/main" id="{47B6D1F5-36F8-E84A-0963-FD57AE628DD1}"/>
              </a:ext>
            </a:extLst>
          </p:cNvPr>
          <p:cNvSpPr/>
          <p:nvPr/>
        </p:nvSpPr>
        <p:spPr>
          <a:xfrm>
            <a:off x="4273826" y="2695162"/>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D</a:t>
            </a:r>
          </a:p>
        </p:txBody>
      </p:sp>
      <p:sp>
        <p:nvSpPr>
          <p:cNvPr id="11" name="TextBox 10">
            <a:extLst>
              <a:ext uri="{FF2B5EF4-FFF2-40B4-BE49-F238E27FC236}">
                <a16:creationId xmlns:a16="http://schemas.microsoft.com/office/drawing/2014/main" id="{0336E7C6-FB61-030D-B3A8-E2FD77A245DE}"/>
              </a:ext>
            </a:extLst>
          </p:cNvPr>
          <p:cNvSpPr txBox="1"/>
          <p:nvPr/>
        </p:nvSpPr>
        <p:spPr>
          <a:xfrm>
            <a:off x="4243066" y="4552125"/>
            <a:ext cx="896399" cy="646331"/>
          </a:xfrm>
          <a:prstGeom prst="rect">
            <a:avLst/>
          </a:prstGeom>
          <a:noFill/>
        </p:spPr>
        <p:txBody>
          <a:bodyPr wrap="none" rtlCol="0">
            <a:spAutoFit/>
          </a:bodyPr>
          <a:lstStyle/>
          <a:p>
            <a:pPr algn="ctr"/>
            <a:r>
              <a:rPr lang="en-US" dirty="0"/>
              <a:t>Node 2</a:t>
            </a:r>
          </a:p>
          <a:p>
            <a:pPr algn="ctr"/>
            <a:r>
              <a:rPr lang="en-US" dirty="0"/>
              <a:t>(v1.30)</a:t>
            </a:r>
          </a:p>
        </p:txBody>
      </p:sp>
      <p:sp>
        <p:nvSpPr>
          <p:cNvPr id="12" name="Rectangle 11">
            <a:extLst>
              <a:ext uri="{FF2B5EF4-FFF2-40B4-BE49-F238E27FC236}">
                <a16:creationId xmlns:a16="http://schemas.microsoft.com/office/drawing/2014/main" id="{7A6FD010-9133-27D3-81D6-29C74FD6C037}"/>
              </a:ext>
            </a:extLst>
          </p:cNvPr>
          <p:cNvSpPr/>
          <p:nvPr/>
        </p:nvSpPr>
        <p:spPr>
          <a:xfrm>
            <a:off x="6364347" y="1881811"/>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D1724E7-CAD5-D0AC-9AA1-37C03CD3BFE5}"/>
              </a:ext>
            </a:extLst>
          </p:cNvPr>
          <p:cNvSpPr txBox="1"/>
          <p:nvPr/>
        </p:nvSpPr>
        <p:spPr>
          <a:xfrm>
            <a:off x="6621665" y="4552125"/>
            <a:ext cx="1382814" cy="646331"/>
          </a:xfrm>
          <a:prstGeom prst="rect">
            <a:avLst/>
          </a:prstGeom>
          <a:noFill/>
        </p:spPr>
        <p:txBody>
          <a:bodyPr wrap="none" rtlCol="0">
            <a:spAutoFit/>
          </a:bodyPr>
          <a:lstStyle/>
          <a:p>
            <a:pPr algn="ctr"/>
            <a:r>
              <a:rPr lang="en-US" dirty="0"/>
              <a:t>Surge Node</a:t>
            </a:r>
          </a:p>
          <a:p>
            <a:pPr algn="ctr"/>
            <a:r>
              <a:rPr lang="en-US" dirty="0"/>
              <a:t>(v1.31)</a:t>
            </a:r>
          </a:p>
        </p:txBody>
      </p:sp>
      <p:graphicFrame>
        <p:nvGraphicFramePr>
          <p:cNvPr id="14" name="Table 13">
            <a:extLst>
              <a:ext uri="{FF2B5EF4-FFF2-40B4-BE49-F238E27FC236}">
                <a16:creationId xmlns:a16="http://schemas.microsoft.com/office/drawing/2014/main" id="{88C28382-548A-E6EA-8787-49DB348EF894}"/>
              </a:ext>
            </a:extLst>
          </p:cNvPr>
          <p:cNvGraphicFramePr>
            <a:graphicFrameLocks noGrp="1"/>
          </p:cNvGraphicFramePr>
          <p:nvPr>
            <p:extLst>
              <p:ext uri="{D42A27DB-BD31-4B8C-83A1-F6EECF244321}">
                <p14:modId xmlns:p14="http://schemas.microsoft.com/office/powerpoint/2010/main" val="333269248"/>
              </p:ext>
            </p:extLst>
          </p:nvPr>
        </p:nvGraphicFramePr>
        <p:xfrm>
          <a:off x="1043610" y="5550084"/>
          <a:ext cx="8637103" cy="1112520"/>
        </p:xfrm>
        <a:graphic>
          <a:graphicData uri="http://schemas.openxmlformats.org/drawingml/2006/table">
            <a:tbl>
              <a:tblPr>
                <a:tableStyleId>{5C22544A-7EE6-4342-B048-85BDC9FD1C3A}</a:tableStyleId>
              </a:tblPr>
              <a:tblGrid>
                <a:gridCol w="911694">
                  <a:extLst>
                    <a:ext uri="{9D8B030D-6E8A-4147-A177-3AD203B41FA5}">
                      <a16:colId xmlns:a16="http://schemas.microsoft.com/office/drawing/2014/main" val="1148713179"/>
                    </a:ext>
                  </a:extLst>
                </a:gridCol>
                <a:gridCol w="7725409">
                  <a:extLst>
                    <a:ext uri="{9D8B030D-6E8A-4147-A177-3AD203B41FA5}">
                      <a16:colId xmlns:a16="http://schemas.microsoft.com/office/drawing/2014/main" val="2034982542"/>
                    </a:ext>
                  </a:extLst>
                </a:gridCol>
              </a:tblGrid>
              <a:tr h="370840">
                <a:tc>
                  <a:txBody>
                    <a:bodyPr/>
                    <a:lstStyle/>
                    <a:p>
                      <a:r>
                        <a:rPr lang="en-US" sz="1600" dirty="0"/>
                        <a:t>Pod A</a:t>
                      </a:r>
                    </a:p>
                  </a:txBody>
                  <a:tcPr/>
                </a:tc>
                <a:tc>
                  <a:txBody>
                    <a:bodyPr/>
                    <a:lstStyle/>
                    <a:p>
                      <a:r>
                        <a:rPr lang="en-US" sz="1600" dirty="0"/>
                        <a:t>Evicted and replaced on Serge Node</a:t>
                      </a:r>
                    </a:p>
                  </a:txBody>
                  <a:tcPr/>
                </a:tc>
                <a:extLst>
                  <a:ext uri="{0D108BD9-81ED-4DB2-BD59-A6C34878D82A}">
                    <a16:rowId xmlns:a16="http://schemas.microsoft.com/office/drawing/2014/main" val="2931694861"/>
                  </a:ext>
                </a:extLst>
              </a:tr>
              <a:tr h="370840">
                <a:tc>
                  <a:txBody>
                    <a:bodyPr/>
                    <a:lstStyle/>
                    <a:p>
                      <a:r>
                        <a:rPr lang="en-US" sz="1600" dirty="0"/>
                        <a:t>Pod B</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Evicted and replaced on Node 2</a:t>
                      </a:r>
                    </a:p>
                  </a:txBody>
                  <a:tcPr/>
                </a:tc>
                <a:extLst>
                  <a:ext uri="{0D108BD9-81ED-4DB2-BD59-A6C34878D82A}">
                    <a16:rowId xmlns:a16="http://schemas.microsoft.com/office/drawing/2014/main" val="1175122931"/>
                  </a:ext>
                </a:extLst>
              </a:tr>
              <a:tr h="370840">
                <a:tc>
                  <a:txBody>
                    <a:bodyPr/>
                    <a:lstStyle/>
                    <a:p>
                      <a:r>
                        <a:rPr lang="en-US" sz="1600" dirty="0"/>
                        <a:t>Node 1</a:t>
                      </a:r>
                    </a:p>
                  </a:txBody>
                  <a:tcPr/>
                </a:tc>
                <a:tc>
                  <a:txBody>
                    <a:bodyPr/>
                    <a:lstStyle/>
                    <a:p>
                      <a:r>
                        <a:rPr lang="en-US" sz="1600" dirty="0"/>
                        <a:t>AKS cordons Node 1 to prevent new pod scheduling, then drains existing pods</a:t>
                      </a:r>
                    </a:p>
                  </a:txBody>
                  <a:tcPr/>
                </a:tc>
                <a:extLst>
                  <a:ext uri="{0D108BD9-81ED-4DB2-BD59-A6C34878D82A}">
                    <a16:rowId xmlns:a16="http://schemas.microsoft.com/office/drawing/2014/main" val="2845329180"/>
                  </a:ext>
                </a:extLst>
              </a:tr>
            </a:tbl>
          </a:graphicData>
        </a:graphic>
      </p:graphicFrame>
      <p:cxnSp>
        <p:nvCxnSpPr>
          <p:cNvPr id="15" name="Straight Arrow Connector 14">
            <a:extLst>
              <a:ext uri="{FF2B5EF4-FFF2-40B4-BE49-F238E27FC236}">
                <a16:creationId xmlns:a16="http://schemas.microsoft.com/office/drawing/2014/main" id="{3E888DFA-5F8B-07D1-22F9-B71C46123860}"/>
              </a:ext>
            </a:extLst>
          </p:cNvPr>
          <p:cNvCxnSpPr/>
          <p:nvPr/>
        </p:nvCxnSpPr>
        <p:spPr>
          <a:xfrm>
            <a:off x="1997765" y="2844249"/>
            <a:ext cx="2225263" cy="684142"/>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0F539ED-4FC0-AA8D-AFD8-BD57442DE167}"/>
              </a:ext>
            </a:extLst>
          </p:cNvPr>
          <p:cNvCxnSpPr/>
          <p:nvPr/>
        </p:nvCxnSpPr>
        <p:spPr>
          <a:xfrm>
            <a:off x="1997765" y="2224708"/>
            <a:ext cx="4731026" cy="1432892"/>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856013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F6AAF-6993-B57F-ADAE-7C488D66CC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E4A7DB-E22A-9ED5-3DE9-3875320C2EEE}"/>
              </a:ext>
            </a:extLst>
          </p:cNvPr>
          <p:cNvSpPr>
            <a:spLocks noGrp="1"/>
          </p:cNvSpPr>
          <p:nvPr>
            <p:ph type="title"/>
          </p:nvPr>
        </p:nvSpPr>
        <p:spPr/>
        <p:txBody>
          <a:bodyPr/>
          <a:lstStyle/>
          <a:p>
            <a:r>
              <a:rPr lang="en-US" dirty="0"/>
              <a:t>Step 3: Upgrade first node</a:t>
            </a:r>
          </a:p>
        </p:txBody>
      </p:sp>
      <p:sp>
        <p:nvSpPr>
          <p:cNvPr id="4" name="Rectangle 3">
            <a:extLst>
              <a:ext uri="{FF2B5EF4-FFF2-40B4-BE49-F238E27FC236}">
                <a16:creationId xmlns:a16="http://schemas.microsoft.com/office/drawing/2014/main" id="{438C9047-EE66-AE6E-8309-B7C6B6067D27}"/>
              </a:ext>
            </a:extLst>
          </p:cNvPr>
          <p:cNvSpPr/>
          <p:nvPr/>
        </p:nvSpPr>
        <p:spPr>
          <a:xfrm>
            <a:off x="1043610" y="1878496"/>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E79080B-61B0-E79E-3737-E0DC359807A0}"/>
              </a:ext>
            </a:extLst>
          </p:cNvPr>
          <p:cNvSpPr/>
          <p:nvPr/>
        </p:nvSpPr>
        <p:spPr>
          <a:xfrm>
            <a:off x="6885689" y="3694043"/>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A</a:t>
            </a:r>
          </a:p>
        </p:txBody>
      </p:sp>
      <p:sp>
        <p:nvSpPr>
          <p:cNvPr id="6" name="Rectangle 5">
            <a:extLst>
              <a:ext uri="{FF2B5EF4-FFF2-40B4-BE49-F238E27FC236}">
                <a16:creationId xmlns:a16="http://schemas.microsoft.com/office/drawing/2014/main" id="{F63573D4-1771-78C6-AAA2-86C469490E08}"/>
              </a:ext>
            </a:extLst>
          </p:cNvPr>
          <p:cNvSpPr/>
          <p:nvPr/>
        </p:nvSpPr>
        <p:spPr>
          <a:xfrm>
            <a:off x="4273826" y="3362741"/>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B</a:t>
            </a:r>
          </a:p>
        </p:txBody>
      </p:sp>
      <p:sp>
        <p:nvSpPr>
          <p:cNvPr id="7" name="TextBox 6">
            <a:extLst>
              <a:ext uri="{FF2B5EF4-FFF2-40B4-BE49-F238E27FC236}">
                <a16:creationId xmlns:a16="http://schemas.microsoft.com/office/drawing/2014/main" id="{D8011EF0-9F87-6891-3CF6-EDAD984EA1E3}"/>
              </a:ext>
            </a:extLst>
          </p:cNvPr>
          <p:cNvSpPr txBox="1"/>
          <p:nvPr/>
        </p:nvSpPr>
        <p:spPr>
          <a:xfrm>
            <a:off x="1549566" y="4552125"/>
            <a:ext cx="896399" cy="646331"/>
          </a:xfrm>
          <a:prstGeom prst="rect">
            <a:avLst/>
          </a:prstGeom>
          <a:noFill/>
        </p:spPr>
        <p:txBody>
          <a:bodyPr wrap="none" rtlCol="0">
            <a:spAutoFit/>
          </a:bodyPr>
          <a:lstStyle/>
          <a:p>
            <a:pPr algn="ctr"/>
            <a:r>
              <a:rPr lang="en-US" dirty="0"/>
              <a:t>Node 1</a:t>
            </a:r>
          </a:p>
          <a:p>
            <a:pPr algn="ctr"/>
            <a:r>
              <a:rPr lang="en-US" dirty="0"/>
              <a:t>(v1.31)</a:t>
            </a:r>
          </a:p>
        </p:txBody>
      </p:sp>
      <p:sp>
        <p:nvSpPr>
          <p:cNvPr id="8" name="Rectangle 7">
            <a:extLst>
              <a:ext uri="{FF2B5EF4-FFF2-40B4-BE49-F238E27FC236}">
                <a16:creationId xmlns:a16="http://schemas.microsoft.com/office/drawing/2014/main" id="{A8AB0ECC-A9E2-51D5-C83B-439D3CC81978}"/>
              </a:ext>
            </a:extLst>
          </p:cNvPr>
          <p:cNvSpPr/>
          <p:nvPr/>
        </p:nvSpPr>
        <p:spPr>
          <a:xfrm>
            <a:off x="3703978" y="1878496"/>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580C474-D0E0-52C6-CAC1-2232D54E084C}"/>
              </a:ext>
            </a:extLst>
          </p:cNvPr>
          <p:cNvSpPr/>
          <p:nvPr/>
        </p:nvSpPr>
        <p:spPr>
          <a:xfrm>
            <a:off x="4273826" y="2027582"/>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C</a:t>
            </a:r>
          </a:p>
        </p:txBody>
      </p:sp>
      <p:sp>
        <p:nvSpPr>
          <p:cNvPr id="10" name="Rectangle 9">
            <a:extLst>
              <a:ext uri="{FF2B5EF4-FFF2-40B4-BE49-F238E27FC236}">
                <a16:creationId xmlns:a16="http://schemas.microsoft.com/office/drawing/2014/main" id="{2BED3F04-BFDE-3F54-5935-BBF1CF35BEBE}"/>
              </a:ext>
            </a:extLst>
          </p:cNvPr>
          <p:cNvSpPr/>
          <p:nvPr/>
        </p:nvSpPr>
        <p:spPr>
          <a:xfrm>
            <a:off x="4273826" y="2695162"/>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D</a:t>
            </a:r>
          </a:p>
        </p:txBody>
      </p:sp>
      <p:sp>
        <p:nvSpPr>
          <p:cNvPr id="11" name="TextBox 10">
            <a:extLst>
              <a:ext uri="{FF2B5EF4-FFF2-40B4-BE49-F238E27FC236}">
                <a16:creationId xmlns:a16="http://schemas.microsoft.com/office/drawing/2014/main" id="{99FE69CA-1A9E-1F60-338F-C67E75215742}"/>
              </a:ext>
            </a:extLst>
          </p:cNvPr>
          <p:cNvSpPr txBox="1"/>
          <p:nvPr/>
        </p:nvSpPr>
        <p:spPr>
          <a:xfrm>
            <a:off x="4243066" y="4552125"/>
            <a:ext cx="896399" cy="646331"/>
          </a:xfrm>
          <a:prstGeom prst="rect">
            <a:avLst/>
          </a:prstGeom>
          <a:noFill/>
        </p:spPr>
        <p:txBody>
          <a:bodyPr wrap="none" rtlCol="0">
            <a:spAutoFit/>
          </a:bodyPr>
          <a:lstStyle/>
          <a:p>
            <a:pPr algn="ctr"/>
            <a:r>
              <a:rPr lang="en-US" dirty="0"/>
              <a:t>Node 2</a:t>
            </a:r>
          </a:p>
          <a:p>
            <a:pPr algn="ctr"/>
            <a:r>
              <a:rPr lang="en-US" dirty="0"/>
              <a:t>(v1.30)</a:t>
            </a:r>
          </a:p>
        </p:txBody>
      </p:sp>
      <p:sp>
        <p:nvSpPr>
          <p:cNvPr id="12" name="Rectangle 11">
            <a:extLst>
              <a:ext uri="{FF2B5EF4-FFF2-40B4-BE49-F238E27FC236}">
                <a16:creationId xmlns:a16="http://schemas.microsoft.com/office/drawing/2014/main" id="{A4EA09DB-54D2-2A5F-5DD2-DE6A09882B63}"/>
              </a:ext>
            </a:extLst>
          </p:cNvPr>
          <p:cNvSpPr/>
          <p:nvPr/>
        </p:nvSpPr>
        <p:spPr>
          <a:xfrm>
            <a:off x="6364347" y="1881811"/>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09A5172-8A01-0C84-DD6E-F5F091D022AB}"/>
              </a:ext>
            </a:extLst>
          </p:cNvPr>
          <p:cNvSpPr txBox="1"/>
          <p:nvPr/>
        </p:nvSpPr>
        <p:spPr>
          <a:xfrm>
            <a:off x="6621665" y="4552125"/>
            <a:ext cx="1382814" cy="646331"/>
          </a:xfrm>
          <a:prstGeom prst="rect">
            <a:avLst/>
          </a:prstGeom>
          <a:noFill/>
        </p:spPr>
        <p:txBody>
          <a:bodyPr wrap="none" rtlCol="0">
            <a:spAutoFit/>
          </a:bodyPr>
          <a:lstStyle/>
          <a:p>
            <a:pPr algn="ctr"/>
            <a:r>
              <a:rPr lang="en-US" dirty="0"/>
              <a:t>Surge Node</a:t>
            </a:r>
          </a:p>
          <a:p>
            <a:pPr algn="ctr"/>
            <a:r>
              <a:rPr lang="en-US" dirty="0"/>
              <a:t>(v1.31)</a:t>
            </a:r>
          </a:p>
        </p:txBody>
      </p:sp>
      <p:graphicFrame>
        <p:nvGraphicFramePr>
          <p:cNvPr id="14" name="Table 13">
            <a:extLst>
              <a:ext uri="{FF2B5EF4-FFF2-40B4-BE49-F238E27FC236}">
                <a16:creationId xmlns:a16="http://schemas.microsoft.com/office/drawing/2014/main" id="{7BBF78E1-CCA2-0274-E8FA-A8BE7D13F35C}"/>
              </a:ext>
            </a:extLst>
          </p:cNvPr>
          <p:cNvGraphicFramePr>
            <a:graphicFrameLocks noGrp="1"/>
          </p:cNvGraphicFramePr>
          <p:nvPr>
            <p:extLst>
              <p:ext uri="{D42A27DB-BD31-4B8C-83A1-F6EECF244321}">
                <p14:modId xmlns:p14="http://schemas.microsoft.com/office/powerpoint/2010/main" val="1176958411"/>
              </p:ext>
            </p:extLst>
          </p:nvPr>
        </p:nvGraphicFramePr>
        <p:xfrm>
          <a:off x="1043611" y="5550084"/>
          <a:ext cx="7434468" cy="1112520"/>
        </p:xfrm>
        <a:graphic>
          <a:graphicData uri="http://schemas.openxmlformats.org/drawingml/2006/table">
            <a:tbl>
              <a:tblPr>
                <a:tableStyleId>{5C22544A-7EE6-4342-B048-85BDC9FD1C3A}</a:tableStyleId>
              </a:tblPr>
              <a:tblGrid>
                <a:gridCol w="1500806">
                  <a:extLst>
                    <a:ext uri="{9D8B030D-6E8A-4147-A177-3AD203B41FA5}">
                      <a16:colId xmlns:a16="http://schemas.microsoft.com/office/drawing/2014/main" val="1148713179"/>
                    </a:ext>
                  </a:extLst>
                </a:gridCol>
                <a:gridCol w="5933662">
                  <a:extLst>
                    <a:ext uri="{9D8B030D-6E8A-4147-A177-3AD203B41FA5}">
                      <a16:colId xmlns:a16="http://schemas.microsoft.com/office/drawing/2014/main" val="2034982542"/>
                    </a:ext>
                  </a:extLst>
                </a:gridCol>
              </a:tblGrid>
              <a:tr h="370840">
                <a:tc>
                  <a:txBody>
                    <a:bodyPr/>
                    <a:lstStyle/>
                    <a:p>
                      <a:r>
                        <a:rPr lang="en-US" sz="1600" dirty="0"/>
                        <a:t>Node 1</a:t>
                      </a:r>
                    </a:p>
                  </a:txBody>
                  <a:tcPr/>
                </a:tc>
                <a:tc>
                  <a:txBody>
                    <a:bodyPr/>
                    <a:lstStyle/>
                    <a:p>
                      <a:r>
                        <a:rPr lang="en-US" sz="1600" dirty="0"/>
                        <a:t>Upgraded to v1.31</a:t>
                      </a:r>
                    </a:p>
                  </a:txBody>
                  <a:tcPr/>
                </a:tc>
                <a:extLst>
                  <a:ext uri="{0D108BD9-81ED-4DB2-BD59-A6C34878D82A}">
                    <a16:rowId xmlns:a16="http://schemas.microsoft.com/office/drawing/2014/main" val="2931694861"/>
                  </a:ext>
                </a:extLst>
              </a:tr>
              <a:tr h="370840">
                <a:tc>
                  <a:txBody>
                    <a:bodyPr/>
                    <a:lstStyle/>
                    <a:p>
                      <a:r>
                        <a:rPr lang="en-US" sz="1600" dirty="0"/>
                        <a:t>Node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Pod B, Pod C and Pod D</a:t>
                      </a:r>
                    </a:p>
                  </a:txBody>
                  <a:tcPr/>
                </a:tc>
                <a:extLst>
                  <a:ext uri="{0D108BD9-81ED-4DB2-BD59-A6C34878D82A}">
                    <a16:rowId xmlns:a16="http://schemas.microsoft.com/office/drawing/2014/main" val="1175122931"/>
                  </a:ext>
                </a:extLst>
              </a:tr>
              <a:tr h="370840">
                <a:tc>
                  <a:txBody>
                    <a:bodyPr/>
                    <a:lstStyle/>
                    <a:p>
                      <a:r>
                        <a:rPr lang="en-US" sz="1600" dirty="0"/>
                        <a:t>Surge Node</a:t>
                      </a:r>
                    </a:p>
                  </a:txBody>
                  <a:tcPr/>
                </a:tc>
                <a:tc>
                  <a:txBody>
                    <a:bodyPr/>
                    <a:lstStyle/>
                    <a:p>
                      <a:r>
                        <a:rPr lang="en-US" sz="1600" dirty="0"/>
                        <a:t>Pod A</a:t>
                      </a:r>
                    </a:p>
                  </a:txBody>
                  <a:tcPr/>
                </a:tc>
                <a:extLst>
                  <a:ext uri="{0D108BD9-81ED-4DB2-BD59-A6C34878D82A}">
                    <a16:rowId xmlns:a16="http://schemas.microsoft.com/office/drawing/2014/main" val="2845329180"/>
                  </a:ext>
                </a:extLst>
              </a:tr>
            </a:tbl>
          </a:graphicData>
        </a:graphic>
      </p:graphicFrame>
    </p:spTree>
    <p:extLst>
      <p:ext uri="{BB962C8B-B14F-4D97-AF65-F5344CB8AC3E}">
        <p14:creationId xmlns:p14="http://schemas.microsoft.com/office/powerpoint/2010/main" val="17799253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CBCEF-794B-F034-2B0E-A79EDE9A1A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547B1B-AC9F-38AC-261E-134478A66D64}"/>
              </a:ext>
            </a:extLst>
          </p:cNvPr>
          <p:cNvSpPr>
            <a:spLocks noGrp="1"/>
          </p:cNvSpPr>
          <p:nvPr>
            <p:ph type="title"/>
          </p:nvPr>
        </p:nvSpPr>
        <p:spPr/>
        <p:txBody>
          <a:bodyPr/>
          <a:lstStyle/>
          <a:p>
            <a:r>
              <a:rPr lang="en-US" dirty="0"/>
              <a:t>Step 4: Cordon and drain second node</a:t>
            </a:r>
          </a:p>
        </p:txBody>
      </p:sp>
      <p:sp>
        <p:nvSpPr>
          <p:cNvPr id="4" name="Rectangle 3">
            <a:extLst>
              <a:ext uri="{FF2B5EF4-FFF2-40B4-BE49-F238E27FC236}">
                <a16:creationId xmlns:a16="http://schemas.microsoft.com/office/drawing/2014/main" id="{C00F788B-8346-A6EE-F403-CA399C1B7E1A}"/>
              </a:ext>
            </a:extLst>
          </p:cNvPr>
          <p:cNvSpPr/>
          <p:nvPr/>
        </p:nvSpPr>
        <p:spPr>
          <a:xfrm>
            <a:off x="1043610" y="1878496"/>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4C88F79-185F-6326-1B9A-E123A2FF19E8}"/>
              </a:ext>
            </a:extLst>
          </p:cNvPr>
          <p:cNvSpPr/>
          <p:nvPr/>
        </p:nvSpPr>
        <p:spPr>
          <a:xfrm>
            <a:off x="6885689" y="3694043"/>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A</a:t>
            </a:r>
          </a:p>
        </p:txBody>
      </p:sp>
      <p:sp>
        <p:nvSpPr>
          <p:cNvPr id="6" name="Rectangle 5">
            <a:extLst>
              <a:ext uri="{FF2B5EF4-FFF2-40B4-BE49-F238E27FC236}">
                <a16:creationId xmlns:a16="http://schemas.microsoft.com/office/drawing/2014/main" id="{34E47EB4-7FA9-8BB7-677C-E288F2E5B0E4}"/>
              </a:ext>
            </a:extLst>
          </p:cNvPr>
          <p:cNvSpPr/>
          <p:nvPr/>
        </p:nvSpPr>
        <p:spPr>
          <a:xfrm>
            <a:off x="1540571" y="3362741"/>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B</a:t>
            </a:r>
          </a:p>
        </p:txBody>
      </p:sp>
      <p:sp>
        <p:nvSpPr>
          <p:cNvPr id="7" name="TextBox 6">
            <a:extLst>
              <a:ext uri="{FF2B5EF4-FFF2-40B4-BE49-F238E27FC236}">
                <a16:creationId xmlns:a16="http://schemas.microsoft.com/office/drawing/2014/main" id="{36324CEF-239B-F999-2FD7-1322A2A2C5A3}"/>
              </a:ext>
            </a:extLst>
          </p:cNvPr>
          <p:cNvSpPr txBox="1"/>
          <p:nvPr/>
        </p:nvSpPr>
        <p:spPr>
          <a:xfrm>
            <a:off x="1549566" y="4552125"/>
            <a:ext cx="896399" cy="646331"/>
          </a:xfrm>
          <a:prstGeom prst="rect">
            <a:avLst/>
          </a:prstGeom>
          <a:noFill/>
        </p:spPr>
        <p:txBody>
          <a:bodyPr wrap="none" rtlCol="0">
            <a:spAutoFit/>
          </a:bodyPr>
          <a:lstStyle/>
          <a:p>
            <a:pPr algn="ctr"/>
            <a:r>
              <a:rPr lang="en-US" dirty="0"/>
              <a:t>Node 1</a:t>
            </a:r>
          </a:p>
          <a:p>
            <a:pPr algn="ctr"/>
            <a:r>
              <a:rPr lang="en-US" dirty="0"/>
              <a:t>(v1.31)</a:t>
            </a:r>
          </a:p>
        </p:txBody>
      </p:sp>
      <p:sp>
        <p:nvSpPr>
          <p:cNvPr id="8" name="Rectangle 7">
            <a:extLst>
              <a:ext uri="{FF2B5EF4-FFF2-40B4-BE49-F238E27FC236}">
                <a16:creationId xmlns:a16="http://schemas.microsoft.com/office/drawing/2014/main" id="{C3F2F8E0-01B0-0EF7-EF4C-F2409F8DE1E4}"/>
              </a:ext>
            </a:extLst>
          </p:cNvPr>
          <p:cNvSpPr/>
          <p:nvPr/>
        </p:nvSpPr>
        <p:spPr>
          <a:xfrm>
            <a:off x="3703978" y="1878496"/>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062A1C8-FCC2-BA0E-7309-CDE66968FAE6}"/>
              </a:ext>
            </a:extLst>
          </p:cNvPr>
          <p:cNvSpPr/>
          <p:nvPr/>
        </p:nvSpPr>
        <p:spPr>
          <a:xfrm>
            <a:off x="1540571" y="2027582"/>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C</a:t>
            </a:r>
          </a:p>
        </p:txBody>
      </p:sp>
      <p:sp>
        <p:nvSpPr>
          <p:cNvPr id="10" name="Rectangle 9">
            <a:extLst>
              <a:ext uri="{FF2B5EF4-FFF2-40B4-BE49-F238E27FC236}">
                <a16:creationId xmlns:a16="http://schemas.microsoft.com/office/drawing/2014/main" id="{DE8C6C24-F0CF-03E2-FC3B-244584C1F88F}"/>
              </a:ext>
            </a:extLst>
          </p:cNvPr>
          <p:cNvSpPr/>
          <p:nvPr/>
        </p:nvSpPr>
        <p:spPr>
          <a:xfrm>
            <a:off x="6885689" y="2695162"/>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D</a:t>
            </a:r>
          </a:p>
        </p:txBody>
      </p:sp>
      <p:sp>
        <p:nvSpPr>
          <p:cNvPr id="11" name="TextBox 10">
            <a:extLst>
              <a:ext uri="{FF2B5EF4-FFF2-40B4-BE49-F238E27FC236}">
                <a16:creationId xmlns:a16="http://schemas.microsoft.com/office/drawing/2014/main" id="{2A247726-B787-B815-8BDE-B15B05A329EE}"/>
              </a:ext>
            </a:extLst>
          </p:cNvPr>
          <p:cNvSpPr txBox="1"/>
          <p:nvPr/>
        </p:nvSpPr>
        <p:spPr>
          <a:xfrm>
            <a:off x="4243066" y="4552125"/>
            <a:ext cx="896399" cy="646331"/>
          </a:xfrm>
          <a:prstGeom prst="rect">
            <a:avLst/>
          </a:prstGeom>
          <a:noFill/>
        </p:spPr>
        <p:txBody>
          <a:bodyPr wrap="none" rtlCol="0">
            <a:spAutoFit/>
          </a:bodyPr>
          <a:lstStyle/>
          <a:p>
            <a:pPr algn="ctr"/>
            <a:r>
              <a:rPr lang="en-US" dirty="0"/>
              <a:t>Node 2</a:t>
            </a:r>
          </a:p>
          <a:p>
            <a:pPr algn="ctr"/>
            <a:r>
              <a:rPr lang="en-US" dirty="0"/>
              <a:t>(v1.31)</a:t>
            </a:r>
          </a:p>
        </p:txBody>
      </p:sp>
      <p:sp>
        <p:nvSpPr>
          <p:cNvPr id="12" name="Rectangle 11">
            <a:extLst>
              <a:ext uri="{FF2B5EF4-FFF2-40B4-BE49-F238E27FC236}">
                <a16:creationId xmlns:a16="http://schemas.microsoft.com/office/drawing/2014/main" id="{B733DBB5-23F3-E752-4045-23878F1FB1A9}"/>
              </a:ext>
            </a:extLst>
          </p:cNvPr>
          <p:cNvSpPr/>
          <p:nvPr/>
        </p:nvSpPr>
        <p:spPr>
          <a:xfrm>
            <a:off x="6364347" y="1881811"/>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AB3BFB69-F45B-FB36-7EDA-D6C9F02F9FC1}"/>
              </a:ext>
            </a:extLst>
          </p:cNvPr>
          <p:cNvSpPr txBox="1"/>
          <p:nvPr/>
        </p:nvSpPr>
        <p:spPr>
          <a:xfrm>
            <a:off x="6621665" y="4552125"/>
            <a:ext cx="1382814" cy="646331"/>
          </a:xfrm>
          <a:prstGeom prst="rect">
            <a:avLst/>
          </a:prstGeom>
          <a:noFill/>
        </p:spPr>
        <p:txBody>
          <a:bodyPr wrap="none" rtlCol="0">
            <a:spAutoFit/>
          </a:bodyPr>
          <a:lstStyle/>
          <a:p>
            <a:pPr algn="ctr"/>
            <a:r>
              <a:rPr lang="en-US" dirty="0"/>
              <a:t>Surge Node</a:t>
            </a:r>
          </a:p>
          <a:p>
            <a:pPr algn="ctr"/>
            <a:r>
              <a:rPr lang="en-US" dirty="0"/>
              <a:t>(v1.31)</a:t>
            </a:r>
          </a:p>
        </p:txBody>
      </p:sp>
      <p:graphicFrame>
        <p:nvGraphicFramePr>
          <p:cNvPr id="14" name="Table 13">
            <a:extLst>
              <a:ext uri="{FF2B5EF4-FFF2-40B4-BE49-F238E27FC236}">
                <a16:creationId xmlns:a16="http://schemas.microsoft.com/office/drawing/2014/main" id="{12235A3F-7865-C51C-8F10-A9CF02F15F48}"/>
              </a:ext>
            </a:extLst>
          </p:cNvPr>
          <p:cNvGraphicFramePr>
            <a:graphicFrameLocks noGrp="1"/>
          </p:cNvGraphicFramePr>
          <p:nvPr>
            <p:extLst>
              <p:ext uri="{D42A27DB-BD31-4B8C-83A1-F6EECF244321}">
                <p14:modId xmlns:p14="http://schemas.microsoft.com/office/powerpoint/2010/main" val="3262602766"/>
              </p:ext>
            </p:extLst>
          </p:nvPr>
        </p:nvGraphicFramePr>
        <p:xfrm>
          <a:off x="1043611" y="5550084"/>
          <a:ext cx="7434468" cy="1112520"/>
        </p:xfrm>
        <a:graphic>
          <a:graphicData uri="http://schemas.openxmlformats.org/drawingml/2006/table">
            <a:tbl>
              <a:tblPr>
                <a:tableStyleId>{5C22544A-7EE6-4342-B048-85BDC9FD1C3A}</a:tableStyleId>
              </a:tblPr>
              <a:tblGrid>
                <a:gridCol w="1500806">
                  <a:extLst>
                    <a:ext uri="{9D8B030D-6E8A-4147-A177-3AD203B41FA5}">
                      <a16:colId xmlns:a16="http://schemas.microsoft.com/office/drawing/2014/main" val="1148713179"/>
                    </a:ext>
                  </a:extLst>
                </a:gridCol>
                <a:gridCol w="5933662">
                  <a:extLst>
                    <a:ext uri="{9D8B030D-6E8A-4147-A177-3AD203B41FA5}">
                      <a16:colId xmlns:a16="http://schemas.microsoft.com/office/drawing/2014/main" val="2034982542"/>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Pod B, Pod C</a:t>
                      </a:r>
                    </a:p>
                  </a:txBody>
                  <a:tcPr/>
                </a:tc>
                <a:tc>
                  <a:txBody>
                    <a:bodyPr/>
                    <a:lstStyle/>
                    <a:p>
                      <a:r>
                        <a:rPr lang="en-US" sz="1600" dirty="0"/>
                        <a:t>Evicted and replaced on Node 1</a:t>
                      </a:r>
                    </a:p>
                  </a:txBody>
                  <a:tcPr/>
                </a:tc>
                <a:extLst>
                  <a:ext uri="{0D108BD9-81ED-4DB2-BD59-A6C34878D82A}">
                    <a16:rowId xmlns:a16="http://schemas.microsoft.com/office/drawing/2014/main" val="2931694861"/>
                  </a:ext>
                </a:extLst>
              </a:tr>
              <a:tr h="370840">
                <a:tc>
                  <a:txBody>
                    <a:bodyPr/>
                    <a:lstStyle/>
                    <a:p>
                      <a:r>
                        <a:rPr lang="en-US" sz="1600" dirty="0"/>
                        <a:t>Pod 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Evicted and replaced on Surge Node</a:t>
                      </a:r>
                    </a:p>
                  </a:txBody>
                  <a:tcPr/>
                </a:tc>
                <a:extLst>
                  <a:ext uri="{0D108BD9-81ED-4DB2-BD59-A6C34878D82A}">
                    <a16:rowId xmlns:a16="http://schemas.microsoft.com/office/drawing/2014/main" val="1175122931"/>
                  </a:ext>
                </a:extLst>
              </a:tr>
              <a:tr h="370840">
                <a:tc>
                  <a:txBody>
                    <a:bodyPr/>
                    <a:lstStyle/>
                    <a:p>
                      <a:r>
                        <a:rPr lang="en-US" sz="1600" dirty="0"/>
                        <a:t>Node 2</a:t>
                      </a:r>
                    </a:p>
                  </a:txBody>
                  <a:tcPr/>
                </a:tc>
                <a:tc>
                  <a:txBody>
                    <a:bodyPr/>
                    <a:lstStyle/>
                    <a:p>
                      <a:r>
                        <a:rPr lang="en-US" sz="1600" dirty="0"/>
                        <a:t>Cordoned and reimaged to v1.31</a:t>
                      </a:r>
                    </a:p>
                  </a:txBody>
                  <a:tcPr/>
                </a:tc>
                <a:extLst>
                  <a:ext uri="{0D108BD9-81ED-4DB2-BD59-A6C34878D82A}">
                    <a16:rowId xmlns:a16="http://schemas.microsoft.com/office/drawing/2014/main" val="2845329180"/>
                  </a:ext>
                </a:extLst>
              </a:tr>
            </a:tbl>
          </a:graphicData>
        </a:graphic>
      </p:graphicFrame>
      <p:cxnSp>
        <p:nvCxnSpPr>
          <p:cNvPr id="15" name="Straight Arrow Connector 14">
            <a:extLst>
              <a:ext uri="{FF2B5EF4-FFF2-40B4-BE49-F238E27FC236}">
                <a16:creationId xmlns:a16="http://schemas.microsoft.com/office/drawing/2014/main" id="{E6ECDBC2-9FDB-B081-3B64-A1EA2339A0DB}"/>
              </a:ext>
            </a:extLst>
          </p:cNvPr>
          <p:cNvCxnSpPr/>
          <p:nvPr/>
        </p:nvCxnSpPr>
        <p:spPr>
          <a:xfrm flipH="1">
            <a:off x="2445965" y="2236304"/>
            <a:ext cx="2265183" cy="0"/>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50FC6B17-A82D-63E3-091D-8BAC1EE62361}"/>
              </a:ext>
            </a:extLst>
          </p:cNvPr>
          <p:cNvCxnSpPr>
            <a:cxnSpLocks/>
          </p:cNvCxnSpPr>
          <p:nvPr/>
        </p:nvCxnSpPr>
        <p:spPr>
          <a:xfrm flipH="1">
            <a:off x="2445965" y="3538330"/>
            <a:ext cx="2255244" cy="0"/>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694BC0BC-4B0A-A7D3-F919-B4DF115DA568}"/>
              </a:ext>
            </a:extLst>
          </p:cNvPr>
          <p:cNvCxnSpPr/>
          <p:nvPr/>
        </p:nvCxnSpPr>
        <p:spPr>
          <a:xfrm>
            <a:off x="4711148" y="2872409"/>
            <a:ext cx="2087217" cy="0"/>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78295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E46DE-2072-64A9-4FF6-CFC1012568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A04C46-6D9F-901B-F3D2-181C6E6F9DCC}"/>
              </a:ext>
            </a:extLst>
          </p:cNvPr>
          <p:cNvSpPr>
            <a:spLocks noGrp="1"/>
          </p:cNvSpPr>
          <p:nvPr>
            <p:ph type="title"/>
          </p:nvPr>
        </p:nvSpPr>
        <p:spPr/>
        <p:txBody>
          <a:bodyPr/>
          <a:lstStyle/>
          <a:p>
            <a:r>
              <a:rPr lang="en-US" dirty="0"/>
              <a:t>Step 5: Remove surge node</a:t>
            </a:r>
          </a:p>
        </p:txBody>
      </p:sp>
      <p:sp>
        <p:nvSpPr>
          <p:cNvPr id="4" name="Rectangle 3">
            <a:extLst>
              <a:ext uri="{FF2B5EF4-FFF2-40B4-BE49-F238E27FC236}">
                <a16:creationId xmlns:a16="http://schemas.microsoft.com/office/drawing/2014/main" id="{DF54C8A3-C43F-1F5B-CDF6-FAB89C4861BD}"/>
              </a:ext>
            </a:extLst>
          </p:cNvPr>
          <p:cNvSpPr/>
          <p:nvPr/>
        </p:nvSpPr>
        <p:spPr>
          <a:xfrm>
            <a:off x="1043610" y="1878496"/>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9216B06-63E8-EE38-DE12-90855010740E}"/>
              </a:ext>
            </a:extLst>
          </p:cNvPr>
          <p:cNvSpPr/>
          <p:nvPr/>
        </p:nvSpPr>
        <p:spPr>
          <a:xfrm>
            <a:off x="4231947" y="3694043"/>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A</a:t>
            </a:r>
          </a:p>
        </p:txBody>
      </p:sp>
      <p:sp>
        <p:nvSpPr>
          <p:cNvPr id="6" name="Rectangle 5">
            <a:extLst>
              <a:ext uri="{FF2B5EF4-FFF2-40B4-BE49-F238E27FC236}">
                <a16:creationId xmlns:a16="http://schemas.microsoft.com/office/drawing/2014/main" id="{1D472DB5-8A47-9237-4EBB-D3D28FF31C6F}"/>
              </a:ext>
            </a:extLst>
          </p:cNvPr>
          <p:cNvSpPr/>
          <p:nvPr/>
        </p:nvSpPr>
        <p:spPr>
          <a:xfrm>
            <a:off x="1540571" y="3362741"/>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B</a:t>
            </a:r>
          </a:p>
        </p:txBody>
      </p:sp>
      <p:sp>
        <p:nvSpPr>
          <p:cNvPr id="7" name="TextBox 6">
            <a:extLst>
              <a:ext uri="{FF2B5EF4-FFF2-40B4-BE49-F238E27FC236}">
                <a16:creationId xmlns:a16="http://schemas.microsoft.com/office/drawing/2014/main" id="{5E107978-A300-52BD-43AB-DAC738C73ED2}"/>
              </a:ext>
            </a:extLst>
          </p:cNvPr>
          <p:cNvSpPr txBox="1"/>
          <p:nvPr/>
        </p:nvSpPr>
        <p:spPr>
          <a:xfrm>
            <a:off x="1549566" y="4552125"/>
            <a:ext cx="896399" cy="646331"/>
          </a:xfrm>
          <a:prstGeom prst="rect">
            <a:avLst/>
          </a:prstGeom>
          <a:noFill/>
        </p:spPr>
        <p:txBody>
          <a:bodyPr wrap="none" rtlCol="0">
            <a:spAutoFit/>
          </a:bodyPr>
          <a:lstStyle/>
          <a:p>
            <a:pPr algn="ctr"/>
            <a:r>
              <a:rPr lang="en-US" dirty="0"/>
              <a:t>Node 1</a:t>
            </a:r>
          </a:p>
          <a:p>
            <a:pPr algn="ctr"/>
            <a:r>
              <a:rPr lang="en-US" dirty="0"/>
              <a:t>(v1.31)</a:t>
            </a:r>
          </a:p>
        </p:txBody>
      </p:sp>
      <p:sp>
        <p:nvSpPr>
          <p:cNvPr id="8" name="Rectangle 7">
            <a:extLst>
              <a:ext uri="{FF2B5EF4-FFF2-40B4-BE49-F238E27FC236}">
                <a16:creationId xmlns:a16="http://schemas.microsoft.com/office/drawing/2014/main" id="{269BFBF4-EDA1-53E8-47AA-EBF5CF69E649}"/>
              </a:ext>
            </a:extLst>
          </p:cNvPr>
          <p:cNvSpPr/>
          <p:nvPr/>
        </p:nvSpPr>
        <p:spPr>
          <a:xfrm>
            <a:off x="3703978" y="1878496"/>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8E1F8C8-D93A-2F1F-7C47-66CF6F24D939}"/>
              </a:ext>
            </a:extLst>
          </p:cNvPr>
          <p:cNvSpPr/>
          <p:nvPr/>
        </p:nvSpPr>
        <p:spPr>
          <a:xfrm>
            <a:off x="1540571" y="2027582"/>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C</a:t>
            </a:r>
          </a:p>
        </p:txBody>
      </p:sp>
      <p:sp>
        <p:nvSpPr>
          <p:cNvPr id="10" name="Rectangle 9">
            <a:extLst>
              <a:ext uri="{FF2B5EF4-FFF2-40B4-BE49-F238E27FC236}">
                <a16:creationId xmlns:a16="http://schemas.microsoft.com/office/drawing/2014/main" id="{8511FB4B-0FD7-BC14-92D9-56D1BC09EABA}"/>
              </a:ext>
            </a:extLst>
          </p:cNvPr>
          <p:cNvSpPr/>
          <p:nvPr/>
        </p:nvSpPr>
        <p:spPr>
          <a:xfrm>
            <a:off x="1540571" y="2695162"/>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D</a:t>
            </a:r>
          </a:p>
        </p:txBody>
      </p:sp>
      <p:sp>
        <p:nvSpPr>
          <p:cNvPr id="11" name="TextBox 10">
            <a:extLst>
              <a:ext uri="{FF2B5EF4-FFF2-40B4-BE49-F238E27FC236}">
                <a16:creationId xmlns:a16="http://schemas.microsoft.com/office/drawing/2014/main" id="{28EB3271-1D09-6428-315C-A78A05DAF0C3}"/>
              </a:ext>
            </a:extLst>
          </p:cNvPr>
          <p:cNvSpPr txBox="1"/>
          <p:nvPr/>
        </p:nvSpPr>
        <p:spPr>
          <a:xfrm>
            <a:off x="4243066" y="4552125"/>
            <a:ext cx="896399" cy="646331"/>
          </a:xfrm>
          <a:prstGeom prst="rect">
            <a:avLst/>
          </a:prstGeom>
          <a:noFill/>
        </p:spPr>
        <p:txBody>
          <a:bodyPr wrap="none" rtlCol="0">
            <a:spAutoFit/>
          </a:bodyPr>
          <a:lstStyle/>
          <a:p>
            <a:pPr algn="ctr"/>
            <a:r>
              <a:rPr lang="en-US" dirty="0"/>
              <a:t>Node 2</a:t>
            </a:r>
          </a:p>
          <a:p>
            <a:pPr algn="ctr"/>
            <a:r>
              <a:rPr lang="en-US" dirty="0"/>
              <a:t>(v1.31)</a:t>
            </a:r>
          </a:p>
        </p:txBody>
      </p:sp>
      <p:sp>
        <p:nvSpPr>
          <p:cNvPr id="12" name="Rectangle 11">
            <a:extLst>
              <a:ext uri="{FF2B5EF4-FFF2-40B4-BE49-F238E27FC236}">
                <a16:creationId xmlns:a16="http://schemas.microsoft.com/office/drawing/2014/main" id="{6D275E24-27CB-5260-7E2B-1AC460049BB6}"/>
              </a:ext>
            </a:extLst>
          </p:cNvPr>
          <p:cNvSpPr/>
          <p:nvPr/>
        </p:nvSpPr>
        <p:spPr>
          <a:xfrm>
            <a:off x="6364347" y="1881811"/>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9EF65AB-C03D-8768-73BA-73C505969F77}"/>
              </a:ext>
            </a:extLst>
          </p:cNvPr>
          <p:cNvSpPr txBox="1"/>
          <p:nvPr/>
        </p:nvSpPr>
        <p:spPr>
          <a:xfrm>
            <a:off x="6621665" y="4552125"/>
            <a:ext cx="1382814" cy="646331"/>
          </a:xfrm>
          <a:prstGeom prst="rect">
            <a:avLst/>
          </a:prstGeom>
          <a:noFill/>
        </p:spPr>
        <p:txBody>
          <a:bodyPr wrap="none" rtlCol="0">
            <a:spAutoFit/>
          </a:bodyPr>
          <a:lstStyle/>
          <a:p>
            <a:pPr algn="ctr"/>
            <a:r>
              <a:rPr lang="en-US" dirty="0"/>
              <a:t>Surge Node</a:t>
            </a:r>
          </a:p>
          <a:p>
            <a:pPr algn="ctr"/>
            <a:r>
              <a:rPr lang="en-US" dirty="0"/>
              <a:t>(v1.31)</a:t>
            </a:r>
          </a:p>
        </p:txBody>
      </p:sp>
      <p:graphicFrame>
        <p:nvGraphicFramePr>
          <p:cNvPr id="14" name="Table 13">
            <a:extLst>
              <a:ext uri="{FF2B5EF4-FFF2-40B4-BE49-F238E27FC236}">
                <a16:creationId xmlns:a16="http://schemas.microsoft.com/office/drawing/2014/main" id="{EF88BEB5-032E-6304-62F9-DF8C0A488B43}"/>
              </a:ext>
            </a:extLst>
          </p:cNvPr>
          <p:cNvGraphicFramePr>
            <a:graphicFrameLocks noGrp="1"/>
          </p:cNvGraphicFramePr>
          <p:nvPr>
            <p:extLst>
              <p:ext uri="{D42A27DB-BD31-4B8C-83A1-F6EECF244321}">
                <p14:modId xmlns:p14="http://schemas.microsoft.com/office/powerpoint/2010/main" val="214002102"/>
              </p:ext>
            </p:extLst>
          </p:nvPr>
        </p:nvGraphicFramePr>
        <p:xfrm>
          <a:off x="1043611" y="5550084"/>
          <a:ext cx="7434468" cy="1112520"/>
        </p:xfrm>
        <a:graphic>
          <a:graphicData uri="http://schemas.openxmlformats.org/drawingml/2006/table">
            <a:tbl>
              <a:tblPr>
                <a:tableStyleId>{5C22544A-7EE6-4342-B048-85BDC9FD1C3A}</a:tableStyleId>
              </a:tblPr>
              <a:tblGrid>
                <a:gridCol w="1500806">
                  <a:extLst>
                    <a:ext uri="{9D8B030D-6E8A-4147-A177-3AD203B41FA5}">
                      <a16:colId xmlns:a16="http://schemas.microsoft.com/office/drawing/2014/main" val="1148713179"/>
                    </a:ext>
                  </a:extLst>
                </a:gridCol>
                <a:gridCol w="5933662">
                  <a:extLst>
                    <a:ext uri="{9D8B030D-6E8A-4147-A177-3AD203B41FA5}">
                      <a16:colId xmlns:a16="http://schemas.microsoft.com/office/drawing/2014/main" val="2034982542"/>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Pod A</a:t>
                      </a:r>
                    </a:p>
                  </a:txBody>
                  <a:tcPr/>
                </a:tc>
                <a:tc>
                  <a:txBody>
                    <a:bodyPr/>
                    <a:lstStyle/>
                    <a:p>
                      <a:r>
                        <a:rPr lang="en-US" sz="1600" dirty="0"/>
                        <a:t>Evicted and replaced on Node 1</a:t>
                      </a:r>
                    </a:p>
                  </a:txBody>
                  <a:tcPr/>
                </a:tc>
                <a:extLst>
                  <a:ext uri="{0D108BD9-81ED-4DB2-BD59-A6C34878D82A}">
                    <a16:rowId xmlns:a16="http://schemas.microsoft.com/office/drawing/2014/main" val="2931694861"/>
                  </a:ext>
                </a:extLst>
              </a:tr>
              <a:tr h="370840">
                <a:tc>
                  <a:txBody>
                    <a:bodyPr/>
                    <a:lstStyle/>
                    <a:p>
                      <a:r>
                        <a:rPr lang="en-US" sz="1600" dirty="0"/>
                        <a:t>Pod 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Evicted and replaced on Node 2</a:t>
                      </a:r>
                    </a:p>
                  </a:txBody>
                  <a:tcPr/>
                </a:tc>
                <a:extLst>
                  <a:ext uri="{0D108BD9-81ED-4DB2-BD59-A6C34878D82A}">
                    <a16:rowId xmlns:a16="http://schemas.microsoft.com/office/drawing/2014/main" val="1175122931"/>
                  </a:ext>
                </a:extLst>
              </a:tr>
              <a:tr h="370840">
                <a:tc>
                  <a:txBody>
                    <a:bodyPr/>
                    <a:lstStyle/>
                    <a:p>
                      <a:r>
                        <a:rPr lang="en-US" sz="1600" dirty="0"/>
                        <a:t>Surge Node</a:t>
                      </a:r>
                    </a:p>
                  </a:txBody>
                  <a:tcPr/>
                </a:tc>
                <a:tc>
                  <a:txBody>
                    <a:bodyPr/>
                    <a:lstStyle/>
                    <a:p>
                      <a:r>
                        <a:rPr lang="en-US" sz="1600" dirty="0"/>
                        <a:t>Deleted</a:t>
                      </a:r>
                    </a:p>
                  </a:txBody>
                  <a:tcPr/>
                </a:tc>
                <a:extLst>
                  <a:ext uri="{0D108BD9-81ED-4DB2-BD59-A6C34878D82A}">
                    <a16:rowId xmlns:a16="http://schemas.microsoft.com/office/drawing/2014/main" val="2845329180"/>
                  </a:ext>
                </a:extLst>
              </a:tr>
            </a:tbl>
          </a:graphicData>
        </a:graphic>
      </p:graphicFrame>
      <p:cxnSp>
        <p:nvCxnSpPr>
          <p:cNvPr id="20" name="Straight Arrow Connector 19">
            <a:extLst>
              <a:ext uri="{FF2B5EF4-FFF2-40B4-BE49-F238E27FC236}">
                <a16:creationId xmlns:a16="http://schemas.microsoft.com/office/drawing/2014/main" id="{2F7CE0B1-CC07-8721-B86E-5F3C60A6EB5A}"/>
              </a:ext>
            </a:extLst>
          </p:cNvPr>
          <p:cNvCxnSpPr>
            <a:cxnSpLocks/>
          </p:cNvCxnSpPr>
          <p:nvPr/>
        </p:nvCxnSpPr>
        <p:spPr>
          <a:xfrm flipH="1">
            <a:off x="2445965" y="2872409"/>
            <a:ext cx="4352400" cy="0"/>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20E837C1-4C80-8064-457A-CCDBF93710E5}"/>
              </a:ext>
            </a:extLst>
          </p:cNvPr>
          <p:cNvCxnSpPr>
            <a:cxnSpLocks/>
          </p:cNvCxnSpPr>
          <p:nvPr/>
        </p:nvCxnSpPr>
        <p:spPr>
          <a:xfrm flipH="1">
            <a:off x="5139465" y="3899456"/>
            <a:ext cx="1662215" cy="0"/>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583712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DB6AE-3F6C-0FC3-0B1D-DC4E47C2E7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D8AADA-1852-4432-86E7-7731BC219326}"/>
              </a:ext>
            </a:extLst>
          </p:cNvPr>
          <p:cNvSpPr>
            <a:spLocks noGrp="1"/>
          </p:cNvSpPr>
          <p:nvPr>
            <p:ph type="title"/>
          </p:nvPr>
        </p:nvSpPr>
        <p:spPr/>
        <p:txBody>
          <a:bodyPr/>
          <a:lstStyle/>
          <a:p>
            <a:r>
              <a:rPr lang="en-US" dirty="0"/>
              <a:t>Final State</a:t>
            </a:r>
          </a:p>
        </p:txBody>
      </p:sp>
      <p:sp>
        <p:nvSpPr>
          <p:cNvPr id="4" name="Rectangle 3">
            <a:extLst>
              <a:ext uri="{FF2B5EF4-FFF2-40B4-BE49-F238E27FC236}">
                <a16:creationId xmlns:a16="http://schemas.microsoft.com/office/drawing/2014/main" id="{B378D808-B9DF-B5AD-86C1-05400B84A489}"/>
              </a:ext>
            </a:extLst>
          </p:cNvPr>
          <p:cNvSpPr/>
          <p:nvPr/>
        </p:nvSpPr>
        <p:spPr>
          <a:xfrm>
            <a:off x="1043610" y="1878496"/>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604FCCEA-63EE-FDA6-AFB8-F7519C5FB6EC}"/>
              </a:ext>
            </a:extLst>
          </p:cNvPr>
          <p:cNvSpPr/>
          <p:nvPr/>
        </p:nvSpPr>
        <p:spPr>
          <a:xfrm>
            <a:off x="4231947" y="3694043"/>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A</a:t>
            </a:r>
          </a:p>
        </p:txBody>
      </p:sp>
      <p:sp>
        <p:nvSpPr>
          <p:cNvPr id="6" name="Rectangle 5">
            <a:extLst>
              <a:ext uri="{FF2B5EF4-FFF2-40B4-BE49-F238E27FC236}">
                <a16:creationId xmlns:a16="http://schemas.microsoft.com/office/drawing/2014/main" id="{4362E1A3-10C7-87B8-594E-22F53D6EA1D8}"/>
              </a:ext>
            </a:extLst>
          </p:cNvPr>
          <p:cNvSpPr/>
          <p:nvPr/>
        </p:nvSpPr>
        <p:spPr>
          <a:xfrm>
            <a:off x="1540571" y="3362741"/>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B</a:t>
            </a:r>
          </a:p>
        </p:txBody>
      </p:sp>
      <p:sp>
        <p:nvSpPr>
          <p:cNvPr id="7" name="TextBox 6">
            <a:extLst>
              <a:ext uri="{FF2B5EF4-FFF2-40B4-BE49-F238E27FC236}">
                <a16:creationId xmlns:a16="http://schemas.microsoft.com/office/drawing/2014/main" id="{69CD7401-3DA7-CCA2-B12D-3A18BC263287}"/>
              </a:ext>
            </a:extLst>
          </p:cNvPr>
          <p:cNvSpPr txBox="1"/>
          <p:nvPr/>
        </p:nvSpPr>
        <p:spPr>
          <a:xfrm>
            <a:off x="1549566" y="4552125"/>
            <a:ext cx="896399" cy="646331"/>
          </a:xfrm>
          <a:prstGeom prst="rect">
            <a:avLst/>
          </a:prstGeom>
          <a:noFill/>
        </p:spPr>
        <p:txBody>
          <a:bodyPr wrap="none" rtlCol="0">
            <a:spAutoFit/>
          </a:bodyPr>
          <a:lstStyle/>
          <a:p>
            <a:pPr algn="ctr"/>
            <a:r>
              <a:rPr lang="en-US" dirty="0"/>
              <a:t>Node 1</a:t>
            </a:r>
          </a:p>
          <a:p>
            <a:pPr algn="ctr"/>
            <a:r>
              <a:rPr lang="en-US" dirty="0"/>
              <a:t>(v1.31)</a:t>
            </a:r>
          </a:p>
        </p:txBody>
      </p:sp>
      <p:sp>
        <p:nvSpPr>
          <p:cNvPr id="8" name="Rectangle 7">
            <a:extLst>
              <a:ext uri="{FF2B5EF4-FFF2-40B4-BE49-F238E27FC236}">
                <a16:creationId xmlns:a16="http://schemas.microsoft.com/office/drawing/2014/main" id="{568EC82C-762A-CB2E-25B0-F30D31C24815}"/>
              </a:ext>
            </a:extLst>
          </p:cNvPr>
          <p:cNvSpPr/>
          <p:nvPr/>
        </p:nvSpPr>
        <p:spPr>
          <a:xfrm>
            <a:off x="3703978" y="1878496"/>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C2C3F7F-2857-53EC-4702-08F536600533}"/>
              </a:ext>
            </a:extLst>
          </p:cNvPr>
          <p:cNvSpPr/>
          <p:nvPr/>
        </p:nvSpPr>
        <p:spPr>
          <a:xfrm>
            <a:off x="1540571" y="2027582"/>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C</a:t>
            </a:r>
          </a:p>
        </p:txBody>
      </p:sp>
      <p:sp>
        <p:nvSpPr>
          <p:cNvPr id="10" name="Rectangle 9">
            <a:extLst>
              <a:ext uri="{FF2B5EF4-FFF2-40B4-BE49-F238E27FC236}">
                <a16:creationId xmlns:a16="http://schemas.microsoft.com/office/drawing/2014/main" id="{29CCDE7D-6930-217D-F8D1-345B794D7F93}"/>
              </a:ext>
            </a:extLst>
          </p:cNvPr>
          <p:cNvSpPr/>
          <p:nvPr/>
        </p:nvSpPr>
        <p:spPr>
          <a:xfrm>
            <a:off x="1540571" y="2695162"/>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D</a:t>
            </a:r>
          </a:p>
        </p:txBody>
      </p:sp>
      <p:sp>
        <p:nvSpPr>
          <p:cNvPr id="11" name="TextBox 10">
            <a:extLst>
              <a:ext uri="{FF2B5EF4-FFF2-40B4-BE49-F238E27FC236}">
                <a16:creationId xmlns:a16="http://schemas.microsoft.com/office/drawing/2014/main" id="{D5EE0DBE-2A14-0EA6-8E3B-CB222BD39D1C}"/>
              </a:ext>
            </a:extLst>
          </p:cNvPr>
          <p:cNvSpPr txBox="1"/>
          <p:nvPr/>
        </p:nvSpPr>
        <p:spPr>
          <a:xfrm>
            <a:off x="4243066" y="4552125"/>
            <a:ext cx="896399" cy="646331"/>
          </a:xfrm>
          <a:prstGeom prst="rect">
            <a:avLst/>
          </a:prstGeom>
          <a:noFill/>
        </p:spPr>
        <p:txBody>
          <a:bodyPr wrap="none" rtlCol="0">
            <a:spAutoFit/>
          </a:bodyPr>
          <a:lstStyle/>
          <a:p>
            <a:pPr algn="ctr"/>
            <a:r>
              <a:rPr lang="en-US" dirty="0"/>
              <a:t>Node 2</a:t>
            </a:r>
          </a:p>
          <a:p>
            <a:pPr algn="ctr"/>
            <a:r>
              <a:rPr lang="en-US" dirty="0"/>
              <a:t>(v1.31)</a:t>
            </a:r>
          </a:p>
        </p:txBody>
      </p:sp>
    </p:spTree>
    <p:extLst>
      <p:ext uri="{BB962C8B-B14F-4D97-AF65-F5344CB8AC3E}">
        <p14:creationId xmlns:p14="http://schemas.microsoft.com/office/powerpoint/2010/main" val="8272023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0C462EC-A415-6D63-BFFD-01932A1587FF}"/>
              </a:ext>
            </a:extLst>
          </p:cNvPr>
          <p:cNvSpPr/>
          <p:nvPr/>
        </p:nvSpPr>
        <p:spPr>
          <a:xfrm>
            <a:off x="1172817" y="1878496"/>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D9FF899-3E69-4E89-A40E-6B0FDA2235D9}"/>
              </a:ext>
            </a:extLst>
          </p:cNvPr>
          <p:cNvSpPr/>
          <p:nvPr/>
        </p:nvSpPr>
        <p:spPr>
          <a:xfrm>
            <a:off x="1699594" y="2027582"/>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A</a:t>
            </a:r>
          </a:p>
        </p:txBody>
      </p:sp>
      <p:sp>
        <p:nvSpPr>
          <p:cNvPr id="6" name="Rectangle 5">
            <a:extLst>
              <a:ext uri="{FF2B5EF4-FFF2-40B4-BE49-F238E27FC236}">
                <a16:creationId xmlns:a16="http://schemas.microsoft.com/office/drawing/2014/main" id="{ED1031D1-7992-7A95-F47C-B7C6846AD382}"/>
              </a:ext>
            </a:extLst>
          </p:cNvPr>
          <p:cNvSpPr/>
          <p:nvPr/>
        </p:nvSpPr>
        <p:spPr>
          <a:xfrm>
            <a:off x="1699594" y="2647123"/>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B</a:t>
            </a:r>
          </a:p>
        </p:txBody>
      </p:sp>
      <p:sp>
        <p:nvSpPr>
          <p:cNvPr id="7" name="TextBox 6">
            <a:extLst>
              <a:ext uri="{FF2B5EF4-FFF2-40B4-BE49-F238E27FC236}">
                <a16:creationId xmlns:a16="http://schemas.microsoft.com/office/drawing/2014/main" id="{4037F4CE-32E4-9758-520F-7876371D2AE6}"/>
              </a:ext>
            </a:extLst>
          </p:cNvPr>
          <p:cNvSpPr txBox="1"/>
          <p:nvPr/>
        </p:nvSpPr>
        <p:spPr>
          <a:xfrm>
            <a:off x="1658735" y="4552125"/>
            <a:ext cx="936475" cy="646331"/>
          </a:xfrm>
          <a:prstGeom prst="rect">
            <a:avLst/>
          </a:prstGeom>
          <a:noFill/>
        </p:spPr>
        <p:txBody>
          <a:bodyPr wrap="none" rtlCol="0">
            <a:spAutoFit/>
          </a:bodyPr>
          <a:lstStyle/>
          <a:p>
            <a:pPr algn="ctr"/>
            <a:r>
              <a:rPr lang="en-US" dirty="0"/>
              <a:t>Node 1</a:t>
            </a:r>
          </a:p>
          <a:p>
            <a:pPr algn="ctr"/>
            <a:r>
              <a:rPr lang="en-US" dirty="0"/>
              <a:t>(V 1.30)</a:t>
            </a:r>
          </a:p>
        </p:txBody>
      </p:sp>
      <p:sp>
        <p:nvSpPr>
          <p:cNvPr id="8" name="Rectangle 7">
            <a:extLst>
              <a:ext uri="{FF2B5EF4-FFF2-40B4-BE49-F238E27FC236}">
                <a16:creationId xmlns:a16="http://schemas.microsoft.com/office/drawing/2014/main" id="{A8022B27-33DE-4DE7-2E98-7B37F85180AE}"/>
              </a:ext>
            </a:extLst>
          </p:cNvPr>
          <p:cNvSpPr/>
          <p:nvPr/>
        </p:nvSpPr>
        <p:spPr>
          <a:xfrm>
            <a:off x="3833185" y="1878496"/>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E5EB565-5D5B-37FB-BC3E-39C0F0D9DE55}"/>
              </a:ext>
            </a:extLst>
          </p:cNvPr>
          <p:cNvSpPr/>
          <p:nvPr/>
        </p:nvSpPr>
        <p:spPr>
          <a:xfrm>
            <a:off x="4403033" y="2027582"/>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C</a:t>
            </a:r>
          </a:p>
        </p:txBody>
      </p:sp>
      <p:sp>
        <p:nvSpPr>
          <p:cNvPr id="10" name="Rectangle 9">
            <a:extLst>
              <a:ext uri="{FF2B5EF4-FFF2-40B4-BE49-F238E27FC236}">
                <a16:creationId xmlns:a16="http://schemas.microsoft.com/office/drawing/2014/main" id="{D9BF56F4-1108-8E48-8103-DE1C58507C47}"/>
              </a:ext>
            </a:extLst>
          </p:cNvPr>
          <p:cNvSpPr/>
          <p:nvPr/>
        </p:nvSpPr>
        <p:spPr>
          <a:xfrm>
            <a:off x="4403033" y="2647123"/>
            <a:ext cx="854765" cy="394252"/>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Pod D</a:t>
            </a:r>
          </a:p>
        </p:txBody>
      </p:sp>
      <p:sp>
        <p:nvSpPr>
          <p:cNvPr id="11" name="TextBox 10">
            <a:extLst>
              <a:ext uri="{FF2B5EF4-FFF2-40B4-BE49-F238E27FC236}">
                <a16:creationId xmlns:a16="http://schemas.microsoft.com/office/drawing/2014/main" id="{43E097A2-3FEB-0D29-4574-8A0456067964}"/>
              </a:ext>
            </a:extLst>
          </p:cNvPr>
          <p:cNvSpPr txBox="1"/>
          <p:nvPr/>
        </p:nvSpPr>
        <p:spPr>
          <a:xfrm>
            <a:off x="4352235" y="4552125"/>
            <a:ext cx="936475" cy="646331"/>
          </a:xfrm>
          <a:prstGeom prst="rect">
            <a:avLst/>
          </a:prstGeom>
          <a:noFill/>
        </p:spPr>
        <p:txBody>
          <a:bodyPr wrap="none" rtlCol="0">
            <a:spAutoFit/>
          </a:bodyPr>
          <a:lstStyle/>
          <a:p>
            <a:pPr algn="ctr"/>
            <a:r>
              <a:rPr lang="en-US" dirty="0"/>
              <a:t>Node 2</a:t>
            </a:r>
          </a:p>
          <a:p>
            <a:pPr algn="ctr"/>
            <a:r>
              <a:rPr lang="en-US" dirty="0"/>
              <a:t>(V 1.30)</a:t>
            </a:r>
          </a:p>
        </p:txBody>
      </p:sp>
      <p:sp>
        <p:nvSpPr>
          <p:cNvPr id="12" name="Rectangle 11">
            <a:extLst>
              <a:ext uri="{FF2B5EF4-FFF2-40B4-BE49-F238E27FC236}">
                <a16:creationId xmlns:a16="http://schemas.microsoft.com/office/drawing/2014/main" id="{0EE8E21D-784F-6862-7B72-11A490846C22}"/>
              </a:ext>
            </a:extLst>
          </p:cNvPr>
          <p:cNvSpPr/>
          <p:nvPr/>
        </p:nvSpPr>
        <p:spPr>
          <a:xfrm>
            <a:off x="6493554" y="1881811"/>
            <a:ext cx="1908313" cy="247484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9C9AE840-E5EB-276D-C3DF-CF74C0853A7D}"/>
              </a:ext>
            </a:extLst>
          </p:cNvPr>
          <p:cNvSpPr txBox="1"/>
          <p:nvPr/>
        </p:nvSpPr>
        <p:spPr>
          <a:xfrm>
            <a:off x="6750872" y="4552125"/>
            <a:ext cx="1382814" cy="646331"/>
          </a:xfrm>
          <a:prstGeom prst="rect">
            <a:avLst/>
          </a:prstGeom>
          <a:noFill/>
        </p:spPr>
        <p:txBody>
          <a:bodyPr wrap="none" rtlCol="0">
            <a:spAutoFit/>
          </a:bodyPr>
          <a:lstStyle/>
          <a:p>
            <a:pPr algn="ctr"/>
            <a:r>
              <a:rPr lang="en-US" dirty="0"/>
              <a:t>Surge Node</a:t>
            </a:r>
          </a:p>
          <a:p>
            <a:pPr algn="ctr"/>
            <a:r>
              <a:rPr lang="en-US" dirty="0"/>
              <a:t>(V 1.31)</a:t>
            </a:r>
          </a:p>
        </p:txBody>
      </p:sp>
    </p:spTree>
    <p:extLst>
      <p:ext uri="{BB962C8B-B14F-4D97-AF65-F5344CB8AC3E}">
        <p14:creationId xmlns:p14="http://schemas.microsoft.com/office/powerpoint/2010/main" val="37000151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3036</TotalTime>
  <Words>2421</Words>
  <Application>Microsoft Office PowerPoint</Application>
  <PresentationFormat>Widescreen</PresentationFormat>
  <Paragraphs>381</Paragraphs>
  <Slides>41</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41</vt:i4>
      </vt:variant>
    </vt:vector>
  </HeadingPairs>
  <TitlesOfParts>
    <vt:vector size="51" baseType="lpstr">
      <vt:lpstr>Aptos</vt:lpstr>
      <vt:lpstr>Aptos Display</vt:lpstr>
      <vt:lpstr>Aptos Narrow</vt:lpstr>
      <vt:lpstr>Arial</vt:lpstr>
      <vt:lpstr>Calibri</vt:lpstr>
      <vt:lpstr>Consolas</vt:lpstr>
      <vt:lpstr>Google Sans Text</vt:lpstr>
      <vt:lpstr>Segoe UI</vt:lpstr>
      <vt:lpstr>SFMono-Regular</vt:lpstr>
      <vt:lpstr>Office Theme</vt:lpstr>
      <vt:lpstr>AKS Workshop</vt:lpstr>
      <vt:lpstr>Introduction to AKS</vt:lpstr>
      <vt:lpstr>Azure Kubernetes Service (AKS)</vt:lpstr>
      <vt:lpstr>Container Solutions in Azure</vt:lpstr>
      <vt:lpstr>Use Cases for AKS</vt:lpstr>
      <vt:lpstr>Core AKS Concepts</vt:lpstr>
      <vt:lpstr>Core AKS Concepts</vt:lpstr>
      <vt:lpstr>Core AKS Concepts</vt:lpstr>
      <vt:lpstr>Setting up an AKS Cluster</vt:lpstr>
      <vt:lpstr>Setup an AKS Cluster</vt:lpstr>
      <vt:lpstr>Node Pools</vt:lpstr>
      <vt:lpstr>What are the Node Pools?</vt:lpstr>
      <vt:lpstr>Node Pool – Core Functionality</vt:lpstr>
      <vt:lpstr>Role of Node Pools</vt:lpstr>
      <vt:lpstr>Node Pools</vt:lpstr>
      <vt:lpstr>DEMO</vt:lpstr>
      <vt:lpstr>Node Pool Types</vt:lpstr>
      <vt:lpstr>System Node Pools</vt:lpstr>
      <vt:lpstr>DEMO</vt:lpstr>
      <vt:lpstr>Node Pool Types</vt:lpstr>
      <vt:lpstr>Node Pool Types</vt:lpstr>
      <vt:lpstr>Common AKS node pool design patterns</vt:lpstr>
      <vt:lpstr>DEMO</vt:lpstr>
      <vt:lpstr>VM Series with GPU Support</vt:lpstr>
      <vt:lpstr>Versions and Upgrades</vt:lpstr>
      <vt:lpstr>AKS Versioning</vt:lpstr>
      <vt:lpstr>AKS Versioning</vt:lpstr>
      <vt:lpstr>Upgrade Node Pools</vt:lpstr>
      <vt:lpstr>Upgrade Node Pools</vt:lpstr>
      <vt:lpstr>Upgrade Node Pools</vt:lpstr>
      <vt:lpstr>Upgrade Node Pools</vt:lpstr>
      <vt:lpstr>Upgrade Node Pools</vt:lpstr>
      <vt:lpstr>Upgrade Node Pools</vt:lpstr>
      <vt:lpstr>Rolling Upgrade</vt:lpstr>
      <vt:lpstr>Step 1: Initial setup</vt:lpstr>
      <vt:lpstr>Step 2: Cordon and drain first node</vt:lpstr>
      <vt:lpstr>Step 3: Upgrade first node</vt:lpstr>
      <vt:lpstr>Step 4: Cordon and drain second node</vt:lpstr>
      <vt:lpstr>Step 5: Remove surge node</vt:lpstr>
      <vt:lpstr>Final State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Faik Hakan Bilgen</dc:creator>
  <cp:lastModifiedBy>Faik Hakan Bilgen</cp:lastModifiedBy>
  <cp:revision>17</cp:revision>
  <dcterms:created xsi:type="dcterms:W3CDTF">2026-01-06T09:30:25Z</dcterms:created>
  <dcterms:modified xsi:type="dcterms:W3CDTF">2026-01-16T08:31:55Z</dcterms:modified>
</cp:coreProperties>
</file>