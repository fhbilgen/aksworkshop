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38"/>
  </p:notesMasterIdLst>
  <p:sldIdLst>
    <p:sldId id="256" r:id="rId3"/>
    <p:sldId id="265" r:id="rId4"/>
    <p:sldId id="260" r:id="rId5"/>
    <p:sldId id="262" r:id="rId6"/>
    <p:sldId id="263" r:id="rId7"/>
    <p:sldId id="257" r:id="rId8"/>
    <p:sldId id="258" r:id="rId9"/>
    <p:sldId id="259" r:id="rId10"/>
    <p:sldId id="264" r:id="rId11"/>
    <p:sldId id="266" r:id="rId12"/>
    <p:sldId id="279" r:id="rId13"/>
    <p:sldId id="280" r:id="rId14"/>
    <p:sldId id="281" r:id="rId15"/>
    <p:sldId id="282" r:id="rId16"/>
    <p:sldId id="347" r:id="rId17"/>
    <p:sldId id="336" r:id="rId18"/>
    <p:sldId id="337" r:id="rId19"/>
    <p:sldId id="338" r:id="rId20"/>
    <p:sldId id="339" r:id="rId21"/>
    <p:sldId id="340" r:id="rId22"/>
    <p:sldId id="343" r:id="rId23"/>
    <p:sldId id="344" r:id="rId24"/>
    <p:sldId id="342" r:id="rId25"/>
    <p:sldId id="341" r:id="rId26"/>
    <p:sldId id="345" r:id="rId27"/>
    <p:sldId id="346" r:id="rId28"/>
    <p:sldId id="348" r:id="rId29"/>
    <p:sldId id="352" r:id="rId30"/>
    <p:sldId id="349" r:id="rId31"/>
    <p:sldId id="351" r:id="rId32"/>
    <p:sldId id="355" r:id="rId33"/>
    <p:sldId id="353" r:id="rId34"/>
    <p:sldId id="354" r:id="rId35"/>
    <p:sldId id="334" r:id="rId36"/>
    <p:sldId id="335"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BB7F4B-7A2D-400A-BF41-C6DFD8417B3B}" v="76" dt="2026-02-01T10:58:43.23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4" d="100"/>
          <a:sy n="104" d="100"/>
        </p:scale>
        <p:origin x="870"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presProps" Target="presProps.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microsoft.com/office/2016/11/relationships/changesInfo" Target="changesInfos/changesInfo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ik bilgen" userId="9fcb1696e65a161f" providerId="LiveId" clId="{0C3A4C9E-717D-4ADE-97E0-B0AD580B3355}"/>
    <pc:docChg chg="undo custSel addSld delSld modSld sldOrd">
      <pc:chgData name="faik bilgen" userId="9fcb1696e65a161f" providerId="LiveId" clId="{0C3A4C9E-717D-4ADE-97E0-B0AD580B3355}" dt="2026-02-03T05:55:33.579" v="739" actId="1076"/>
      <pc:docMkLst>
        <pc:docMk/>
      </pc:docMkLst>
      <pc:sldChg chg="modSp add mod">
        <pc:chgData name="faik bilgen" userId="9fcb1696e65a161f" providerId="LiveId" clId="{0C3A4C9E-717D-4ADE-97E0-B0AD580B3355}" dt="2026-01-16T08:40:18.944" v="26" actId="20577"/>
        <pc:sldMkLst>
          <pc:docMk/>
          <pc:sldMk cId="2540744057" sldId="279"/>
        </pc:sldMkLst>
        <pc:spChg chg="mod">
          <ac:chgData name="faik bilgen" userId="9fcb1696e65a161f" providerId="LiveId" clId="{0C3A4C9E-717D-4ADE-97E0-B0AD580B3355}" dt="2026-01-16T08:40:18.944" v="26" actId="20577"/>
          <ac:spMkLst>
            <pc:docMk/>
            <pc:sldMk cId="2540744057" sldId="279"/>
            <ac:spMk id="3" creationId="{ABE0EBD9-543C-DF01-01FB-128713202535}"/>
          </ac:spMkLst>
        </pc:spChg>
      </pc:sldChg>
      <pc:sldChg chg="modSp add mod">
        <pc:chgData name="faik bilgen" userId="9fcb1696e65a161f" providerId="LiveId" clId="{0C3A4C9E-717D-4ADE-97E0-B0AD580B3355}" dt="2026-01-16T08:40:46.058" v="46" actId="20577"/>
        <pc:sldMkLst>
          <pc:docMk/>
          <pc:sldMk cId="327185294" sldId="280"/>
        </pc:sldMkLst>
        <pc:spChg chg="mod">
          <ac:chgData name="faik bilgen" userId="9fcb1696e65a161f" providerId="LiveId" clId="{0C3A4C9E-717D-4ADE-97E0-B0AD580B3355}" dt="2026-01-16T08:40:46.058" v="46" actId="20577"/>
          <ac:spMkLst>
            <pc:docMk/>
            <pc:sldMk cId="327185294" sldId="280"/>
            <ac:spMk id="3" creationId="{35C14E64-C23E-2075-52F8-52D570FF7C2D}"/>
          </ac:spMkLst>
        </pc:spChg>
      </pc:sldChg>
      <pc:sldChg chg="modSp add mod">
        <pc:chgData name="faik bilgen" userId="9fcb1696e65a161f" providerId="LiveId" clId="{0C3A4C9E-717D-4ADE-97E0-B0AD580B3355}" dt="2026-01-16T08:41:05.460" v="61" actId="20577"/>
        <pc:sldMkLst>
          <pc:docMk/>
          <pc:sldMk cId="3388868937" sldId="281"/>
        </pc:sldMkLst>
        <pc:spChg chg="mod">
          <ac:chgData name="faik bilgen" userId="9fcb1696e65a161f" providerId="LiveId" clId="{0C3A4C9E-717D-4ADE-97E0-B0AD580B3355}" dt="2026-01-16T08:41:05.460" v="61" actId="20577"/>
          <ac:spMkLst>
            <pc:docMk/>
            <pc:sldMk cId="3388868937" sldId="281"/>
            <ac:spMk id="3" creationId="{5C2E0EC7-9B64-8CAC-6EF7-261DF94CD8FD}"/>
          </ac:spMkLst>
        </pc:spChg>
      </pc:sldChg>
      <pc:sldChg chg="modSp add mod">
        <pc:chgData name="faik bilgen" userId="9fcb1696e65a161f" providerId="LiveId" clId="{0C3A4C9E-717D-4ADE-97E0-B0AD580B3355}" dt="2026-01-16T08:41:16.293" v="71" actId="20577"/>
        <pc:sldMkLst>
          <pc:docMk/>
          <pc:sldMk cId="2211351908" sldId="282"/>
        </pc:sldMkLst>
        <pc:spChg chg="mod">
          <ac:chgData name="faik bilgen" userId="9fcb1696e65a161f" providerId="LiveId" clId="{0C3A4C9E-717D-4ADE-97E0-B0AD580B3355}" dt="2026-01-16T08:41:16.293" v="71" actId="20577"/>
          <ac:spMkLst>
            <pc:docMk/>
            <pc:sldMk cId="2211351908" sldId="282"/>
            <ac:spMk id="3" creationId="{B94CDEF3-531D-2475-F07C-AF3B9C03C633}"/>
          </ac:spMkLst>
        </pc:spChg>
      </pc:sldChg>
      <pc:sldChg chg="add">
        <pc:chgData name="faik bilgen" userId="9fcb1696e65a161f" providerId="LiveId" clId="{0C3A4C9E-717D-4ADE-97E0-B0AD580B3355}" dt="2026-01-21T07:46:18.974" v="72"/>
        <pc:sldMkLst>
          <pc:docMk/>
          <pc:sldMk cId="1936368771" sldId="334"/>
        </pc:sldMkLst>
      </pc:sldChg>
      <pc:sldChg chg="add">
        <pc:chgData name="faik bilgen" userId="9fcb1696e65a161f" providerId="LiveId" clId="{0C3A4C9E-717D-4ADE-97E0-B0AD580B3355}" dt="2026-01-21T07:46:18.974" v="72"/>
        <pc:sldMkLst>
          <pc:docMk/>
          <pc:sldMk cId="1409184322" sldId="335"/>
        </pc:sldMkLst>
      </pc:sldChg>
      <pc:sldChg chg="addSp delSp modSp add mod ord">
        <pc:chgData name="faik bilgen" userId="9fcb1696e65a161f" providerId="LiveId" clId="{0C3A4C9E-717D-4ADE-97E0-B0AD580B3355}" dt="2026-01-30T17:28:16.297" v="135" actId="948"/>
        <pc:sldMkLst>
          <pc:docMk/>
          <pc:sldMk cId="536361919" sldId="336"/>
        </pc:sldMkLst>
        <pc:spChg chg="mod">
          <ac:chgData name="faik bilgen" userId="9fcb1696e65a161f" providerId="LiveId" clId="{0C3A4C9E-717D-4ADE-97E0-B0AD580B3355}" dt="2026-01-30T17:16:59.846" v="118" actId="20577"/>
          <ac:spMkLst>
            <pc:docMk/>
            <pc:sldMk cId="536361919" sldId="336"/>
            <ac:spMk id="2" creationId="{D180E8B4-76B0-D11B-ACA4-B21531F872D0}"/>
          </ac:spMkLst>
        </pc:spChg>
        <pc:spChg chg="add mod">
          <ac:chgData name="faik bilgen" userId="9fcb1696e65a161f" providerId="LiveId" clId="{0C3A4C9E-717D-4ADE-97E0-B0AD580B3355}" dt="2026-01-30T17:28:16.297" v="135" actId="948"/>
          <ac:spMkLst>
            <pc:docMk/>
            <pc:sldMk cId="536361919" sldId="336"/>
            <ac:spMk id="5" creationId="{F6D139E0-034A-5735-D35D-B04B465158A4}"/>
          </ac:spMkLst>
        </pc:spChg>
      </pc:sldChg>
      <pc:sldChg chg="add">
        <pc:chgData name="faik bilgen" userId="9fcb1696e65a161f" providerId="LiveId" clId="{0C3A4C9E-717D-4ADE-97E0-B0AD580B3355}" dt="2026-01-30T17:25:32.987" v="128" actId="2890"/>
        <pc:sldMkLst>
          <pc:docMk/>
          <pc:sldMk cId="2701909726" sldId="337"/>
        </pc:sldMkLst>
      </pc:sldChg>
      <pc:sldChg chg="addSp delSp modSp add mod">
        <pc:chgData name="faik bilgen" userId="9fcb1696e65a161f" providerId="LiveId" clId="{0C3A4C9E-717D-4ADE-97E0-B0AD580B3355}" dt="2026-01-30T17:41:02.988" v="154" actId="1076"/>
        <pc:sldMkLst>
          <pc:docMk/>
          <pc:sldMk cId="135806490" sldId="338"/>
        </pc:sldMkLst>
        <pc:spChg chg="mod">
          <ac:chgData name="faik bilgen" userId="9fcb1696e65a161f" providerId="LiveId" clId="{0C3A4C9E-717D-4ADE-97E0-B0AD580B3355}" dt="2026-01-30T17:40:54.239" v="152" actId="26606"/>
          <ac:spMkLst>
            <pc:docMk/>
            <pc:sldMk cId="135806490" sldId="338"/>
            <ac:spMk id="2" creationId="{E78A51E0-30D3-15F3-E09B-BB3E3525F586}"/>
          </ac:spMkLst>
        </pc:spChg>
        <pc:spChg chg="add">
          <ac:chgData name="faik bilgen" userId="9fcb1696e65a161f" providerId="LiveId" clId="{0C3A4C9E-717D-4ADE-97E0-B0AD580B3355}" dt="2026-01-30T17:40:54.239" v="152" actId="26606"/>
          <ac:spMkLst>
            <pc:docMk/>
            <pc:sldMk cId="135806490" sldId="338"/>
            <ac:spMk id="21" creationId="{3C54F4CE-85F0-46ED-80DA-9518C9251AD1}"/>
          </ac:spMkLst>
        </pc:spChg>
        <pc:spChg chg="add">
          <ac:chgData name="faik bilgen" userId="9fcb1696e65a161f" providerId="LiveId" clId="{0C3A4C9E-717D-4ADE-97E0-B0AD580B3355}" dt="2026-01-30T17:40:54.239" v="152" actId="26606"/>
          <ac:spMkLst>
            <pc:docMk/>
            <pc:sldMk cId="135806490" sldId="338"/>
            <ac:spMk id="23" creationId="{DADD1FCA-8ACB-4958-81DD-4CDD6D3E1921}"/>
          </ac:spMkLst>
        </pc:spChg>
        <pc:picChg chg="add mod">
          <ac:chgData name="faik bilgen" userId="9fcb1696e65a161f" providerId="LiveId" clId="{0C3A4C9E-717D-4ADE-97E0-B0AD580B3355}" dt="2026-01-30T17:41:02.988" v="154" actId="1076"/>
          <ac:picMkLst>
            <pc:docMk/>
            <pc:sldMk cId="135806490" sldId="338"/>
            <ac:picMk id="3" creationId="{E48548B6-4319-9CBD-10D1-3E5E7044FCA3}"/>
          </ac:picMkLst>
        </pc:picChg>
      </pc:sldChg>
      <pc:sldChg chg="delSp modSp add mod">
        <pc:chgData name="faik bilgen" userId="9fcb1696e65a161f" providerId="LiveId" clId="{0C3A4C9E-717D-4ADE-97E0-B0AD580B3355}" dt="2026-01-30T17:41:20.056" v="155" actId="1076"/>
        <pc:sldMkLst>
          <pc:docMk/>
          <pc:sldMk cId="92938237" sldId="339"/>
        </pc:sldMkLst>
        <pc:picChg chg="mod">
          <ac:chgData name="faik bilgen" userId="9fcb1696e65a161f" providerId="LiveId" clId="{0C3A4C9E-717D-4ADE-97E0-B0AD580B3355}" dt="2026-01-30T17:41:20.056" v="155" actId="1076"/>
          <ac:picMkLst>
            <pc:docMk/>
            <pc:sldMk cId="92938237" sldId="339"/>
            <ac:picMk id="4" creationId="{7659B5B8-3917-0C93-E184-A873DCBEFB06}"/>
          </ac:picMkLst>
        </pc:picChg>
      </pc:sldChg>
      <pc:sldChg chg="addSp modSp add mod">
        <pc:chgData name="faik bilgen" userId="9fcb1696e65a161f" providerId="LiveId" clId="{0C3A4C9E-717D-4ADE-97E0-B0AD580B3355}" dt="2026-01-30T17:48:21.615" v="224" actId="1582"/>
        <pc:sldMkLst>
          <pc:docMk/>
          <pc:sldMk cId="1654889253" sldId="340"/>
        </pc:sldMkLst>
        <pc:spChg chg="mod">
          <ac:chgData name="faik bilgen" userId="9fcb1696e65a161f" providerId="LiveId" clId="{0C3A4C9E-717D-4ADE-97E0-B0AD580B3355}" dt="2026-01-30T17:45:24.027" v="207" actId="20577"/>
          <ac:spMkLst>
            <pc:docMk/>
            <pc:sldMk cId="1654889253" sldId="340"/>
            <ac:spMk id="2" creationId="{559AA2FE-5543-4D36-BD20-231B38D87317}"/>
          </ac:spMkLst>
        </pc:spChg>
        <pc:spChg chg="add mod">
          <ac:chgData name="faik bilgen" userId="9fcb1696e65a161f" providerId="LiveId" clId="{0C3A4C9E-717D-4ADE-97E0-B0AD580B3355}" dt="2026-01-30T17:48:14.942" v="223" actId="113"/>
          <ac:spMkLst>
            <pc:docMk/>
            <pc:sldMk cId="1654889253" sldId="340"/>
            <ac:spMk id="5" creationId="{EBA99622-C327-3E78-4E0C-58DF87778B57}"/>
          </ac:spMkLst>
        </pc:spChg>
        <pc:spChg chg="add mod">
          <ac:chgData name="faik bilgen" userId="9fcb1696e65a161f" providerId="LiveId" clId="{0C3A4C9E-717D-4ADE-97E0-B0AD580B3355}" dt="2026-01-30T17:48:21.615" v="224" actId="1582"/>
          <ac:spMkLst>
            <pc:docMk/>
            <pc:sldMk cId="1654889253" sldId="340"/>
            <ac:spMk id="7" creationId="{FD44D916-CCD7-635E-DECD-5E5FB618B575}"/>
          </ac:spMkLst>
        </pc:spChg>
        <pc:picChg chg="mod">
          <ac:chgData name="faik bilgen" userId="9fcb1696e65a161f" providerId="LiveId" clId="{0C3A4C9E-717D-4ADE-97E0-B0AD580B3355}" dt="2026-01-30T17:45:17.479" v="199" actId="1076"/>
          <ac:picMkLst>
            <pc:docMk/>
            <pc:sldMk cId="1654889253" sldId="340"/>
            <ac:picMk id="4" creationId="{9026C099-3BEA-6133-1B5D-33F7CE134918}"/>
          </ac:picMkLst>
        </pc:picChg>
      </pc:sldChg>
      <pc:sldChg chg="modSp add mod">
        <pc:chgData name="faik bilgen" userId="9fcb1696e65a161f" providerId="LiveId" clId="{0C3A4C9E-717D-4ADE-97E0-B0AD580B3355}" dt="2026-01-30T17:55:17.461" v="251" actId="1076"/>
        <pc:sldMkLst>
          <pc:docMk/>
          <pc:sldMk cId="828659757" sldId="341"/>
        </pc:sldMkLst>
        <pc:spChg chg="mod">
          <ac:chgData name="faik bilgen" userId="9fcb1696e65a161f" providerId="LiveId" clId="{0C3A4C9E-717D-4ADE-97E0-B0AD580B3355}" dt="2026-01-30T17:49:23.393" v="233" actId="20577"/>
          <ac:spMkLst>
            <pc:docMk/>
            <pc:sldMk cId="828659757" sldId="341"/>
            <ac:spMk id="2" creationId="{D030BFB9-626C-3289-6123-FD180342551E}"/>
          </ac:spMkLst>
        </pc:spChg>
        <pc:spChg chg="mod">
          <ac:chgData name="faik bilgen" userId="9fcb1696e65a161f" providerId="LiveId" clId="{0C3A4C9E-717D-4ADE-97E0-B0AD580B3355}" dt="2026-01-30T17:51:27.353" v="247" actId="1076"/>
          <ac:spMkLst>
            <pc:docMk/>
            <pc:sldMk cId="828659757" sldId="341"/>
            <ac:spMk id="5" creationId="{8C1FBF92-86E2-0941-09F3-09705FBB62FD}"/>
          </ac:spMkLst>
        </pc:spChg>
        <pc:spChg chg="mod">
          <ac:chgData name="faik bilgen" userId="9fcb1696e65a161f" providerId="LiveId" clId="{0C3A4C9E-717D-4ADE-97E0-B0AD580B3355}" dt="2026-01-30T17:55:17.461" v="251" actId="1076"/>
          <ac:spMkLst>
            <pc:docMk/>
            <pc:sldMk cId="828659757" sldId="341"/>
            <ac:spMk id="7" creationId="{1E301CB8-AEE0-A868-6370-7A7A70AF8D8E}"/>
          </ac:spMkLst>
        </pc:spChg>
        <pc:picChg chg="mod">
          <ac:chgData name="faik bilgen" userId="9fcb1696e65a161f" providerId="LiveId" clId="{0C3A4C9E-717D-4ADE-97E0-B0AD580B3355}" dt="2026-01-30T17:55:13.819" v="250" actId="1076"/>
          <ac:picMkLst>
            <pc:docMk/>
            <pc:sldMk cId="828659757" sldId="341"/>
            <ac:picMk id="4" creationId="{B5A70D78-E43A-E6AE-B667-38DA71EAC69C}"/>
          </ac:picMkLst>
        </pc:picChg>
      </pc:sldChg>
      <pc:sldChg chg="modSp add mod ord">
        <pc:chgData name="faik bilgen" userId="9fcb1696e65a161f" providerId="LiveId" clId="{0C3A4C9E-717D-4ADE-97E0-B0AD580B3355}" dt="2026-01-31T08:00:51.875" v="271" actId="20577"/>
        <pc:sldMkLst>
          <pc:docMk/>
          <pc:sldMk cId="4072746126" sldId="342"/>
        </pc:sldMkLst>
        <pc:spChg chg="mod">
          <ac:chgData name="faik bilgen" userId="9fcb1696e65a161f" providerId="LiveId" clId="{0C3A4C9E-717D-4ADE-97E0-B0AD580B3355}" dt="2026-01-31T08:00:51.875" v="271" actId="20577"/>
          <ac:spMkLst>
            <pc:docMk/>
            <pc:sldMk cId="4072746126" sldId="342"/>
            <ac:spMk id="3" creationId="{BC78B282-9901-19ED-6305-5FC56BAFE810}"/>
          </ac:spMkLst>
        </pc:spChg>
      </pc:sldChg>
      <pc:sldChg chg="delSp modSp add mod">
        <pc:chgData name="faik bilgen" userId="9fcb1696e65a161f" providerId="LiveId" clId="{0C3A4C9E-717D-4ADE-97E0-B0AD580B3355}" dt="2026-01-31T08:35:12.223" v="302" actId="5793"/>
        <pc:sldMkLst>
          <pc:docMk/>
          <pc:sldMk cId="4108679304" sldId="343"/>
        </pc:sldMkLst>
        <pc:spChg chg="mod">
          <ac:chgData name="faik bilgen" userId="9fcb1696e65a161f" providerId="LiveId" clId="{0C3A4C9E-717D-4ADE-97E0-B0AD580B3355}" dt="2026-01-31T08:18:26" v="281" actId="27636"/>
          <ac:spMkLst>
            <pc:docMk/>
            <pc:sldMk cId="4108679304" sldId="343"/>
            <ac:spMk id="2" creationId="{4A59E5C9-E2B0-BD56-92F8-14384C87CCFB}"/>
          </ac:spMkLst>
        </pc:spChg>
        <pc:spChg chg="mod">
          <ac:chgData name="faik bilgen" userId="9fcb1696e65a161f" providerId="LiveId" clId="{0C3A4C9E-717D-4ADE-97E0-B0AD580B3355}" dt="2026-01-31T08:35:12.223" v="302" actId="5793"/>
          <ac:spMkLst>
            <pc:docMk/>
            <pc:sldMk cId="4108679304" sldId="343"/>
            <ac:spMk id="5" creationId="{4DE0D579-EC61-A3F4-627F-5439D007A6C8}"/>
          </ac:spMkLst>
        </pc:spChg>
      </pc:sldChg>
      <pc:sldChg chg="modSp add mod">
        <pc:chgData name="faik bilgen" userId="9fcb1696e65a161f" providerId="LiveId" clId="{0C3A4C9E-717D-4ADE-97E0-B0AD580B3355}" dt="2026-01-31T08:34:42.143" v="296" actId="948"/>
        <pc:sldMkLst>
          <pc:docMk/>
          <pc:sldMk cId="3643206048" sldId="344"/>
        </pc:sldMkLst>
        <pc:spChg chg="mod">
          <ac:chgData name="faik bilgen" userId="9fcb1696e65a161f" providerId="LiveId" clId="{0C3A4C9E-717D-4ADE-97E0-B0AD580B3355}" dt="2026-01-31T08:30:38.131" v="287"/>
          <ac:spMkLst>
            <pc:docMk/>
            <pc:sldMk cId="3643206048" sldId="344"/>
            <ac:spMk id="2" creationId="{9F570447-B72C-42A4-88FE-7B8ACE4ECC05}"/>
          </ac:spMkLst>
        </pc:spChg>
        <pc:spChg chg="mod">
          <ac:chgData name="faik bilgen" userId="9fcb1696e65a161f" providerId="LiveId" clId="{0C3A4C9E-717D-4ADE-97E0-B0AD580B3355}" dt="2026-01-31T08:34:42.143" v="296" actId="948"/>
          <ac:spMkLst>
            <pc:docMk/>
            <pc:sldMk cId="3643206048" sldId="344"/>
            <ac:spMk id="5" creationId="{8A3040AB-0BC1-9081-82E8-26BF748DC053}"/>
          </ac:spMkLst>
        </pc:spChg>
      </pc:sldChg>
      <pc:sldChg chg="addSp delSp modSp add mod modNotesTx">
        <pc:chgData name="faik bilgen" userId="9fcb1696e65a161f" providerId="LiveId" clId="{0C3A4C9E-717D-4ADE-97E0-B0AD580B3355}" dt="2026-01-31T14:52:36.746" v="378" actId="1076"/>
        <pc:sldMkLst>
          <pc:docMk/>
          <pc:sldMk cId="1205914751" sldId="345"/>
        </pc:sldMkLst>
        <pc:spChg chg="mod">
          <ac:chgData name="faik bilgen" userId="9fcb1696e65a161f" providerId="LiveId" clId="{0C3A4C9E-717D-4ADE-97E0-B0AD580B3355}" dt="2026-01-31T09:45:24.763" v="347" actId="14100"/>
          <ac:spMkLst>
            <pc:docMk/>
            <pc:sldMk cId="1205914751" sldId="345"/>
            <ac:spMk id="2" creationId="{793378AE-8FCE-A5A8-DD35-4D06D33F93C6}"/>
          </ac:spMkLst>
        </pc:spChg>
        <pc:spChg chg="add mod">
          <ac:chgData name="faik bilgen" userId="9fcb1696e65a161f" providerId="LiveId" clId="{0C3A4C9E-717D-4ADE-97E0-B0AD580B3355}" dt="2026-01-31T14:52:36.746" v="378" actId="1076"/>
          <ac:spMkLst>
            <pc:docMk/>
            <pc:sldMk cId="1205914751" sldId="345"/>
            <ac:spMk id="6" creationId="{744641AD-F4F1-55EA-C035-7656B4F0E109}"/>
          </ac:spMkLst>
        </pc:spChg>
      </pc:sldChg>
      <pc:sldChg chg="modSp add mod ord">
        <pc:chgData name="faik bilgen" userId="9fcb1696e65a161f" providerId="LiveId" clId="{0C3A4C9E-717D-4ADE-97E0-B0AD580B3355}" dt="2026-01-31T11:06:36.104" v="377" actId="20577"/>
        <pc:sldMkLst>
          <pc:docMk/>
          <pc:sldMk cId="1887624242" sldId="346"/>
        </pc:sldMkLst>
        <pc:spChg chg="mod">
          <ac:chgData name="faik bilgen" userId="9fcb1696e65a161f" providerId="LiveId" clId="{0C3A4C9E-717D-4ADE-97E0-B0AD580B3355}" dt="2026-01-31T11:06:36.104" v="377" actId="20577"/>
          <ac:spMkLst>
            <pc:docMk/>
            <pc:sldMk cId="1887624242" sldId="346"/>
            <ac:spMk id="3" creationId="{07C84B12-D4D1-EF1F-EF5C-D29CB39292A5}"/>
          </ac:spMkLst>
        </pc:spChg>
      </pc:sldChg>
      <pc:sldChg chg="modSp add ord">
        <pc:chgData name="faik bilgen" userId="9fcb1696e65a161f" providerId="LiveId" clId="{0C3A4C9E-717D-4ADE-97E0-B0AD580B3355}" dt="2026-01-31T14:54:23.203" v="409" actId="20577"/>
        <pc:sldMkLst>
          <pc:docMk/>
          <pc:sldMk cId="1367199124" sldId="347"/>
        </pc:sldMkLst>
        <pc:spChg chg="mod">
          <ac:chgData name="faik bilgen" userId="9fcb1696e65a161f" providerId="LiveId" clId="{0C3A4C9E-717D-4ADE-97E0-B0AD580B3355}" dt="2026-01-31T14:54:23.203" v="409" actId="20577"/>
          <ac:spMkLst>
            <pc:docMk/>
            <pc:sldMk cId="1367199124" sldId="347"/>
            <ac:spMk id="2" creationId="{360777BE-C730-F57D-D724-AEDD9FC64B81}"/>
          </ac:spMkLst>
        </pc:spChg>
      </pc:sldChg>
      <pc:sldChg chg="modSp add ord modNotesTx">
        <pc:chgData name="faik bilgen" userId="9fcb1696e65a161f" providerId="LiveId" clId="{0C3A4C9E-717D-4ADE-97E0-B0AD580B3355}" dt="2026-02-01T08:33:00.367" v="649"/>
        <pc:sldMkLst>
          <pc:docMk/>
          <pc:sldMk cId="779705342" sldId="348"/>
        </pc:sldMkLst>
        <pc:spChg chg="mod">
          <ac:chgData name="faik bilgen" userId="9fcb1696e65a161f" providerId="LiveId" clId="{0C3A4C9E-717D-4ADE-97E0-B0AD580B3355}" dt="2026-01-31T14:55:35.850" v="431" actId="20577"/>
          <ac:spMkLst>
            <pc:docMk/>
            <pc:sldMk cId="779705342" sldId="348"/>
            <ac:spMk id="2" creationId="{67E3A3B9-A510-E0C2-CF6C-5FEB0F97C91C}"/>
          </ac:spMkLst>
        </pc:spChg>
      </pc:sldChg>
      <pc:sldChg chg="addSp delSp modSp add mod ord modNotesTx">
        <pc:chgData name="faik bilgen" userId="9fcb1696e65a161f" providerId="LiveId" clId="{0C3A4C9E-717D-4ADE-97E0-B0AD580B3355}" dt="2026-02-01T08:32:56.493" v="648"/>
        <pc:sldMkLst>
          <pc:docMk/>
          <pc:sldMk cId="2326988816" sldId="349"/>
        </pc:sldMkLst>
        <pc:spChg chg="mod">
          <ac:chgData name="faik bilgen" userId="9fcb1696e65a161f" providerId="LiveId" clId="{0C3A4C9E-717D-4ADE-97E0-B0AD580B3355}" dt="2026-02-01T08:20:29.859" v="457" actId="20577"/>
          <ac:spMkLst>
            <pc:docMk/>
            <pc:sldMk cId="2326988816" sldId="349"/>
            <ac:spMk id="2" creationId="{D15BFB10-3DBF-59C4-D00A-EB86F813C9ED}"/>
          </ac:spMkLst>
        </pc:spChg>
        <pc:spChg chg="add mod">
          <ac:chgData name="faik bilgen" userId="9fcb1696e65a161f" providerId="LiveId" clId="{0C3A4C9E-717D-4ADE-97E0-B0AD580B3355}" dt="2026-02-01T08:20:58.286" v="462" actId="1076"/>
          <ac:spMkLst>
            <pc:docMk/>
            <pc:sldMk cId="2326988816" sldId="349"/>
            <ac:spMk id="6" creationId="{EB11C1C7-5D14-8EAF-7FB0-670E96943187}"/>
          </ac:spMkLst>
        </pc:spChg>
      </pc:sldChg>
      <pc:sldChg chg="addSp delSp modSp new mod modNotesTx">
        <pc:chgData name="faik bilgen" userId="9fcb1696e65a161f" providerId="LiveId" clId="{0C3A4C9E-717D-4ADE-97E0-B0AD580B3355}" dt="2026-02-01T08:35:02.925" v="655" actId="14100"/>
        <pc:sldMkLst>
          <pc:docMk/>
          <pc:sldMk cId="1116948988" sldId="351"/>
        </pc:sldMkLst>
        <pc:spChg chg="mod">
          <ac:chgData name="faik bilgen" userId="9fcb1696e65a161f" providerId="LiveId" clId="{0C3A4C9E-717D-4ADE-97E0-B0AD580B3355}" dt="2026-02-01T08:29:32.779" v="628" actId="122"/>
          <ac:spMkLst>
            <pc:docMk/>
            <pc:sldMk cId="1116948988" sldId="351"/>
            <ac:spMk id="2" creationId="{4250DB7B-7DB4-A2A4-D66B-86E26005FB6C}"/>
          </ac:spMkLst>
        </pc:spChg>
        <pc:spChg chg="add mod">
          <ac:chgData name="faik bilgen" userId="9fcb1696e65a161f" providerId="LiveId" clId="{0C3A4C9E-717D-4ADE-97E0-B0AD580B3355}" dt="2026-02-01T08:29:46.569" v="643" actId="1036"/>
          <ac:spMkLst>
            <pc:docMk/>
            <pc:sldMk cId="1116948988" sldId="351"/>
            <ac:spMk id="6" creationId="{51962298-C62F-C381-FFDC-27FB13361577}"/>
          </ac:spMkLst>
        </pc:spChg>
        <pc:spChg chg="add mod">
          <ac:chgData name="faik bilgen" userId="9fcb1696e65a161f" providerId="LiveId" clId="{0C3A4C9E-717D-4ADE-97E0-B0AD580B3355}" dt="2026-02-01T08:29:46.569" v="643" actId="1036"/>
          <ac:spMkLst>
            <pc:docMk/>
            <pc:sldMk cId="1116948988" sldId="351"/>
            <ac:spMk id="7" creationId="{C6A69569-8063-2D37-C82F-5B9A541D294B}"/>
          </ac:spMkLst>
        </pc:spChg>
        <pc:picChg chg="add mod">
          <ac:chgData name="faik bilgen" userId="9fcb1696e65a161f" providerId="LiveId" clId="{0C3A4C9E-717D-4ADE-97E0-B0AD580B3355}" dt="2026-02-01T08:29:46.569" v="643" actId="1036"/>
          <ac:picMkLst>
            <pc:docMk/>
            <pc:sldMk cId="1116948988" sldId="351"/>
            <ac:picMk id="9" creationId="{121BF72B-A80D-5CE5-FF7E-30015C5A1941}"/>
          </ac:picMkLst>
        </pc:picChg>
        <pc:picChg chg="add mod">
          <ac:chgData name="faik bilgen" userId="9fcb1696e65a161f" providerId="LiveId" clId="{0C3A4C9E-717D-4ADE-97E0-B0AD580B3355}" dt="2026-02-01T08:35:02.925" v="655" actId="14100"/>
          <ac:picMkLst>
            <pc:docMk/>
            <pc:sldMk cId="1116948988" sldId="351"/>
            <ac:picMk id="13" creationId="{55B00BEE-AE10-9061-AEFE-04D6BC585498}"/>
          </ac:picMkLst>
        </pc:picChg>
      </pc:sldChg>
      <pc:sldChg chg="addSp delSp modSp add mod ord modNotesTx">
        <pc:chgData name="faik bilgen" userId="9fcb1696e65a161f" providerId="LiveId" clId="{0C3A4C9E-717D-4ADE-97E0-B0AD580B3355}" dt="2026-02-01T10:58:47.516" v="712" actId="20577"/>
        <pc:sldMkLst>
          <pc:docMk/>
          <pc:sldMk cId="3353774774" sldId="352"/>
        </pc:sldMkLst>
        <pc:picChg chg="add mod">
          <ac:chgData name="faik bilgen" userId="9fcb1696e65a161f" providerId="LiveId" clId="{0C3A4C9E-717D-4ADE-97E0-B0AD580B3355}" dt="2026-02-01T10:57:07.830" v="659" actId="1076"/>
          <ac:picMkLst>
            <pc:docMk/>
            <pc:sldMk cId="3353774774" sldId="352"/>
            <ac:picMk id="3" creationId="{AA306F8E-79FA-61F8-B6C4-2DF5EE7EA42D}"/>
          </ac:picMkLst>
        </pc:picChg>
      </pc:sldChg>
      <pc:sldChg chg="modSp add mod ord">
        <pc:chgData name="faik bilgen" userId="9fcb1696e65a161f" providerId="LiveId" clId="{0C3A4C9E-717D-4ADE-97E0-B0AD580B3355}" dt="2026-02-01T10:57:57.923" v="701" actId="20577"/>
        <pc:sldMkLst>
          <pc:docMk/>
          <pc:sldMk cId="2369580611" sldId="353"/>
        </pc:sldMkLst>
        <pc:spChg chg="mod">
          <ac:chgData name="faik bilgen" userId="9fcb1696e65a161f" providerId="LiveId" clId="{0C3A4C9E-717D-4ADE-97E0-B0AD580B3355}" dt="2026-02-01T10:57:57.923" v="701" actId="20577"/>
          <ac:spMkLst>
            <pc:docMk/>
            <pc:sldMk cId="2369580611" sldId="353"/>
            <ac:spMk id="3" creationId="{9E90C9C5-6EFA-6BA1-9740-4B4F562E2F29}"/>
          </ac:spMkLst>
        </pc:spChg>
      </pc:sldChg>
      <pc:sldChg chg="modSp add mod">
        <pc:chgData name="faik bilgen" userId="9fcb1696e65a161f" providerId="LiveId" clId="{0C3A4C9E-717D-4ADE-97E0-B0AD580B3355}" dt="2026-02-01T10:58:06.812" v="709" actId="20577"/>
        <pc:sldMkLst>
          <pc:docMk/>
          <pc:sldMk cId="3900139440" sldId="354"/>
        </pc:sldMkLst>
        <pc:spChg chg="mod">
          <ac:chgData name="faik bilgen" userId="9fcb1696e65a161f" providerId="LiveId" clId="{0C3A4C9E-717D-4ADE-97E0-B0AD580B3355}" dt="2026-02-01T10:58:06.812" v="709" actId="20577"/>
          <ac:spMkLst>
            <pc:docMk/>
            <pc:sldMk cId="3900139440" sldId="354"/>
            <ac:spMk id="3" creationId="{19D6F6E5-3DE3-14B1-716A-EAACA99BBBDB}"/>
          </ac:spMkLst>
        </pc:spChg>
      </pc:sldChg>
      <pc:sldChg chg="addSp delSp modSp add mod">
        <pc:chgData name="faik bilgen" userId="9fcb1696e65a161f" providerId="LiveId" clId="{0C3A4C9E-717D-4ADE-97E0-B0AD580B3355}" dt="2026-02-03T05:55:33.579" v="739" actId="1076"/>
        <pc:sldMkLst>
          <pc:docMk/>
          <pc:sldMk cId="598411799" sldId="355"/>
        </pc:sldMkLst>
        <pc:spChg chg="add mod">
          <ac:chgData name="faik bilgen" userId="9fcb1696e65a161f" providerId="LiveId" clId="{0C3A4C9E-717D-4ADE-97E0-B0AD580B3355}" dt="2026-02-01T12:26:12.323" v="722" actId="1582"/>
          <ac:spMkLst>
            <pc:docMk/>
            <pc:sldMk cId="598411799" sldId="355"/>
            <ac:spMk id="5" creationId="{34CEEA30-4F30-3A6E-8EBE-6FA7DE09DE62}"/>
          </ac:spMkLst>
        </pc:spChg>
        <pc:spChg chg="add mod">
          <ac:chgData name="faik bilgen" userId="9fcb1696e65a161f" providerId="LiveId" clId="{0C3A4C9E-717D-4ADE-97E0-B0AD580B3355}" dt="2026-02-03T05:19:51.781" v="738" actId="14100"/>
          <ac:spMkLst>
            <pc:docMk/>
            <pc:sldMk cId="598411799" sldId="355"/>
            <ac:spMk id="9" creationId="{112AF880-7FB9-8835-23A6-A9B3D1FC6A3A}"/>
          </ac:spMkLst>
        </pc:spChg>
        <pc:picChg chg="add mod">
          <ac:chgData name="faik bilgen" userId="9fcb1696e65a161f" providerId="LiveId" clId="{0C3A4C9E-717D-4ADE-97E0-B0AD580B3355}" dt="2026-02-01T12:25:38.085" v="718" actId="14100"/>
          <ac:picMkLst>
            <pc:docMk/>
            <pc:sldMk cId="598411799" sldId="355"/>
            <ac:picMk id="4" creationId="{255FF1FD-7E43-9ABF-8AED-2BFCB1B32DAA}"/>
          </ac:picMkLst>
        </pc:picChg>
        <pc:picChg chg="add mod">
          <ac:chgData name="faik bilgen" userId="9fcb1696e65a161f" providerId="LiveId" clId="{0C3A4C9E-717D-4ADE-97E0-B0AD580B3355}" dt="2026-02-03T05:55:33.579" v="739" actId="1076"/>
          <ac:picMkLst>
            <pc:docMk/>
            <pc:sldMk cId="598411799" sldId="355"/>
            <ac:picMk id="8" creationId="{6513F218-2616-A8EB-2841-5820810BA314}"/>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3ADA56-F335-42A3-B626-59F513015A5C}" type="datetimeFigureOut">
              <a:rPr lang="en-US" smtClean="0"/>
              <a:t>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5585562-E4A3-4817-8CCA-C95F0C79664B}" type="slidenum">
              <a:rPr lang="en-US" smtClean="0"/>
              <a:t>‹#›</a:t>
            </a:fld>
            <a:endParaRPr lang="en-US"/>
          </a:p>
        </p:txBody>
      </p:sp>
    </p:spTree>
    <p:extLst>
      <p:ext uri="{BB962C8B-B14F-4D97-AF65-F5344CB8AC3E}">
        <p14:creationId xmlns:p14="http://schemas.microsoft.com/office/powerpoint/2010/main" val="1729342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https://learn.microsoft.com/en-us/azure/aks/reliability-zone-resiliency-recommendations </a:t>
            </a:r>
          </a:p>
        </p:txBody>
      </p:sp>
      <p:sp>
        <p:nvSpPr>
          <p:cNvPr id="4" name="Slide Number Placeholder 3"/>
          <p:cNvSpPr>
            <a:spLocks noGrp="1"/>
          </p:cNvSpPr>
          <p:nvPr>
            <p:ph type="sldNum" sz="quarter" idx="5"/>
          </p:nvPr>
        </p:nvSpPr>
        <p:spPr/>
        <p:txBody>
          <a:bodyPr/>
          <a:lstStyle/>
          <a:p>
            <a:fld id="{45585562-E4A3-4817-8CCA-C95F0C79664B}" type="slidenum">
              <a:rPr lang="en-US" smtClean="0"/>
              <a:t>25</a:t>
            </a:fld>
            <a:endParaRPr lang="en-US"/>
          </a:p>
        </p:txBody>
      </p:sp>
    </p:spTree>
    <p:extLst>
      <p:ext uri="{BB962C8B-B14F-4D97-AF65-F5344CB8AC3E}">
        <p14:creationId xmlns:p14="http://schemas.microsoft.com/office/powerpoint/2010/main" val="122987952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https://learn.microsoft.com/en-us/azure/aks/private-clusters</a:t>
            </a:r>
          </a:p>
        </p:txBody>
      </p:sp>
      <p:sp>
        <p:nvSpPr>
          <p:cNvPr id="4" name="Slide Number Placeholder 3"/>
          <p:cNvSpPr>
            <a:spLocks noGrp="1"/>
          </p:cNvSpPr>
          <p:nvPr>
            <p:ph type="sldNum" sz="quarter" idx="5"/>
          </p:nvPr>
        </p:nvSpPr>
        <p:spPr/>
        <p:txBody>
          <a:bodyPr/>
          <a:lstStyle/>
          <a:p>
            <a:fld id="{45585562-E4A3-4817-8CCA-C95F0C79664B}" type="slidenum">
              <a:rPr lang="en-US" smtClean="0"/>
              <a:t>27</a:t>
            </a:fld>
            <a:endParaRPr lang="en-US"/>
          </a:p>
        </p:txBody>
      </p:sp>
    </p:spTree>
    <p:extLst>
      <p:ext uri="{BB962C8B-B14F-4D97-AF65-F5344CB8AC3E}">
        <p14:creationId xmlns:p14="http://schemas.microsoft.com/office/powerpoint/2010/main" val="15567656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B8FB6-5217-A4AF-4ABB-FDF33EEBF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D52B68-4C1B-E37C-BAFC-458F899672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C231-9ADE-D902-2309-3805B682E9AD}"/>
              </a:ext>
            </a:extLst>
          </p:cNvPr>
          <p:cNvSpPr>
            <a:spLocks noGrp="1"/>
          </p:cNvSpPr>
          <p:nvPr>
            <p:ph type="body" idx="1"/>
          </p:nvPr>
        </p:nvSpPr>
        <p:spPr/>
        <p:txBody>
          <a:bodyPr/>
          <a:lstStyle/>
          <a:p>
            <a:r>
              <a:rPr lang="en-US"/>
              <a:t>https://samcogan.com/accessing-a-private-aks-cluster-with-additional-private-endpoints/ </a:t>
            </a:r>
            <a:endParaRPr lang="en-US" dirty="0"/>
          </a:p>
        </p:txBody>
      </p:sp>
      <p:sp>
        <p:nvSpPr>
          <p:cNvPr id="4" name="Slide Number Placeholder 3">
            <a:extLst>
              <a:ext uri="{FF2B5EF4-FFF2-40B4-BE49-F238E27FC236}">
                <a16:creationId xmlns:a16="http://schemas.microsoft.com/office/drawing/2014/main" id="{7E38962B-FF0C-BCD3-99D4-0665C4F11F74}"/>
              </a:ext>
            </a:extLst>
          </p:cNvPr>
          <p:cNvSpPr>
            <a:spLocks noGrp="1"/>
          </p:cNvSpPr>
          <p:nvPr>
            <p:ph type="sldNum" sz="quarter" idx="5"/>
          </p:nvPr>
        </p:nvSpPr>
        <p:spPr/>
        <p:txBody>
          <a:bodyPr/>
          <a:lstStyle/>
          <a:p>
            <a:fld id="{45585562-E4A3-4817-8CCA-C95F0C79664B}" type="slidenum">
              <a:rPr lang="en-US" smtClean="0"/>
              <a:t>28</a:t>
            </a:fld>
            <a:endParaRPr lang="en-US"/>
          </a:p>
        </p:txBody>
      </p:sp>
    </p:spTree>
    <p:extLst>
      <p:ext uri="{BB962C8B-B14F-4D97-AF65-F5344CB8AC3E}">
        <p14:creationId xmlns:p14="http://schemas.microsoft.com/office/powerpoint/2010/main" val="18246865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https://learn.microsoft.com/en-us/azure/aks/private-clusters</a:t>
            </a:r>
          </a:p>
        </p:txBody>
      </p:sp>
      <p:sp>
        <p:nvSpPr>
          <p:cNvPr id="4" name="Slide Number Placeholder 3"/>
          <p:cNvSpPr>
            <a:spLocks noGrp="1"/>
          </p:cNvSpPr>
          <p:nvPr>
            <p:ph type="sldNum" sz="quarter" idx="5"/>
          </p:nvPr>
        </p:nvSpPr>
        <p:spPr/>
        <p:txBody>
          <a:bodyPr/>
          <a:lstStyle/>
          <a:p>
            <a:fld id="{45585562-E4A3-4817-8CCA-C95F0C79664B}" type="slidenum">
              <a:rPr lang="en-US" smtClean="0"/>
              <a:t>29</a:t>
            </a:fld>
            <a:endParaRPr lang="en-US"/>
          </a:p>
        </p:txBody>
      </p:sp>
    </p:spTree>
    <p:extLst>
      <p:ext uri="{BB962C8B-B14F-4D97-AF65-F5344CB8AC3E}">
        <p14:creationId xmlns:p14="http://schemas.microsoft.com/office/powerpoint/2010/main" val="22489675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https://learn.microsoft.com/en-us/azure/aks/private-clusters </a:t>
            </a:r>
          </a:p>
        </p:txBody>
      </p:sp>
      <p:sp>
        <p:nvSpPr>
          <p:cNvPr id="4" name="Slide Number Placeholder 3"/>
          <p:cNvSpPr>
            <a:spLocks noGrp="1"/>
          </p:cNvSpPr>
          <p:nvPr>
            <p:ph type="sldNum" sz="quarter" idx="5"/>
          </p:nvPr>
        </p:nvSpPr>
        <p:spPr/>
        <p:txBody>
          <a:bodyPr/>
          <a:lstStyle/>
          <a:p>
            <a:fld id="{45585562-E4A3-4817-8CCA-C95F0C79664B}" type="slidenum">
              <a:rPr lang="en-US" smtClean="0"/>
              <a:t>30</a:t>
            </a:fld>
            <a:endParaRPr lang="en-US"/>
          </a:p>
        </p:txBody>
      </p:sp>
    </p:spTree>
    <p:extLst>
      <p:ext uri="{BB962C8B-B14F-4D97-AF65-F5344CB8AC3E}">
        <p14:creationId xmlns:p14="http://schemas.microsoft.com/office/powerpoint/2010/main" val="17770423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A7A90-E13F-8B9C-32F9-E7163AEC32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F31702-C8D9-18C3-7DFC-F763F3B1B0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464B53-5E1E-B6CF-F3E6-B11E53B3275D}"/>
              </a:ext>
            </a:extLst>
          </p:cNvPr>
          <p:cNvSpPr>
            <a:spLocks noGrp="1"/>
          </p:cNvSpPr>
          <p:nvPr>
            <p:ph type="body" idx="1"/>
          </p:nvPr>
        </p:nvSpPr>
        <p:spPr/>
        <p:txBody>
          <a:bodyPr/>
          <a:lstStyle/>
          <a:p>
            <a:r>
              <a:rPr lang="en-US" dirty="0"/>
              <a:t>https://learn.microsoft.com/en-us/azure/aks/private-clusters </a:t>
            </a:r>
          </a:p>
        </p:txBody>
      </p:sp>
      <p:sp>
        <p:nvSpPr>
          <p:cNvPr id="4" name="Slide Number Placeholder 3">
            <a:extLst>
              <a:ext uri="{FF2B5EF4-FFF2-40B4-BE49-F238E27FC236}">
                <a16:creationId xmlns:a16="http://schemas.microsoft.com/office/drawing/2014/main" id="{F4449873-2F46-5528-A662-79E58649B3DB}"/>
              </a:ext>
            </a:extLst>
          </p:cNvPr>
          <p:cNvSpPr>
            <a:spLocks noGrp="1"/>
          </p:cNvSpPr>
          <p:nvPr>
            <p:ph type="sldNum" sz="quarter" idx="5"/>
          </p:nvPr>
        </p:nvSpPr>
        <p:spPr/>
        <p:txBody>
          <a:bodyPr/>
          <a:lstStyle/>
          <a:p>
            <a:fld id="{45585562-E4A3-4817-8CCA-C95F0C79664B}" type="slidenum">
              <a:rPr lang="en-US" smtClean="0"/>
              <a:t>31</a:t>
            </a:fld>
            <a:endParaRPr lang="en-US"/>
          </a:p>
        </p:txBody>
      </p:sp>
    </p:spTree>
    <p:extLst>
      <p:ext uri="{BB962C8B-B14F-4D97-AF65-F5344CB8AC3E}">
        <p14:creationId xmlns:p14="http://schemas.microsoft.com/office/powerpoint/2010/main" val="4158415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6A34B-86C2-4B9A-E049-A7999696B38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FF2A1E0-77B8-6EC6-6E0C-9BBF3BF239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1F7B94E-F250-D327-1EE5-0085397A3BD7}"/>
              </a:ext>
            </a:extLst>
          </p:cNvPr>
          <p:cNvSpPr>
            <a:spLocks noGrp="1"/>
          </p:cNvSpPr>
          <p:nvPr>
            <p:ph type="dt" sz="half" idx="10"/>
          </p:nvPr>
        </p:nvSpPr>
        <p:spPr/>
        <p:txBody>
          <a:bodyPr/>
          <a:lstStyle/>
          <a:p>
            <a:fld id="{B616CDE8-C118-489E-BA54-73CDE3A64F8D}" type="datetimeFigureOut">
              <a:rPr lang="en-US" smtClean="0"/>
              <a:t>2/3/2026</a:t>
            </a:fld>
            <a:endParaRPr lang="en-US"/>
          </a:p>
        </p:txBody>
      </p:sp>
      <p:sp>
        <p:nvSpPr>
          <p:cNvPr id="5" name="Footer Placeholder 4">
            <a:extLst>
              <a:ext uri="{FF2B5EF4-FFF2-40B4-BE49-F238E27FC236}">
                <a16:creationId xmlns:a16="http://schemas.microsoft.com/office/drawing/2014/main" id="{9855A3B3-8604-CD23-DA2D-DC30111758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8B24D3-307C-9F93-624A-33DC8F55B7AC}"/>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34900665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03DEA-F352-7B57-704D-A61BFE9FDAC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ECAF24F-A7C5-8EB2-B033-E1D3DF75B52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C18354-1D84-3D8F-6D6C-1CD623E69466}"/>
              </a:ext>
            </a:extLst>
          </p:cNvPr>
          <p:cNvSpPr>
            <a:spLocks noGrp="1"/>
          </p:cNvSpPr>
          <p:nvPr>
            <p:ph type="dt" sz="half" idx="10"/>
          </p:nvPr>
        </p:nvSpPr>
        <p:spPr/>
        <p:txBody>
          <a:bodyPr/>
          <a:lstStyle/>
          <a:p>
            <a:fld id="{B616CDE8-C118-489E-BA54-73CDE3A64F8D}" type="datetimeFigureOut">
              <a:rPr lang="en-US" smtClean="0"/>
              <a:t>2/3/2026</a:t>
            </a:fld>
            <a:endParaRPr lang="en-US"/>
          </a:p>
        </p:txBody>
      </p:sp>
      <p:sp>
        <p:nvSpPr>
          <p:cNvPr id="5" name="Footer Placeholder 4">
            <a:extLst>
              <a:ext uri="{FF2B5EF4-FFF2-40B4-BE49-F238E27FC236}">
                <a16:creationId xmlns:a16="http://schemas.microsoft.com/office/drawing/2014/main" id="{093AF227-ED5D-CCD8-63DA-0B6A2769E0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9476D9-CAAE-28DA-65BC-6EE0F7667904}"/>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2173646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BA5AB3-9003-7EBF-20A1-8DB2F0074A4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307F891-5625-7F4D-E283-05924EBAFB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8884EBC-964C-613A-584C-BEDBE0DD7773}"/>
              </a:ext>
            </a:extLst>
          </p:cNvPr>
          <p:cNvSpPr>
            <a:spLocks noGrp="1"/>
          </p:cNvSpPr>
          <p:nvPr>
            <p:ph type="dt" sz="half" idx="10"/>
          </p:nvPr>
        </p:nvSpPr>
        <p:spPr/>
        <p:txBody>
          <a:bodyPr/>
          <a:lstStyle/>
          <a:p>
            <a:fld id="{B616CDE8-C118-489E-BA54-73CDE3A64F8D}" type="datetimeFigureOut">
              <a:rPr lang="en-US" smtClean="0"/>
              <a:t>2/3/2026</a:t>
            </a:fld>
            <a:endParaRPr lang="en-US"/>
          </a:p>
        </p:txBody>
      </p:sp>
      <p:sp>
        <p:nvSpPr>
          <p:cNvPr id="5" name="Footer Placeholder 4">
            <a:extLst>
              <a:ext uri="{FF2B5EF4-FFF2-40B4-BE49-F238E27FC236}">
                <a16:creationId xmlns:a16="http://schemas.microsoft.com/office/drawing/2014/main" id="{77440452-00F4-4CB1-BC44-FCB83C1EF4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73992D-65CB-3BE4-7968-899BA2D26E3A}"/>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39921058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AE6E7-AA00-71A9-81B0-9555C70252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4988D0F-7C67-32FC-A6B7-A2A41BDE46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D604619-74BA-B8CB-310A-49FC55DAA1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37096F6-EE6A-CE1F-901B-67D80AD30D84}"/>
              </a:ext>
            </a:extLst>
          </p:cNvPr>
          <p:cNvSpPr>
            <a:spLocks noGrp="1"/>
          </p:cNvSpPr>
          <p:nvPr>
            <p:ph type="dt" sz="half" idx="10"/>
          </p:nvPr>
        </p:nvSpPr>
        <p:spPr/>
        <p:txBody>
          <a:bodyPr/>
          <a:lstStyle/>
          <a:p>
            <a:fld id="{B616CDE8-C118-489E-BA54-73CDE3A64F8D}" type="datetimeFigureOut">
              <a:rPr lang="en-US" smtClean="0"/>
              <a:t>2/3/2026</a:t>
            </a:fld>
            <a:endParaRPr lang="en-US"/>
          </a:p>
        </p:txBody>
      </p:sp>
      <p:sp>
        <p:nvSpPr>
          <p:cNvPr id="6" name="Footer Placeholder 5">
            <a:extLst>
              <a:ext uri="{FF2B5EF4-FFF2-40B4-BE49-F238E27FC236}">
                <a16:creationId xmlns:a16="http://schemas.microsoft.com/office/drawing/2014/main" id="{06E9C370-7116-4B19-F5C1-6077490871B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086AB62-152A-FC09-9743-E156C7FA52B1}"/>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10307313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DB3031-7FCF-143D-A9D6-6121E5EAD70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D6FBCFE-6C36-D17B-F9F9-8E3AC16463D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A0B7D24-899C-1692-835A-2FBF6F9BAE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D7D9385-099B-594D-214D-C5BDFD4D1B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A35A9F3-1C61-C023-A7EC-1001809B9E2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A01E915-0AE5-6F72-9D35-8B99DD40D23E}"/>
              </a:ext>
            </a:extLst>
          </p:cNvPr>
          <p:cNvSpPr>
            <a:spLocks noGrp="1"/>
          </p:cNvSpPr>
          <p:nvPr>
            <p:ph type="dt" sz="half" idx="10"/>
          </p:nvPr>
        </p:nvSpPr>
        <p:spPr/>
        <p:txBody>
          <a:bodyPr/>
          <a:lstStyle/>
          <a:p>
            <a:fld id="{B616CDE8-C118-489E-BA54-73CDE3A64F8D}" type="datetimeFigureOut">
              <a:rPr lang="en-US" smtClean="0"/>
              <a:t>2/3/2026</a:t>
            </a:fld>
            <a:endParaRPr lang="en-US"/>
          </a:p>
        </p:txBody>
      </p:sp>
      <p:sp>
        <p:nvSpPr>
          <p:cNvPr id="8" name="Footer Placeholder 7">
            <a:extLst>
              <a:ext uri="{FF2B5EF4-FFF2-40B4-BE49-F238E27FC236}">
                <a16:creationId xmlns:a16="http://schemas.microsoft.com/office/drawing/2014/main" id="{FCCD64AF-B2AE-13BA-8854-9346BA3BFC0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D03D030-EE0C-A44F-6916-C1BE5089CACD}"/>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31502318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A26D9-7043-2A71-65BC-E123263E162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F05A6B-D131-9EAD-5387-C8DFB094179E}"/>
              </a:ext>
            </a:extLst>
          </p:cNvPr>
          <p:cNvSpPr>
            <a:spLocks noGrp="1"/>
          </p:cNvSpPr>
          <p:nvPr>
            <p:ph type="dt" sz="half" idx="10"/>
          </p:nvPr>
        </p:nvSpPr>
        <p:spPr/>
        <p:txBody>
          <a:bodyPr/>
          <a:lstStyle/>
          <a:p>
            <a:fld id="{B616CDE8-C118-489E-BA54-73CDE3A64F8D}" type="datetimeFigureOut">
              <a:rPr lang="en-US" smtClean="0"/>
              <a:t>2/3/2026</a:t>
            </a:fld>
            <a:endParaRPr lang="en-US"/>
          </a:p>
        </p:txBody>
      </p:sp>
      <p:sp>
        <p:nvSpPr>
          <p:cNvPr id="4" name="Footer Placeholder 3">
            <a:extLst>
              <a:ext uri="{FF2B5EF4-FFF2-40B4-BE49-F238E27FC236}">
                <a16:creationId xmlns:a16="http://schemas.microsoft.com/office/drawing/2014/main" id="{A6FA88BA-FAE7-1B6C-8C58-7099F93B099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7557743-F2E8-AA2A-17CC-01D9D2883D61}"/>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1273417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32D2D3-7F1B-ED8A-95D6-096204364B5A}"/>
              </a:ext>
            </a:extLst>
          </p:cNvPr>
          <p:cNvSpPr>
            <a:spLocks noGrp="1"/>
          </p:cNvSpPr>
          <p:nvPr>
            <p:ph type="dt" sz="half" idx="10"/>
          </p:nvPr>
        </p:nvSpPr>
        <p:spPr/>
        <p:txBody>
          <a:bodyPr/>
          <a:lstStyle/>
          <a:p>
            <a:fld id="{B616CDE8-C118-489E-BA54-73CDE3A64F8D}" type="datetimeFigureOut">
              <a:rPr lang="en-US" smtClean="0"/>
              <a:t>2/3/2026</a:t>
            </a:fld>
            <a:endParaRPr lang="en-US"/>
          </a:p>
        </p:txBody>
      </p:sp>
      <p:sp>
        <p:nvSpPr>
          <p:cNvPr id="3" name="Footer Placeholder 2">
            <a:extLst>
              <a:ext uri="{FF2B5EF4-FFF2-40B4-BE49-F238E27FC236}">
                <a16:creationId xmlns:a16="http://schemas.microsoft.com/office/drawing/2014/main" id="{03DD624C-87E5-F6B8-F0F3-B95EDF5DDA0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70985AD-E600-401B-F193-BBF752E64E8D}"/>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23095149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D3698-550D-B7B0-C20C-3C6AD31BCDD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DE968E9-9927-700C-18A6-AA6F2AECDE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297E32C-57E1-369E-1E9E-EB30847A94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EFE8C3-FE13-57C6-5BD1-4EB2E6761B7A}"/>
              </a:ext>
            </a:extLst>
          </p:cNvPr>
          <p:cNvSpPr>
            <a:spLocks noGrp="1"/>
          </p:cNvSpPr>
          <p:nvPr>
            <p:ph type="dt" sz="half" idx="10"/>
          </p:nvPr>
        </p:nvSpPr>
        <p:spPr/>
        <p:txBody>
          <a:bodyPr/>
          <a:lstStyle/>
          <a:p>
            <a:fld id="{B616CDE8-C118-489E-BA54-73CDE3A64F8D}" type="datetimeFigureOut">
              <a:rPr lang="en-US" smtClean="0"/>
              <a:t>2/3/2026</a:t>
            </a:fld>
            <a:endParaRPr lang="en-US"/>
          </a:p>
        </p:txBody>
      </p:sp>
      <p:sp>
        <p:nvSpPr>
          <p:cNvPr id="6" name="Footer Placeholder 5">
            <a:extLst>
              <a:ext uri="{FF2B5EF4-FFF2-40B4-BE49-F238E27FC236}">
                <a16:creationId xmlns:a16="http://schemas.microsoft.com/office/drawing/2014/main" id="{81F25CB4-32D0-4DFD-923A-8D9041AE81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A2FA81E-A165-4992-F19D-51C49CA45A25}"/>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4153852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1EC69-D289-4044-17F8-2BEA2B6FAD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80EFB0A-51FA-9350-9943-9E672664F6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9BFCA-A1A5-08D0-DC5A-778B318770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495E49-1E5A-1E31-5FB3-771FAC2D11E9}"/>
              </a:ext>
            </a:extLst>
          </p:cNvPr>
          <p:cNvSpPr>
            <a:spLocks noGrp="1"/>
          </p:cNvSpPr>
          <p:nvPr>
            <p:ph type="dt" sz="half" idx="10"/>
          </p:nvPr>
        </p:nvSpPr>
        <p:spPr/>
        <p:txBody>
          <a:bodyPr/>
          <a:lstStyle/>
          <a:p>
            <a:fld id="{B616CDE8-C118-489E-BA54-73CDE3A64F8D}" type="datetimeFigureOut">
              <a:rPr lang="en-US" smtClean="0"/>
              <a:t>2/3/2026</a:t>
            </a:fld>
            <a:endParaRPr lang="en-US"/>
          </a:p>
        </p:txBody>
      </p:sp>
      <p:sp>
        <p:nvSpPr>
          <p:cNvPr id="6" name="Footer Placeholder 5">
            <a:extLst>
              <a:ext uri="{FF2B5EF4-FFF2-40B4-BE49-F238E27FC236}">
                <a16:creationId xmlns:a16="http://schemas.microsoft.com/office/drawing/2014/main" id="{BB1F8172-7F34-366E-BD22-23CCE0FB35B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A026B81-7163-CB9F-1A78-F49C05F6761B}"/>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40662055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11273-911D-9D27-544F-89511BB346C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FA4935F-C4E4-41D2-B23B-85964AFC812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B3F95A-D51B-DB8F-D893-4C6CA9F73C03}"/>
              </a:ext>
            </a:extLst>
          </p:cNvPr>
          <p:cNvSpPr>
            <a:spLocks noGrp="1"/>
          </p:cNvSpPr>
          <p:nvPr>
            <p:ph type="dt" sz="half" idx="10"/>
          </p:nvPr>
        </p:nvSpPr>
        <p:spPr/>
        <p:txBody>
          <a:bodyPr/>
          <a:lstStyle/>
          <a:p>
            <a:fld id="{B616CDE8-C118-489E-BA54-73CDE3A64F8D}" type="datetimeFigureOut">
              <a:rPr lang="en-US" smtClean="0"/>
              <a:t>2/3/2026</a:t>
            </a:fld>
            <a:endParaRPr lang="en-US"/>
          </a:p>
        </p:txBody>
      </p:sp>
      <p:sp>
        <p:nvSpPr>
          <p:cNvPr id="5" name="Footer Placeholder 4">
            <a:extLst>
              <a:ext uri="{FF2B5EF4-FFF2-40B4-BE49-F238E27FC236}">
                <a16:creationId xmlns:a16="http://schemas.microsoft.com/office/drawing/2014/main" id="{306DC02E-7FDE-9AB0-82AE-2B2B67DE27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534D7DE-235A-7013-8782-18FF5B7D5041}"/>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15353348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D1E5110-0A76-2C16-9061-D04C9DB59B8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3451FE-654F-22D9-7B87-0ABCD2584AA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809F7DA-DF85-B14E-A69E-DFBEFCE5B3A4}"/>
              </a:ext>
            </a:extLst>
          </p:cNvPr>
          <p:cNvSpPr>
            <a:spLocks noGrp="1"/>
          </p:cNvSpPr>
          <p:nvPr>
            <p:ph type="dt" sz="half" idx="10"/>
          </p:nvPr>
        </p:nvSpPr>
        <p:spPr/>
        <p:txBody>
          <a:bodyPr/>
          <a:lstStyle/>
          <a:p>
            <a:fld id="{B616CDE8-C118-489E-BA54-73CDE3A64F8D}" type="datetimeFigureOut">
              <a:rPr lang="en-US" smtClean="0"/>
              <a:t>2/3/2026</a:t>
            </a:fld>
            <a:endParaRPr lang="en-US"/>
          </a:p>
        </p:txBody>
      </p:sp>
      <p:sp>
        <p:nvSpPr>
          <p:cNvPr id="5" name="Footer Placeholder 4">
            <a:extLst>
              <a:ext uri="{FF2B5EF4-FFF2-40B4-BE49-F238E27FC236}">
                <a16:creationId xmlns:a16="http://schemas.microsoft.com/office/drawing/2014/main" id="{123607C5-2CE8-65A4-6A5F-127D2FF8F62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2C9310-506D-662A-1B73-D76EBEA48313}"/>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444316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7A376-8521-6577-2D07-990054A88E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01D1AD-C5AE-D5D5-8AEB-3CF00915DA5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76218E4-0D79-BDF6-8381-F4230E4C160D}"/>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5" name="Footer Placeholder 4">
            <a:extLst>
              <a:ext uri="{FF2B5EF4-FFF2-40B4-BE49-F238E27FC236}">
                <a16:creationId xmlns:a16="http://schemas.microsoft.com/office/drawing/2014/main" id="{12E1445C-3C43-0979-3BC3-3C50A37643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28579E-F99E-72F7-92FC-E65D1F06D8D2}"/>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10412720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A3A46-966F-0889-0D6C-46EF223F72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490CF1-7AE8-CB01-72A6-3E5EC146CE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C82178-CB10-3C0D-9F26-FF03AA7D10AA}"/>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5" name="Footer Placeholder 4">
            <a:extLst>
              <a:ext uri="{FF2B5EF4-FFF2-40B4-BE49-F238E27FC236}">
                <a16:creationId xmlns:a16="http://schemas.microsoft.com/office/drawing/2014/main" id="{F606E56D-AAF0-53B1-2EB3-2B05DB7BE5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A8C5A6-8A41-BFE5-5181-AD86B0150CF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07763301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74A1F-F392-185D-224B-A830DD235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7E378F9-DE95-A055-2AC6-E7157142E7D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963784-AC7B-9035-BD5F-CA457D8DE724}"/>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5" name="Footer Placeholder 4">
            <a:extLst>
              <a:ext uri="{FF2B5EF4-FFF2-40B4-BE49-F238E27FC236}">
                <a16:creationId xmlns:a16="http://schemas.microsoft.com/office/drawing/2014/main" id="{A2E98C38-8659-E5D3-AA01-9DBE632E3C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2600AF-5C3D-1998-F8D6-2A1AD019587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6402821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0FF7E-5293-08F1-D9A1-3A1680CEEC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26F6F1-FDCC-6B3B-E060-DBA64E0B8AD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695A3E-2804-E8CE-36A7-16F0D67A023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552C1A7-880C-CD35-6519-B44C1C001F65}"/>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6" name="Footer Placeholder 5">
            <a:extLst>
              <a:ext uri="{FF2B5EF4-FFF2-40B4-BE49-F238E27FC236}">
                <a16:creationId xmlns:a16="http://schemas.microsoft.com/office/drawing/2014/main" id="{1787389A-7BA7-00F2-9F0C-3FF625C376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E9FFEB-E07F-475A-DC43-D784B049344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6616371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5AF15-66DF-0200-BF84-20E7FCAE16A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1C9DF7-FFE2-ACA5-598F-2E8D05F024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1AC6B-6EB4-8880-6CF2-B757060F062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8F57C6A-70C4-5D49-7AA6-6162923068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2BEDBF-9DCC-3C70-9011-CC3E8927C1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2DCA26-C658-60E2-1424-45272CAB1A0C}"/>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8" name="Footer Placeholder 7">
            <a:extLst>
              <a:ext uri="{FF2B5EF4-FFF2-40B4-BE49-F238E27FC236}">
                <a16:creationId xmlns:a16="http://schemas.microsoft.com/office/drawing/2014/main" id="{EDDD7996-8661-7137-DBB1-48A6E8A73D1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4E27E70-8897-E13C-10F1-24FFB6B1B6F5}"/>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1368794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3E71C0-5D8F-1D28-606D-4024F95F39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450D43-A793-90E4-6A35-09A203BFF80D}"/>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4" name="Footer Placeholder 3">
            <a:extLst>
              <a:ext uri="{FF2B5EF4-FFF2-40B4-BE49-F238E27FC236}">
                <a16:creationId xmlns:a16="http://schemas.microsoft.com/office/drawing/2014/main" id="{63D43902-4D2D-7893-9F50-76AD3302739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0BBF6F-A580-C66C-7FD8-0CD657578728}"/>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66231290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9A4C65-793A-0452-3B22-EF9BAA6ABE5F}"/>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3" name="Footer Placeholder 2">
            <a:extLst>
              <a:ext uri="{FF2B5EF4-FFF2-40B4-BE49-F238E27FC236}">
                <a16:creationId xmlns:a16="http://schemas.microsoft.com/office/drawing/2014/main" id="{21B1979F-ACA8-3AB5-9C5B-FFA463C1DF6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1B4F9D8-209E-4082-0939-7461D157A06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18479448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90A0C-21B5-5B1E-1A71-72C64E1C55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A010992-4A91-CA9A-6790-69C97B74CF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D8F628-8009-4622-AD04-87974ADF90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09F7B8-21E1-FDBD-DF34-35B77CC99023}"/>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6" name="Footer Placeholder 5">
            <a:extLst>
              <a:ext uri="{FF2B5EF4-FFF2-40B4-BE49-F238E27FC236}">
                <a16:creationId xmlns:a16="http://schemas.microsoft.com/office/drawing/2014/main" id="{DF8FEC55-0B6B-4ADF-137A-EDE9BBC3C8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617AA9-A09D-95A1-845A-002841584FD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39028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1A1C2-1457-BA97-E02B-7478A5F75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C5BB29C-956B-CB9A-82C7-D1A75368EA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21E78F4-29DC-15C6-EB91-0CB176A9FD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662D2E-911E-E254-4D20-F879D0105D5A}"/>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6" name="Footer Placeholder 5">
            <a:extLst>
              <a:ext uri="{FF2B5EF4-FFF2-40B4-BE49-F238E27FC236}">
                <a16:creationId xmlns:a16="http://schemas.microsoft.com/office/drawing/2014/main" id="{8A272F32-771C-2443-DCDF-49353E2801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3AD2F7-6465-65FF-9CBC-7F6BF47056E3}"/>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59712552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23E70-A6AC-9EA6-A861-3E9FAA9E70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81546D-E49F-3CBD-23CB-6B06B2C4FF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C91AD8-77DA-E023-CE62-8DB5F66E06B6}"/>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5" name="Footer Placeholder 4">
            <a:extLst>
              <a:ext uri="{FF2B5EF4-FFF2-40B4-BE49-F238E27FC236}">
                <a16:creationId xmlns:a16="http://schemas.microsoft.com/office/drawing/2014/main" id="{3F1C62C2-A50D-B686-F94E-63E71CD7A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8FBBC1-AC3E-2F70-80F3-F31F052F84A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660535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98C326-4850-1342-F77B-8A9CFA2B50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17BE1D-65FF-135C-6662-09A7BCF03C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E94B37-9ED6-9087-1C2A-E654A453F1BD}"/>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5" name="Footer Placeholder 4">
            <a:extLst>
              <a:ext uri="{FF2B5EF4-FFF2-40B4-BE49-F238E27FC236}">
                <a16:creationId xmlns:a16="http://schemas.microsoft.com/office/drawing/2014/main" id="{B67920E9-EEE5-167B-DD70-3972F6A3C3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742915-24C5-13A7-5B23-4A192DA2465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7110793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76F838F-E86B-9D04-6976-E6456E20303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0159F2-4ECE-8FC9-C3E8-79664C1D7D3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9F485D-689A-5FB1-6717-F36FFAB4D59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16CDE8-C118-489E-BA54-73CDE3A64F8D}" type="datetimeFigureOut">
              <a:rPr lang="en-US" smtClean="0"/>
              <a:t>2/3/2026</a:t>
            </a:fld>
            <a:endParaRPr lang="en-US"/>
          </a:p>
        </p:txBody>
      </p:sp>
      <p:sp>
        <p:nvSpPr>
          <p:cNvPr id="5" name="Footer Placeholder 4">
            <a:extLst>
              <a:ext uri="{FF2B5EF4-FFF2-40B4-BE49-F238E27FC236}">
                <a16:creationId xmlns:a16="http://schemas.microsoft.com/office/drawing/2014/main" id="{5332459D-B83A-D353-144E-13F514F87DA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3109973-0053-7AC7-9DFB-2973310CEF7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D3B98DA-CE84-47F3-84A9-71F6FE96E0EC}" type="slidenum">
              <a:rPr lang="en-US" smtClean="0"/>
              <a:t>‹#›</a:t>
            </a:fld>
            <a:endParaRPr lang="en-US"/>
          </a:p>
        </p:txBody>
      </p:sp>
    </p:spTree>
    <p:extLst>
      <p:ext uri="{BB962C8B-B14F-4D97-AF65-F5344CB8AC3E}">
        <p14:creationId xmlns:p14="http://schemas.microsoft.com/office/powerpoint/2010/main" val="8695364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10354D-51EE-E6D6-CC86-FEEF104B17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6925FF8-2273-6FDB-FD37-C132E518F4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2069AE-095C-7EFB-19E6-EB28335555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268321-C9E7-441E-8ECB-F5B48CA38B30}" type="datetimeFigureOut">
              <a:rPr lang="en-US" smtClean="0"/>
              <a:t>2/3/2026</a:t>
            </a:fld>
            <a:endParaRPr lang="en-US"/>
          </a:p>
        </p:txBody>
      </p:sp>
      <p:sp>
        <p:nvSpPr>
          <p:cNvPr id="5" name="Footer Placeholder 4">
            <a:extLst>
              <a:ext uri="{FF2B5EF4-FFF2-40B4-BE49-F238E27FC236}">
                <a16:creationId xmlns:a16="http://schemas.microsoft.com/office/drawing/2014/main" id="{54A3A893-A31D-AEFC-084A-9F7122082C7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1753884-7504-3E14-2818-7885D95322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004913-403C-4409-88C9-C8B79CC53BC2}" type="slidenum">
              <a:rPr lang="en-US" smtClean="0"/>
              <a:t>‹#›</a:t>
            </a:fld>
            <a:endParaRPr lang="en-US"/>
          </a:p>
        </p:txBody>
      </p:sp>
    </p:spTree>
    <p:extLst>
      <p:ext uri="{BB962C8B-B14F-4D97-AF65-F5344CB8AC3E}">
        <p14:creationId xmlns:p14="http://schemas.microsoft.com/office/powerpoint/2010/main" val="69993670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kubernetes.io/docs/concepts/overview/working-with-objects/namespaces/#initial-namespaces" TargetMode="Externa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fhbilgen/AKSWorkshop/blob/main/src/01Setup/AKS-Quick-Deploy-Bicep.md" TargetMode="External"/><Relationship Id="rId2" Type="http://schemas.openxmlformats.org/officeDocument/2006/relationships/hyperlink" Target="https://github.com/fhbilgen/AKSWorkshop/blob/main/src/01Setup/AKS-Quick-Deploy-CLI.md" TargetMode="External"/><Relationship Id="rId1" Type="http://schemas.openxmlformats.org/officeDocument/2006/relationships/slideLayout" Target="../slideLayouts/slideLayout13.xml"/><Relationship Id="rId4" Type="http://schemas.openxmlformats.org/officeDocument/2006/relationships/hyperlink" Target="https://github.com/fhbilgen/AKSWorkshop/blob/main/src/01Setup/AKS-Quick-Deploy-Terraform.m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3.xml"/><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392AE-673E-92C5-303F-25E8450BD96A}"/>
              </a:ext>
            </a:extLst>
          </p:cNvPr>
          <p:cNvSpPr>
            <a:spLocks noGrp="1"/>
          </p:cNvSpPr>
          <p:nvPr>
            <p:ph type="ctrTitle"/>
          </p:nvPr>
        </p:nvSpPr>
        <p:spPr/>
        <p:txBody>
          <a:bodyPr/>
          <a:lstStyle/>
          <a:p>
            <a:r>
              <a:rPr lang="en-US" dirty="0"/>
              <a:t>AKS Workshop</a:t>
            </a:r>
          </a:p>
        </p:txBody>
      </p:sp>
      <p:sp>
        <p:nvSpPr>
          <p:cNvPr id="3" name="Subtitle 2">
            <a:extLst>
              <a:ext uri="{FF2B5EF4-FFF2-40B4-BE49-F238E27FC236}">
                <a16:creationId xmlns:a16="http://schemas.microsoft.com/office/drawing/2014/main" id="{300EBB44-02B4-0E0C-DADA-EC740183DF9D}"/>
              </a:ext>
            </a:extLst>
          </p:cNvPr>
          <p:cNvSpPr>
            <a:spLocks noGrp="1"/>
          </p:cNvSpPr>
          <p:nvPr>
            <p:ph type="subTitle" idx="1"/>
          </p:nvPr>
        </p:nvSpPr>
        <p:spPr/>
        <p:txBody>
          <a:bodyPr/>
          <a:lstStyle/>
          <a:p>
            <a:r>
              <a:rPr lang="en-US" dirty="0"/>
              <a:t>Faik Hakan Bilgen, </a:t>
            </a:r>
          </a:p>
          <a:p>
            <a:r>
              <a:rPr lang="en-US" dirty="0"/>
              <a:t>Sr. CSA, Microsoft</a:t>
            </a:r>
          </a:p>
        </p:txBody>
      </p:sp>
    </p:spTree>
    <p:extLst>
      <p:ext uri="{BB962C8B-B14F-4D97-AF65-F5344CB8AC3E}">
        <p14:creationId xmlns:p14="http://schemas.microsoft.com/office/powerpoint/2010/main" val="17852838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28" name="Freeform: Shape 27">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9" name="Freeform: Shape 28">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7ABDE96-608C-110E-E9D1-C9B7D2B49B6F}"/>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Introduction to AKS</a:t>
            </a:r>
          </a:p>
        </p:txBody>
      </p:sp>
      <p:sp>
        <p:nvSpPr>
          <p:cNvPr id="30" name="Rectangle 29">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296840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8103C54-94F3-CD0A-69BC-C34C633AB21B}"/>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5000" kern="1200">
                <a:solidFill>
                  <a:schemeClr val="tx1"/>
                </a:solidFill>
                <a:latin typeface="+mj-lt"/>
                <a:ea typeface="+mj-ea"/>
                <a:cs typeface="+mj-cs"/>
              </a:rPr>
              <a:t>Azure Kubernetes Service (AKS)</a:t>
            </a:r>
          </a:p>
        </p:txBody>
      </p:sp>
      <p:sp>
        <p:nvSpPr>
          <p:cNvPr id="8"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E8F4CA8F-FF10-AEE3-BC3E-A64F90A2042F}"/>
              </a:ext>
            </a:extLst>
          </p:cNvPr>
          <p:cNvSpPr txBox="1"/>
          <p:nvPr/>
        </p:nvSpPr>
        <p:spPr>
          <a:xfrm>
            <a:off x="630936" y="2660904"/>
            <a:ext cx="4818888" cy="3547872"/>
          </a:xfrm>
          <a:prstGeom prst="rect">
            <a:avLst/>
          </a:prstGeom>
        </p:spPr>
        <p:txBody>
          <a:bodyPr vert="horz" lIns="91440" tIns="45720" rIns="91440" bIns="45720" rtlCol="0" anchor="t">
            <a:normAutofit/>
          </a:bodyPr>
          <a:lstStyle/>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AKS reduces the complexity and operational overhead of managing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Kubernetes by offloading much of that responsibility to Azure.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Azure Kubernetes Service (AKS) is a managed Kubernetes service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that you can use to deploy and manage  containerized applications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that require high availability, scalability, and portability, and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for deploying applications to multiple regions,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using open-source tools and integrating with existing DevOps tools.</a:t>
            </a:r>
          </a:p>
        </p:txBody>
      </p:sp>
      <p:pic>
        <p:nvPicPr>
          <p:cNvPr id="4" name="Picture 3" descr="AKS overview graphic">
            <a:extLst>
              <a:ext uri="{FF2B5EF4-FFF2-40B4-BE49-F238E27FC236}">
                <a16:creationId xmlns:a16="http://schemas.microsoft.com/office/drawing/2014/main" id="{943FE01B-8082-F704-5AE6-D2031BBC33F3}"/>
              </a:ext>
            </a:extLst>
          </p:cNvPr>
          <p:cNvPicPr>
            <a:picLocks noChangeAspect="1"/>
          </p:cNvPicPr>
          <p:nvPr/>
        </p:nvPicPr>
        <p:blipFill>
          <a:blip r:embed="rId2"/>
          <a:stretch>
            <a:fillRect/>
          </a:stretch>
        </p:blipFill>
        <p:spPr>
          <a:xfrm>
            <a:off x="6099048" y="1613892"/>
            <a:ext cx="5458968" cy="3630215"/>
          </a:xfrm>
          <a:prstGeom prst="rect">
            <a:avLst/>
          </a:prstGeom>
        </p:spPr>
      </p:pic>
    </p:spTree>
    <p:extLst>
      <p:ext uri="{BB962C8B-B14F-4D97-AF65-F5344CB8AC3E}">
        <p14:creationId xmlns:p14="http://schemas.microsoft.com/office/powerpoint/2010/main" val="383453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D35B77F-8050-25C5-75A7-D5FCF5C319E3}"/>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Container Solutions in Azure</a:t>
            </a:r>
          </a:p>
        </p:txBody>
      </p:sp>
      <p:sp>
        <p:nvSpPr>
          <p:cNvPr id="16"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4" name="Table 3">
            <a:extLst>
              <a:ext uri="{FF2B5EF4-FFF2-40B4-BE49-F238E27FC236}">
                <a16:creationId xmlns:a16="http://schemas.microsoft.com/office/drawing/2014/main" id="{33A0C392-C3D3-2A72-515E-9DE3E1619817}"/>
              </a:ext>
            </a:extLst>
          </p:cNvPr>
          <p:cNvGraphicFramePr>
            <a:graphicFrameLocks noGrp="1"/>
          </p:cNvGraphicFramePr>
          <p:nvPr/>
        </p:nvGraphicFramePr>
        <p:xfrm>
          <a:off x="411068" y="2754889"/>
          <a:ext cx="11366817" cy="3343524"/>
        </p:xfrm>
        <a:graphic>
          <a:graphicData uri="http://schemas.openxmlformats.org/drawingml/2006/table">
            <a:tbl>
              <a:tblPr/>
              <a:tblGrid>
                <a:gridCol w="5209489">
                  <a:extLst>
                    <a:ext uri="{9D8B030D-6E8A-4147-A177-3AD203B41FA5}">
                      <a16:colId xmlns:a16="http://schemas.microsoft.com/office/drawing/2014/main" val="1321913779"/>
                    </a:ext>
                  </a:extLst>
                </a:gridCol>
                <a:gridCol w="6157328">
                  <a:extLst>
                    <a:ext uri="{9D8B030D-6E8A-4147-A177-3AD203B41FA5}">
                      <a16:colId xmlns:a16="http://schemas.microsoft.com/office/drawing/2014/main" val="1008314529"/>
                    </a:ext>
                  </a:extLst>
                </a:gridCol>
              </a:tblGrid>
              <a:tr h="557254">
                <a:tc>
                  <a:txBody>
                    <a:bodyPr/>
                    <a:lstStyle/>
                    <a:p>
                      <a:pPr algn="l" fontAlgn="b">
                        <a:buNone/>
                      </a:pPr>
                      <a:r>
                        <a:rPr lang="en-US" sz="3300" b="1" i="0" u="none" strike="noStrike">
                          <a:solidFill>
                            <a:srgbClr val="000000"/>
                          </a:solidFill>
                          <a:effectLst/>
                          <a:latin typeface="Aptos Narrow" panose="020B0004020202020204" pitchFamily="34" charset="0"/>
                        </a:rPr>
                        <a:t>Container solution</a:t>
                      </a:r>
                    </a:p>
                  </a:txBody>
                  <a:tcPr marL="11226" marR="11226" marT="11226" marB="0" anchor="b">
                    <a:lnL>
                      <a:noFill/>
                    </a:lnL>
                    <a:lnR>
                      <a:noFill/>
                    </a:lnR>
                    <a:lnT>
                      <a:noFill/>
                    </a:lnT>
                    <a:lnB>
                      <a:noFill/>
                    </a:lnB>
                    <a:noFill/>
                  </a:tcPr>
                </a:tc>
                <a:tc>
                  <a:txBody>
                    <a:bodyPr/>
                    <a:lstStyle/>
                    <a:p>
                      <a:pPr algn="l" fontAlgn="b">
                        <a:buNone/>
                      </a:pPr>
                      <a:r>
                        <a:rPr lang="en-US" sz="3300" b="1" i="0" u="none" strike="noStrike">
                          <a:solidFill>
                            <a:srgbClr val="000000"/>
                          </a:solidFill>
                          <a:effectLst/>
                          <a:latin typeface="Aptos Narrow" panose="020B0004020202020204" pitchFamily="34" charset="0"/>
                        </a:rPr>
                        <a:t>Resource type</a:t>
                      </a:r>
                    </a:p>
                  </a:txBody>
                  <a:tcPr marL="11226" marR="11226" marT="11226" marB="0" anchor="b">
                    <a:lnL>
                      <a:noFill/>
                    </a:lnL>
                    <a:lnR>
                      <a:noFill/>
                    </a:lnR>
                    <a:lnT>
                      <a:noFill/>
                    </a:lnT>
                    <a:lnB>
                      <a:noFill/>
                    </a:lnB>
                    <a:noFill/>
                  </a:tcPr>
                </a:tc>
                <a:extLst>
                  <a:ext uri="{0D108BD9-81ED-4DB2-BD59-A6C34878D82A}">
                    <a16:rowId xmlns:a16="http://schemas.microsoft.com/office/drawing/2014/main" val="2588305136"/>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Kubernetes Service</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Managed Kubernetes</a:t>
                      </a:r>
                    </a:p>
                  </a:txBody>
                  <a:tcPr marL="11226" marR="11226" marT="11226" marB="0" anchor="b">
                    <a:lnL>
                      <a:noFill/>
                    </a:lnL>
                    <a:lnR>
                      <a:noFill/>
                    </a:lnR>
                    <a:lnT>
                      <a:noFill/>
                    </a:lnT>
                    <a:lnB>
                      <a:noFill/>
                    </a:lnB>
                    <a:noFill/>
                  </a:tcPr>
                </a:tc>
                <a:extLst>
                  <a:ext uri="{0D108BD9-81ED-4DB2-BD59-A6C34878D82A}">
                    <a16:rowId xmlns:a16="http://schemas.microsoft.com/office/drawing/2014/main" val="1263908075"/>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Red Hat OpenShift</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Managed Kubernetes</a:t>
                      </a:r>
                    </a:p>
                  </a:txBody>
                  <a:tcPr marL="11226" marR="11226" marT="11226" marB="0" anchor="b">
                    <a:lnL>
                      <a:noFill/>
                    </a:lnL>
                    <a:lnR>
                      <a:noFill/>
                    </a:lnR>
                    <a:lnT>
                      <a:noFill/>
                    </a:lnT>
                    <a:lnB>
                      <a:noFill/>
                    </a:lnB>
                    <a:noFill/>
                  </a:tcPr>
                </a:tc>
                <a:extLst>
                  <a:ext uri="{0D108BD9-81ED-4DB2-BD59-A6C34878D82A}">
                    <a16:rowId xmlns:a16="http://schemas.microsoft.com/office/drawing/2014/main" val="2107560591"/>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Arc-enabled Kubernetes</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Unmanaged Kubernetes</a:t>
                      </a:r>
                    </a:p>
                  </a:txBody>
                  <a:tcPr marL="11226" marR="11226" marT="11226" marB="0" anchor="b">
                    <a:lnL>
                      <a:noFill/>
                    </a:lnL>
                    <a:lnR>
                      <a:noFill/>
                    </a:lnR>
                    <a:lnT>
                      <a:noFill/>
                    </a:lnT>
                    <a:lnB>
                      <a:noFill/>
                    </a:lnB>
                    <a:noFill/>
                  </a:tcPr>
                </a:tc>
                <a:extLst>
                  <a:ext uri="{0D108BD9-81ED-4DB2-BD59-A6C34878D82A}">
                    <a16:rowId xmlns:a16="http://schemas.microsoft.com/office/drawing/2014/main" val="4253821266"/>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Container Instances</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Managed Docker container instance</a:t>
                      </a:r>
                    </a:p>
                  </a:txBody>
                  <a:tcPr marL="11226" marR="11226" marT="11226" marB="0" anchor="b">
                    <a:lnL>
                      <a:noFill/>
                    </a:lnL>
                    <a:lnR>
                      <a:noFill/>
                    </a:lnR>
                    <a:lnT>
                      <a:noFill/>
                    </a:lnT>
                    <a:lnB>
                      <a:noFill/>
                    </a:lnB>
                    <a:noFill/>
                  </a:tcPr>
                </a:tc>
                <a:extLst>
                  <a:ext uri="{0D108BD9-81ED-4DB2-BD59-A6C34878D82A}">
                    <a16:rowId xmlns:a16="http://schemas.microsoft.com/office/drawing/2014/main" val="253202851"/>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Container Apps</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Managed Kubernetes</a:t>
                      </a:r>
                    </a:p>
                  </a:txBody>
                  <a:tcPr marL="11226" marR="11226" marT="11226" marB="0" anchor="b">
                    <a:lnL>
                      <a:noFill/>
                    </a:lnL>
                    <a:lnR>
                      <a:noFill/>
                    </a:lnR>
                    <a:lnT>
                      <a:noFill/>
                    </a:lnT>
                    <a:lnB>
                      <a:noFill/>
                    </a:lnB>
                    <a:noFill/>
                  </a:tcPr>
                </a:tc>
                <a:extLst>
                  <a:ext uri="{0D108BD9-81ED-4DB2-BD59-A6C34878D82A}">
                    <a16:rowId xmlns:a16="http://schemas.microsoft.com/office/drawing/2014/main" val="3313392484"/>
                  </a:ext>
                </a:extLst>
              </a:tr>
            </a:tbl>
          </a:graphicData>
        </a:graphic>
      </p:graphicFrame>
    </p:spTree>
    <p:extLst>
      <p:ext uri="{BB962C8B-B14F-4D97-AF65-F5344CB8AC3E}">
        <p14:creationId xmlns:p14="http://schemas.microsoft.com/office/powerpoint/2010/main" val="1738797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8" name="Rectangle 17">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5" name="Rectangle 14">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B46E584-4808-01F1-775C-40CECB2E95D6}"/>
              </a:ext>
            </a:extLst>
          </p:cNvPr>
          <p:cNvSpPr>
            <a:spLocks noGrp="1"/>
          </p:cNvSpPr>
          <p:nvPr>
            <p:ph type="title"/>
          </p:nvPr>
        </p:nvSpPr>
        <p:spPr>
          <a:xfrm>
            <a:off x="1115568" y="548640"/>
            <a:ext cx="10168128" cy="1179576"/>
          </a:xfrm>
        </p:spPr>
        <p:txBody>
          <a:bodyPr vert="horz" lIns="91440" tIns="45720" rIns="91440" bIns="45720" rtlCol="0" anchor="ctr">
            <a:normAutofit/>
          </a:bodyPr>
          <a:lstStyle/>
          <a:p>
            <a:r>
              <a:rPr lang="en-US" sz="4000" kern="1200">
                <a:solidFill>
                  <a:schemeClr val="tx1"/>
                </a:solidFill>
                <a:latin typeface="+mj-lt"/>
                <a:ea typeface="+mj-ea"/>
                <a:cs typeface="+mj-cs"/>
              </a:rPr>
              <a:t>Use Cases for AKS</a:t>
            </a:r>
          </a:p>
        </p:txBody>
      </p:sp>
      <p:sp>
        <p:nvSpPr>
          <p:cNvPr id="17" name="Rectangle 16">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13308570-471D-1B6E-AC13-C0EAB77B4E65}"/>
              </a:ext>
            </a:extLst>
          </p:cNvPr>
          <p:cNvSpPr txBox="1"/>
          <p:nvPr/>
        </p:nvSpPr>
        <p:spPr>
          <a:xfrm>
            <a:off x="1115568" y="2481943"/>
            <a:ext cx="10168128" cy="3695020"/>
          </a:xfrm>
          <a:prstGeom prst="rect">
            <a:avLst/>
          </a:prstGeom>
        </p:spPr>
        <p:txBody>
          <a:bodyPr vert="horz" lIns="91440" tIns="45720" rIns="91440" bIns="45720" rtlCol="0">
            <a:normAutofit/>
          </a:bodyPr>
          <a:lstStyle/>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Lift and shift to containers with AKS</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Migrate existing applications to containers and run them in a fully managed Kubernetes environment.</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Microservices with AKS</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Simplify the deployment and management of microservices-based applications with streamlined horizontal scaling, </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self-healing, load balancing, and secret management.</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Secure DevOps for AKS</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Efficiently balance speed and security by implementing secure DevOps with Kubernetes.</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Bursting from AKS with ACI</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Use virtual nodes to provision pods inside ACI that start in seconds and scale to meet demand.</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Machine learning model training with AKS</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Train models using large datasets with familiar tools, such as TensorFlow and Kubeflow.</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Data streaming with AKS</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Ingest and process real-time data streams with millions of data points collected via sensors, and </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perform fast analyses and computations to develop insights into complex scenarios.</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Using Windows containers on AKS</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Run Windows Server containers on AKS to modernize your Windows applications and infrastructure.</a:t>
            </a:r>
          </a:p>
        </p:txBody>
      </p:sp>
    </p:spTree>
    <p:extLst>
      <p:ext uri="{BB962C8B-B14F-4D97-AF65-F5344CB8AC3E}">
        <p14:creationId xmlns:p14="http://schemas.microsoft.com/office/powerpoint/2010/main" val="40350113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D5F3E-3274-A4EA-9184-A474AB901BB3}"/>
              </a:ext>
            </a:extLst>
          </p:cNvPr>
          <p:cNvSpPr>
            <a:spLocks noGrp="1"/>
          </p:cNvSpPr>
          <p:nvPr>
            <p:ph type="title"/>
          </p:nvPr>
        </p:nvSpPr>
        <p:spPr>
          <a:xfrm>
            <a:off x="194492" y="178050"/>
            <a:ext cx="10515600" cy="1325563"/>
          </a:xfrm>
        </p:spPr>
        <p:txBody>
          <a:bodyPr/>
          <a:lstStyle/>
          <a:p>
            <a:r>
              <a:rPr lang="en-US" dirty="0"/>
              <a:t>Core AKS Concepts</a:t>
            </a:r>
          </a:p>
        </p:txBody>
      </p:sp>
      <p:pic>
        <p:nvPicPr>
          <p:cNvPr id="3" name="Picture 2" descr="Screenshot that shows Kubernetes control plane and node components.">
            <a:extLst>
              <a:ext uri="{FF2B5EF4-FFF2-40B4-BE49-F238E27FC236}">
                <a16:creationId xmlns:a16="http://schemas.microsoft.com/office/drawing/2014/main" id="{20A97B22-892C-F67C-F7CA-236A3374C462}"/>
              </a:ext>
            </a:extLst>
          </p:cNvPr>
          <p:cNvPicPr>
            <a:picLocks noChangeAspect="1"/>
          </p:cNvPicPr>
          <p:nvPr/>
        </p:nvPicPr>
        <p:blipFill>
          <a:blip r:embed="rId2"/>
          <a:stretch>
            <a:fillRect/>
          </a:stretch>
        </p:blipFill>
        <p:spPr>
          <a:xfrm>
            <a:off x="109331" y="2588353"/>
            <a:ext cx="7354139" cy="2500483"/>
          </a:xfrm>
          <a:prstGeom prst="rect">
            <a:avLst/>
          </a:prstGeom>
        </p:spPr>
      </p:pic>
      <p:graphicFrame>
        <p:nvGraphicFramePr>
          <p:cNvPr id="4" name="Table 3">
            <a:extLst>
              <a:ext uri="{FF2B5EF4-FFF2-40B4-BE49-F238E27FC236}">
                <a16:creationId xmlns:a16="http://schemas.microsoft.com/office/drawing/2014/main" id="{FCC0B21F-3F75-8318-D06A-8F7FA0E4EBDC}"/>
              </a:ext>
            </a:extLst>
          </p:cNvPr>
          <p:cNvGraphicFramePr>
            <a:graphicFrameLocks noGrp="1"/>
          </p:cNvGraphicFramePr>
          <p:nvPr/>
        </p:nvGraphicFramePr>
        <p:xfrm>
          <a:off x="109331" y="5419573"/>
          <a:ext cx="11979994" cy="1151988"/>
        </p:xfrm>
        <a:graphic>
          <a:graphicData uri="http://schemas.openxmlformats.org/drawingml/2006/table">
            <a:tbl>
              <a:tblPr>
                <a:tableStyleId>{5C22544A-7EE6-4342-B048-85BDC9FD1C3A}</a:tableStyleId>
              </a:tblPr>
              <a:tblGrid>
                <a:gridCol w="1819222">
                  <a:extLst>
                    <a:ext uri="{9D8B030D-6E8A-4147-A177-3AD203B41FA5}">
                      <a16:colId xmlns:a16="http://schemas.microsoft.com/office/drawing/2014/main" val="485223955"/>
                    </a:ext>
                  </a:extLst>
                </a:gridCol>
                <a:gridCol w="10160772">
                  <a:extLst>
                    <a:ext uri="{9D8B030D-6E8A-4147-A177-3AD203B41FA5}">
                      <a16:colId xmlns:a16="http://schemas.microsoft.com/office/drawing/2014/main" val="151661831"/>
                    </a:ext>
                  </a:extLst>
                </a:gridCol>
              </a:tblGrid>
              <a:tr h="182351">
                <a:tc>
                  <a:txBody>
                    <a:bodyPr/>
                    <a:lstStyle/>
                    <a:p>
                      <a:pPr algn="l" fontAlgn="b">
                        <a:buNone/>
                      </a:pPr>
                      <a:r>
                        <a:rPr lang="en-US" sz="1200" b="1" u="none" strike="noStrike">
                          <a:effectLst/>
                        </a:rPr>
                        <a:t>Component</a:t>
                      </a:r>
                      <a:endParaRPr lang="en-US" sz="1200" b="1" i="0" u="none" strike="noStrike">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b="1" u="none" strike="noStrike" dirty="0">
                          <a:effectLst/>
                        </a:rPr>
                        <a:t>Description</a:t>
                      </a:r>
                      <a:endParaRPr lang="en-US" sz="1200" b="1"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1867125782"/>
                  </a:ext>
                </a:extLst>
              </a:tr>
              <a:tr h="182351">
                <a:tc>
                  <a:txBody>
                    <a:bodyPr/>
                    <a:lstStyle/>
                    <a:p>
                      <a:pPr algn="l" fontAlgn="b">
                        <a:buNone/>
                      </a:pPr>
                      <a:r>
                        <a:rPr lang="en-US" sz="1200" u="none" strike="noStrike" dirty="0" err="1">
                          <a:effectLst/>
                        </a:rPr>
                        <a:t>kube-apiserver</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API server (</a:t>
                      </a:r>
                      <a:r>
                        <a:rPr lang="en-US" sz="1200" u="none" strike="noStrike" dirty="0" err="1">
                          <a:effectLst/>
                        </a:rPr>
                        <a:t>kube-apiserver</a:t>
                      </a:r>
                      <a:r>
                        <a:rPr lang="en-US" sz="1200" u="none" strike="noStrike" dirty="0">
                          <a:effectLst/>
                        </a:rPr>
                        <a:t>) exposes the Kubernetes API to enable requests to the cluster from inside and outside of the cluster.</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89410587"/>
                  </a:ext>
                </a:extLst>
              </a:tr>
              <a:tr h="182351">
                <a:tc>
                  <a:txBody>
                    <a:bodyPr/>
                    <a:lstStyle/>
                    <a:p>
                      <a:pPr algn="l" fontAlgn="b">
                        <a:buNone/>
                      </a:pPr>
                      <a:r>
                        <a:rPr lang="en-US" sz="1200" u="none" strike="noStrike" dirty="0" err="1">
                          <a:effectLst/>
                        </a:rPr>
                        <a:t>etcd</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highly available key-value store </a:t>
                      </a:r>
                      <a:r>
                        <a:rPr lang="en-US" sz="1200" u="none" strike="noStrike" dirty="0" err="1">
                          <a:effectLst/>
                        </a:rPr>
                        <a:t>etcd</a:t>
                      </a:r>
                      <a:r>
                        <a:rPr lang="en-US" sz="1200" u="none" strike="noStrike" dirty="0">
                          <a:effectLst/>
                        </a:rPr>
                        <a:t> helps to maintain the state of your Kubernetes cluster and configuration.</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302582193"/>
                  </a:ext>
                </a:extLst>
              </a:tr>
              <a:tr h="182351">
                <a:tc>
                  <a:txBody>
                    <a:bodyPr/>
                    <a:lstStyle/>
                    <a:p>
                      <a:pPr algn="l" fontAlgn="b">
                        <a:buNone/>
                      </a:pPr>
                      <a:r>
                        <a:rPr lang="en-US" sz="1200" u="none" strike="noStrike" dirty="0" err="1">
                          <a:effectLst/>
                        </a:rPr>
                        <a:t>kube</a:t>
                      </a:r>
                      <a:r>
                        <a:rPr lang="en-US" sz="1200" u="none" strike="noStrike" dirty="0">
                          <a:effectLst/>
                        </a:rPr>
                        <a:t>-scheduler</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scheduler (</a:t>
                      </a:r>
                      <a:r>
                        <a:rPr lang="en-US" sz="1200" u="none" strike="noStrike" dirty="0" err="1">
                          <a:effectLst/>
                        </a:rPr>
                        <a:t>kube</a:t>
                      </a:r>
                      <a:r>
                        <a:rPr lang="en-US" sz="1200" u="none" strike="noStrike" dirty="0">
                          <a:effectLst/>
                        </a:rPr>
                        <a:t>-scheduler) helps to make scheduling decisions. It watches for new pods with no assigned node and selects a node for them to run on.</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1708439964"/>
                  </a:ext>
                </a:extLst>
              </a:tr>
              <a:tr h="182351">
                <a:tc>
                  <a:txBody>
                    <a:bodyPr/>
                    <a:lstStyle/>
                    <a:p>
                      <a:pPr algn="l" fontAlgn="b">
                        <a:buNone/>
                      </a:pPr>
                      <a:r>
                        <a:rPr lang="en-US" sz="1200" u="none" strike="noStrike" dirty="0" err="1">
                          <a:effectLst/>
                        </a:rPr>
                        <a:t>kube</a:t>
                      </a:r>
                      <a:r>
                        <a:rPr lang="en-US" sz="1200" u="none" strike="noStrike" dirty="0">
                          <a:effectLst/>
                        </a:rPr>
                        <a:t>-controller-manager</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controller manager (</a:t>
                      </a:r>
                      <a:r>
                        <a:rPr lang="en-US" sz="1200" u="none" strike="noStrike" dirty="0" err="1">
                          <a:effectLst/>
                        </a:rPr>
                        <a:t>kube</a:t>
                      </a:r>
                      <a:r>
                        <a:rPr lang="en-US" sz="1200" u="none" strike="noStrike" dirty="0">
                          <a:effectLst/>
                        </a:rPr>
                        <a:t>-controller-manager) runs controller processes, such as noticing and responding when nodes go down.</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700435068"/>
                  </a:ext>
                </a:extLst>
              </a:tr>
              <a:tr h="182351">
                <a:tc>
                  <a:txBody>
                    <a:bodyPr/>
                    <a:lstStyle/>
                    <a:p>
                      <a:pPr algn="l" fontAlgn="b">
                        <a:buNone/>
                      </a:pPr>
                      <a:r>
                        <a:rPr lang="en-US" sz="1200" u="none" strike="noStrike" dirty="0">
                          <a:effectLst/>
                        </a:rPr>
                        <a:t>cloud-controller-manager</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cloud controller manager (cloud-controller-manager) embeds cloud-specific control logic to run controllers specific to the cloud provider.</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2842273191"/>
                  </a:ext>
                </a:extLst>
              </a:tr>
            </a:tbl>
          </a:graphicData>
        </a:graphic>
      </p:graphicFrame>
      <p:graphicFrame>
        <p:nvGraphicFramePr>
          <p:cNvPr id="5" name="Table 4">
            <a:extLst>
              <a:ext uri="{FF2B5EF4-FFF2-40B4-BE49-F238E27FC236}">
                <a16:creationId xmlns:a16="http://schemas.microsoft.com/office/drawing/2014/main" id="{FDB5596D-B5EB-4F51-B104-1E68501723E6}"/>
              </a:ext>
            </a:extLst>
          </p:cNvPr>
          <p:cNvGraphicFramePr>
            <a:graphicFrameLocks noGrp="1"/>
          </p:cNvGraphicFramePr>
          <p:nvPr/>
        </p:nvGraphicFramePr>
        <p:xfrm>
          <a:off x="3786400" y="1485433"/>
          <a:ext cx="6142791" cy="729404"/>
        </p:xfrm>
        <a:graphic>
          <a:graphicData uri="http://schemas.openxmlformats.org/drawingml/2006/table">
            <a:tbl>
              <a:tblPr>
                <a:tableStyleId>{5C22544A-7EE6-4342-B048-85BDC9FD1C3A}</a:tableStyleId>
              </a:tblPr>
              <a:tblGrid>
                <a:gridCol w="1360190">
                  <a:extLst>
                    <a:ext uri="{9D8B030D-6E8A-4147-A177-3AD203B41FA5}">
                      <a16:colId xmlns:a16="http://schemas.microsoft.com/office/drawing/2014/main" val="2270962505"/>
                    </a:ext>
                  </a:extLst>
                </a:gridCol>
                <a:gridCol w="4782601">
                  <a:extLst>
                    <a:ext uri="{9D8B030D-6E8A-4147-A177-3AD203B41FA5}">
                      <a16:colId xmlns:a16="http://schemas.microsoft.com/office/drawing/2014/main" val="2286568558"/>
                    </a:ext>
                  </a:extLst>
                </a:gridCol>
              </a:tblGrid>
              <a:tr h="182351">
                <a:tc>
                  <a:txBody>
                    <a:bodyPr/>
                    <a:lstStyle/>
                    <a:p>
                      <a:pPr algn="l" fontAlgn="b">
                        <a:buNone/>
                      </a:pPr>
                      <a:r>
                        <a:rPr lang="en-US" sz="1100" b="1" u="none" strike="noStrike" dirty="0">
                          <a:effectLst/>
                        </a:rPr>
                        <a:t>Component</a:t>
                      </a:r>
                      <a:endParaRPr lang="en-US" sz="1100" b="1"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100" b="1" u="none" strike="noStrike" dirty="0">
                          <a:effectLst/>
                        </a:rPr>
                        <a:t>Description</a:t>
                      </a:r>
                      <a:endParaRPr lang="en-US" sz="1100" b="1"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148962137"/>
                  </a:ext>
                </a:extLst>
              </a:tr>
              <a:tr h="182351">
                <a:tc>
                  <a:txBody>
                    <a:bodyPr/>
                    <a:lstStyle/>
                    <a:p>
                      <a:pPr algn="l" fontAlgn="b">
                        <a:buNone/>
                      </a:pPr>
                      <a:r>
                        <a:rPr lang="en-US" sz="1100" u="none" strike="noStrike" dirty="0" err="1">
                          <a:effectLst/>
                        </a:rPr>
                        <a:t>kubelet</a:t>
                      </a:r>
                      <a:endParaRPr lang="en-US" sz="11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100" u="none" strike="noStrike" dirty="0">
                          <a:effectLst/>
                        </a:rPr>
                        <a:t>The </a:t>
                      </a:r>
                      <a:r>
                        <a:rPr lang="en-US" sz="1100" u="none" strike="noStrike" dirty="0" err="1">
                          <a:effectLst/>
                        </a:rPr>
                        <a:t>kubelet</a:t>
                      </a:r>
                      <a:r>
                        <a:rPr lang="en-US" sz="1100" u="none" strike="noStrike" dirty="0">
                          <a:effectLst/>
                        </a:rPr>
                        <a:t> ensures that containers are running in a pod.</a:t>
                      </a:r>
                      <a:endParaRPr lang="en-US" sz="11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1453412865"/>
                  </a:ext>
                </a:extLst>
              </a:tr>
              <a:tr h="182351">
                <a:tc>
                  <a:txBody>
                    <a:bodyPr/>
                    <a:lstStyle/>
                    <a:p>
                      <a:pPr algn="l" fontAlgn="b">
                        <a:buNone/>
                      </a:pPr>
                      <a:r>
                        <a:rPr lang="en-US" sz="1100" u="none" strike="noStrike" dirty="0" err="1">
                          <a:effectLst/>
                        </a:rPr>
                        <a:t>kube</a:t>
                      </a:r>
                      <a:r>
                        <a:rPr lang="en-US" sz="1100" u="none" strike="noStrike" dirty="0">
                          <a:effectLst/>
                        </a:rPr>
                        <a:t>-proxy</a:t>
                      </a:r>
                      <a:endParaRPr lang="en-US" sz="11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100" u="none" strike="noStrike" dirty="0">
                          <a:effectLst/>
                        </a:rPr>
                        <a:t>The </a:t>
                      </a:r>
                      <a:r>
                        <a:rPr lang="en-US" sz="1100" u="none" strike="noStrike" dirty="0" err="1">
                          <a:effectLst/>
                        </a:rPr>
                        <a:t>kube</a:t>
                      </a:r>
                      <a:r>
                        <a:rPr lang="en-US" sz="1100" u="none" strike="noStrike" dirty="0">
                          <a:effectLst/>
                        </a:rPr>
                        <a:t>-proxy is a network proxy that maintains network rules on nodes.</a:t>
                      </a:r>
                      <a:endParaRPr lang="en-US" sz="11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4093343171"/>
                  </a:ext>
                </a:extLst>
              </a:tr>
              <a:tr h="182351">
                <a:tc>
                  <a:txBody>
                    <a:bodyPr/>
                    <a:lstStyle/>
                    <a:p>
                      <a:pPr algn="l" fontAlgn="b">
                        <a:buNone/>
                      </a:pPr>
                      <a:r>
                        <a:rPr lang="en-US" sz="1100" u="none" strike="noStrike" dirty="0">
                          <a:effectLst/>
                        </a:rPr>
                        <a:t>container runtime</a:t>
                      </a:r>
                      <a:endParaRPr lang="en-US" sz="11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100" u="none" strike="noStrike" dirty="0">
                          <a:effectLst/>
                        </a:rPr>
                        <a:t>The container runtime manages the execution and lifecycle of containers.</a:t>
                      </a:r>
                      <a:endParaRPr lang="en-US" sz="11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855180978"/>
                  </a:ext>
                </a:extLst>
              </a:tr>
            </a:tbl>
          </a:graphicData>
        </a:graphic>
      </p:graphicFrame>
    </p:spTree>
    <p:extLst>
      <p:ext uri="{BB962C8B-B14F-4D97-AF65-F5344CB8AC3E}">
        <p14:creationId xmlns:p14="http://schemas.microsoft.com/office/powerpoint/2010/main" val="31801686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DF45A25-5BD5-5C37-486F-EBC4ED6DBF19}"/>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60459FE-BEE7-ADAC-2F0C-F8F045ED36F3}"/>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5000" kern="1200">
                <a:solidFill>
                  <a:schemeClr val="tx1"/>
                </a:solidFill>
                <a:latin typeface="+mj-lt"/>
                <a:ea typeface="+mj-ea"/>
                <a:cs typeface="+mj-cs"/>
              </a:rPr>
              <a:t>Core AKS Concepts</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12B406BB-5A07-630E-07AF-5332BABEBC3D}"/>
              </a:ext>
            </a:extLst>
          </p:cNvPr>
          <p:cNvSpPr txBox="1"/>
          <p:nvPr/>
        </p:nvSpPr>
        <p:spPr>
          <a:xfrm>
            <a:off x="630936" y="2660904"/>
            <a:ext cx="4818888" cy="3547872"/>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VM size and image</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OS disks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Resource reservations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OS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Container runtime</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Pods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Node pools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Node resource group</a:t>
            </a:r>
          </a:p>
        </p:txBody>
      </p:sp>
      <p:pic>
        <p:nvPicPr>
          <p:cNvPr id="6" name="Picture 5" descr="Screenshot that shows Azure virtual machine and supporting resources for a Kubernetes node.">
            <a:extLst>
              <a:ext uri="{FF2B5EF4-FFF2-40B4-BE49-F238E27FC236}">
                <a16:creationId xmlns:a16="http://schemas.microsoft.com/office/drawing/2014/main" id="{E98C48E4-C6B7-5FFE-60AF-6BF91DD0DD23}"/>
              </a:ext>
            </a:extLst>
          </p:cNvPr>
          <p:cNvPicPr>
            <a:picLocks noChangeAspect="1"/>
          </p:cNvPicPr>
          <p:nvPr/>
        </p:nvPicPr>
        <p:blipFill>
          <a:blip r:embed="rId2"/>
          <a:stretch>
            <a:fillRect/>
          </a:stretch>
        </p:blipFill>
        <p:spPr>
          <a:xfrm>
            <a:off x="4445642" y="1807331"/>
            <a:ext cx="7112374" cy="3013942"/>
          </a:xfrm>
          <a:prstGeom prst="rect">
            <a:avLst/>
          </a:prstGeom>
        </p:spPr>
      </p:pic>
    </p:spTree>
    <p:extLst>
      <p:ext uri="{BB962C8B-B14F-4D97-AF65-F5344CB8AC3E}">
        <p14:creationId xmlns:p14="http://schemas.microsoft.com/office/powerpoint/2010/main" val="17158464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48DF1-9D1E-CA48-E822-4EA053E303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1AA174-CE76-67FD-9BE7-BA259A0534CD}"/>
              </a:ext>
            </a:extLst>
          </p:cNvPr>
          <p:cNvSpPr>
            <a:spLocks noGrp="1"/>
          </p:cNvSpPr>
          <p:nvPr>
            <p:ph type="title"/>
          </p:nvPr>
        </p:nvSpPr>
        <p:spPr>
          <a:xfrm>
            <a:off x="194492" y="178050"/>
            <a:ext cx="10515600" cy="1325563"/>
          </a:xfrm>
        </p:spPr>
        <p:txBody>
          <a:bodyPr/>
          <a:lstStyle/>
          <a:p>
            <a:r>
              <a:rPr lang="en-US" dirty="0"/>
              <a:t>Core AKS Concepts</a:t>
            </a:r>
          </a:p>
        </p:txBody>
      </p:sp>
      <p:graphicFrame>
        <p:nvGraphicFramePr>
          <p:cNvPr id="3" name="Table 2">
            <a:extLst>
              <a:ext uri="{FF2B5EF4-FFF2-40B4-BE49-F238E27FC236}">
                <a16:creationId xmlns:a16="http://schemas.microsoft.com/office/drawing/2014/main" id="{822E0BD8-4377-0EA0-B4F5-C4AAA074CAE4}"/>
              </a:ext>
            </a:extLst>
          </p:cNvPr>
          <p:cNvGraphicFramePr>
            <a:graphicFrameLocks noGrp="1"/>
          </p:cNvGraphicFramePr>
          <p:nvPr/>
        </p:nvGraphicFramePr>
        <p:xfrm>
          <a:off x="5793840" y="1503614"/>
          <a:ext cx="5944273" cy="3603651"/>
        </p:xfrm>
        <a:graphic>
          <a:graphicData uri="http://schemas.openxmlformats.org/drawingml/2006/table">
            <a:tbl>
              <a:tblPr/>
              <a:tblGrid>
                <a:gridCol w="1284760">
                  <a:extLst>
                    <a:ext uri="{9D8B030D-6E8A-4147-A177-3AD203B41FA5}">
                      <a16:colId xmlns:a16="http://schemas.microsoft.com/office/drawing/2014/main" val="24335307"/>
                    </a:ext>
                  </a:extLst>
                </a:gridCol>
                <a:gridCol w="4659513">
                  <a:extLst>
                    <a:ext uri="{9D8B030D-6E8A-4147-A177-3AD203B41FA5}">
                      <a16:colId xmlns:a16="http://schemas.microsoft.com/office/drawing/2014/main" val="1815111238"/>
                    </a:ext>
                  </a:extLst>
                </a:gridCol>
              </a:tblGrid>
              <a:tr h="213863">
                <a:tc>
                  <a:txBody>
                    <a:bodyPr/>
                    <a:lstStyle/>
                    <a:p>
                      <a:pPr algn="l" fontAlgn="t">
                        <a:buNone/>
                      </a:pPr>
                      <a:r>
                        <a:rPr lang="en-US" sz="1300" b="1" dirty="0">
                          <a:effectLst/>
                        </a:rPr>
                        <a:t>Namespace</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b="1" dirty="0">
                          <a:effectLst/>
                        </a:rPr>
                        <a:t>Description</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946264825"/>
                  </a:ext>
                </a:extLst>
              </a:tr>
              <a:tr h="522116">
                <a:tc>
                  <a:txBody>
                    <a:bodyPr/>
                    <a:lstStyle/>
                    <a:p>
                      <a:pPr algn="l" fontAlgn="t">
                        <a:buNone/>
                      </a:pPr>
                      <a:r>
                        <a:rPr lang="en-US" sz="1300" dirty="0">
                          <a:effectLst/>
                          <a:latin typeface="SFMono-Regular"/>
                        </a:rPr>
                        <a:t>default</a:t>
                      </a:r>
                      <a:endParaRPr lang="en-US" sz="1300" dirty="0">
                        <a:effectLst/>
                      </a:endParaRP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dirty="0">
                          <a:effectLst/>
                        </a:rPr>
                        <a:t>The </a:t>
                      </a:r>
                      <a:r>
                        <a:rPr lang="en-US" sz="1300" b="1" kern="1200" dirty="0">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default</a:t>
                      </a:r>
                      <a:r>
                        <a:rPr lang="en-US" sz="1300" kern="1200" dirty="0">
                          <a:solidFill>
                            <a:schemeClr val="tx1"/>
                          </a:solidFill>
                          <a:effectLst/>
                          <a:latin typeface="+mn-lt"/>
                          <a:ea typeface="+mn-ea"/>
                          <a:cs typeface="+mn-cs"/>
                        </a:rPr>
                        <a:t> </a:t>
                      </a:r>
                      <a:r>
                        <a:rPr lang="en-US" sz="1300" dirty="0">
                          <a:effectLst/>
                        </a:rPr>
                        <a:t>namespace allows you to start using cluster resources without creating a new namespace.</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218108672"/>
                  </a:ext>
                </a:extLst>
              </a:tr>
              <a:tr h="522116">
                <a:tc>
                  <a:txBody>
                    <a:bodyPr/>
                    <a:lstStyle/>
                    <a:p>
                      <a:pPr algn="l" fontAlgn="t">
                        <a:buNone/>
                      </a:pPr>
                      <a:r>
                        <a:rPr lang="en-US" sz="1300" dirty="0" err="1">
                          <a:effectLst/>
                          <a:latin typeface="SFMono-Regular"/>
                        </a:rPr>
                        <a:t>kube</a:t>
                      </a:r>
                      <a:r>
                        <a:rPr lang="en-US" sz="1300" dirty="0">
                          <a:effectLst/>
                          <a:latin typeface="SFMono-Regular"/>
                        </a:rPr>
                        <a:t>-node-lease</a:t>
                      </a:r>
                      <a:endParaRPr lang="en-US" sz="1300" dirty="0">
                        <a:effectLst/>
                      </a:endParaRP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dirty="0">
                          <a:effectLst/>
                        </a:rPr>
                        <a:t>The</a:t>
                      </a:r>
                      <a:r>
                        <a:rPr lang="en-US" sz="1300" kern="1200" dirty="0">
                          <a:solidFill>
                            <a:schemeClr val="tx1"/>
                          </a:solidFill>
                          <a:effectLst/>
                          <a:latin typeface="+mn-lt"/>
                          <a:ea typeface="+mn-ea"/>
                          <a:cs typeface="+mn-cs"/>
                        </a:rPr>
                        <a:t> </a:t>
                      </a:r>
                      <a:r>
                        <a:rPr lang="en-US" sz="1300" b="1" kern="1200" dirty="0" err="1">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kube</a:t>
                      </a:r>
                      <a:r>
                        <a:rPr lang="en-US" sz="1300" b="1" kern="1200" dirty="0">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-node-lease</a:t>
                      </a:r>
                      <a:r>
                        <a:rPr lang="en-US" sz="1300" kern="1200" dirty="0">
                          <a:solidFill>
                            <a:schemeClr val="tx1"/>
                          </a:solidFill>
                          <a:effectLst/>
                          <a:latin typeface="+mn-lt"/>
                          <a:ea typeface="+mn-ea"/>
                          <a:cs typeface="+mn-cs"/>
                        </a:rPr>
                        <a:t> </a:t>
                      </a:r>
                      <a:r>
                        <a:rPr lang="en-US" sz="1300" dirty="0">
                          <a:effectLst/>
                        </a:rPr>
                        <a:t>namespace enables nodes to communicate their availability to the control plane.</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166400437"/>
                  </a:ext>
                </a:extLst>
              </a:tr>
              <a:tr h="678750">
                <a:tc>
                  <a:txBody>
                    <a:bodyPr/>
                    <a:lstStyle/>
                    <a:p>
                      <a:pPr algn="l" fontAlgn="t">
                        <a:buNone/>
                      </a:pPr>
                      <a:r>
                        <a:rPr lang="en-US" sz="1300">
                          <a:effectLst/>
                          <a:latin typeface="SFMono-Regular"/>
                        </a:rPr>
                        <a:t>kube-public</a:t>
                      </a:r>
                      <a:endParaRPr lang="en-US" sz="1300">
                        <a:effectLst/>
                      </a:endParaRP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dirty="0">
                          <a:effectLst/>
                        </a:rPr>
                        <a:t>The</a:t>
                      </a:r>
                      <a:r>
                        <a:rPr lang="en-US" sz="1300" kern="1200" dirty="0">
                          <a:solidFill>
                            <a:schemeClr val="tx1"/>
                          </a:solidFill>
                          <a:effectLst/>
                          <a:latin typeface="+mn-lt"/>
                          <a:ea typeface="+mn-ea"/>
                          <a:cs typeface="+mn-cs"/>
                        </a:rPr>
                        <a:t> </a:t>
                      </a:r>
                      <a:r>
                        <a:rPr lang="en-US" sz="1300" b="1" kern="1200" dirty="0" err="1">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kube</a:t>
                      </a:r>
                      <a:r>
                        <a:rPr lang="en-US" sz="1300" b="1" kern="1200" dirty="0">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-public</a:t>
                      </a:r>
                      <a:r>
                        <a:rPr lang="en-US" sz="1300" kern="1200" dirty="0">
                          <a:solidFill>
                            <a:schemeClr val="tx1"/>
                          </a:solidFill>
                          <a:effectLst/>
                          <a:latin typeface="+mn-lt"/>
                          <a:ea typeface="+mn-ea"/>
                          <a:cs typeface="+mn-cs"/>
                        </a:rPr>
                        <a:t> </a:t>
                      </a:r>
                      <a:r>
                        <a:rPr lang="en-US" sz="1300" dirty="0">
                          <a:effectLst/>
                        </a:rPr>
                        <a:t>namespace isn't typically used, but you can use it so that resources are visible across the whole cluster by any user.</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964192066"/>
                  </a:ext>
                </a:extLst>
              </a:tr>
              <a:tr h="1618559">
                <a:tc>
                  <a:txBody>
                    <a:bodyPr/>
                    <a:lstStyle/>
                    <a:p>
                      <a:pPr algn="l" fontAlgn="t">
                        <a:buNone/>
                      </a:pPr>
                      <a:r>
                        <a:rPr lang="en-US" sz="1300" dirty="0" err="1">
                          <a:effectLst/>
                          <a:latin typeface="SFMono-Regular"/>
                        </a:rPr>
                        <a:t>kube</a:t>
                      </a:r>
                      <a:r>
                        <a:rPr lang="en-US" sz="1300" dirty="0">
                          <a:effectLst/>
                          <a:latin typeface="SFMono-Regular"/>
                        </a:rPr>
                        <a:t>-system</a:t>
                      </a:r>
                      <a:endParaRPr lang="en-US" sz="1300" dirty="0">
                        <a:effectLst/>
                      </a:endParaRP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dirty="0">
                          <a:effectLst/>
                        </a:rPr>
                        <a:t>The</a:t>
                      </a:r>
                      <a:r>
                        <a:rPr lang="en-US" sz="1300" kern="1200" dirty="0">
                          <a:solidFill>
                            <a:schemeClr val="tx1"/>
                          </a:solidFill>
                          <a:effectLst/>
                          <a:latin typeface="+mn-lt"/>
                          <a:ea typeface="+mn-ea"/>
                          <a:cs typeface="+mn-cs"/>
                        </a:rPr>
                        <a:t> </a:t>
                      </a:r>
                      <a:r>
                        <a:rPr lang="en-US" sz="1300" b="1" kern="1200" dirty="0" err="1">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kube</a:t>
                      </a:r>
                      <a:r>
                        <a:rPr lang="en-US" sz="1300" b="1" kern="1200" dirty="0">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-system</a:t>
                      </a:r>
                      <a:r>
                        <a:rPr lang="en-US" sz="1300" kern="1200" dirty="0">
                          <a:solidFill>
                            <a:schemeClr val="tx1"/>
                          </a:solidFill>
                          <a:effectLst/>
                          <a:latin typeface="+mn-lt"/>
                          <a:ea typeface="+mn-ea"/>
                          <a:cs typeface="+mn-cs"/>
                        </a:rPr>
                        <a:t> </a:t>
                      </a:r>
                      <a:r>
                        <a:rPr lang="en-US" sz="1300" dirty="0">
                          <a:effectLst/>
                        </a:rPr>
                        <a:t>namespace is used by Kubernetes to manage cluster resources, such as </a:t>
                      </a:r>
                      <a:r>
                        <a:rPr lang="en-US" sz="1300" dirty="0" err="1">
                          <a:effectLst/>
                          <a:latin typeface="SFMono-Regular"/>
                        </a:rPr>
                        <a:t>coredns</a:t>
                      </a:r>
                      <a:r>
                        <a:rPr lang="en-US" sz="1300" dirty="0">
                          <a:effectLst/>
                        </a:rPr>
                        <a:t>, </a:t>
                      </a:r>
                      <a:r>
                        <a:rPr lang="en-US" sz="1300" dirty="0" err="1">
                          <a:effectLst/>
                          <a:latin typeface="SFMono-Regular"/>
                        </a:rPr>
                        <a:t>konnectivity</a:t>
                      </a:r>
                      <a:r>
                        <a:rPr lang="en-US" sz="1300" dirty="0">
                          <a:effectLst/>
                          <a:latin typeface="SFMono-Regular"/>
                        </a:rPr>
                        <a:t>-agent</a:t>
                      </a:r>
                      <a:r>
                        <a:rPr lang="en-US" sz="1300" dirty="0">
                          <a:effectLst/>
                        </a:rPr>
                        <a:t>, and </a:t>
                      </a:r>
                      <a:r>
                        <a:rPr lang="en-US" sz="1300" dirty="0">
                          <a:effectLst/>
                          <a:latin typeface="SFMono-Regular"/>
                        </a:rPr>
                        <a:t>metrics-server</a:t>
                      </a:r>
                      <a:r>
                        <a:rPr lang="en-US" sz="1300" dirty="0">
                          <a:effectLst/>
                        </a:rPr>
                        <a:t>. It is not recommended to deploy your own applications to this namespace. </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47493231"/>
                  </a:ext>
                </a:extLst>
              </a:tr>
            </a:tbl>
          </a:graphicData>
        </a:graphic>
      </p:graphicFrame>
      <p:pic>
        <p:nvPicPr>
          <p:cNvPr id="4" name="Picture 3" descr="Screenshot that shows Kubernetes namespaces to logically divide resources and applications.">
            <a:extLst>
              <a:ext uri="{FF2B5EF4-FFF2-40B4-BE49-F238E27FC236}">
                <a16:creationId xmlns:a16="http://schemas.microsoft.com/office/drawing/2014/main" id="{0DA98881-624A-66E5-F61B-9DADC7570D1F}"/>
              </a:ext>
            </a:extLst>
          </p:cNvPr>
          <p:cNvPicPr>
            <a:picLocks noChangeAspect="1"/>
          </p:cNvPicPr>
          <p:nvPr/>
        </p:nvPicPr>
        <p:blipFill>
          <a:blip r:embed="rId3"/>
          <a:stretch>
            <a:fillRect/>
          </a:stretch>
        </p:blipFill>
        <p:spPr>
          <a:xfrm>
            <a:off x="338459" y="1503613"/>
            <a:ext cx="4678163" cy="3555404"/>
          </a:xfrm>
          <a:prstGeom prst="rect">
            <a:avLst/>
          </a:prstGeom>
        </p:spPr>
      </p:pic>
    </p:spTree>
    <p:extLst>
      <p:ext uri="{BB962C8B-B14F-4D97-AF65-F5344CB8AC3E}">
        <p14:creationId xmlns:p14="http://schemas.microsoft.com/office/powerpoint/2010/main" val="28578146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ABE0B89-E77A-F662-6D28-4839F54E21E2}"/>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Setting up an AKS Cluster</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26261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3E277-BE1C-BA7B-FEEF-1E721434010D}"/>
              </a:ext>
            </a:extLst>
          </p:cNvPr>
          <p:cNvSpPr>
            <a:spLocks noGrp="1"/>
          </p:cNvSpPr>
          <p:nvPr>
            <p:ph type="title"/>
          </p:nvPr>
        </p:nvSpPr>
        <p:spPr/>
        <p:txBody>
          <a:bodyPr/>
          <a:lstStyle/>
          <a:p>
            <a:r>
              <a:rPr lang="en-US" dirty="0"/>
              <a:t>Setup an AKS Cluster</a:t>
            </a:r>
          </a:p>
        </p:txBody>
      </p:sp>
      <p:graphicFrame>
        <p:nvGraphicFramePr>
          <p:cNvPr id="4" name="Table 3">
            <a:extLst>
              <a:ext uri="{FF2B5EF4-FFF2-40B4-BE49-F238E27FC236}">
                <a16:creationId xmlns:a16="http://schemas.microsoft.com/office/drawing/2014/main" id="{3FD693D8-43AF-01A9-189B-5F44377E34A0}"/>
              </a:ext>
            </a:extLst>
          </p:cNvPr>
          <p:cNvGraphicFramePr>
            <a:graphicFrameLocks noGrp="1"/>
          </p:cNvGraphicFramePr>
          <p:nvPr/>
        </p:nvGraphicFramePr>
        <p:xfrm>
          <a:off x="382104" y="1780139"/>
          <a:ext cx="11693939" cy="2123440"/>
        </p:xfrm>
        <a:graphic>
          <a:graphicData uri="http://schemas.openxmlformats.org/drawingml/2006/table">
            <a:tbl>
              <a:tblPr firstRow="1" bandRow="1">
                <a:tableStyleId>{5C22544A-7EE6-4342-B048-85BDC9FD1C3A}</a:tableStyleId>
              </a:tblPr>
              <a:tblGrid>
                <a:gridCol w="2592141">
                  <a:extLst>
                    <a:ext uri="{9D8B030D-6E8A-4147-A177-3AD203B41FA5}">
                      <a16:colId xmlns:a16="http://schemas.microsoft.com/office/drawing/2014/main" val="883490984"/>
                    </a:ext>
                  </a:extLst>
                </a:gridCol>
                <a:gridCol w="9101798">
                  <a:extLst>
                    <a:ext uri="{9D8B030D-6E8A-4147-A177-3AD203B41FA5}">
                      <a16:colId xmlns:a16="http://schemas.microsoft.com/office/drawing/2014/main" val="2203427779"/>
                    </a:ext>
                  </a:extLst>
                </a:gridCol>
              </a:tblGrid>
              <a:tr h="370840">
                <a:tc>
                  <a:txBody>
                    <a:bodyPr/>
                    <a:lstStyle/>
                    <a:p>
                      <a:r>
                        <a:rPr lang="en-US" sz="1800" dirty="0"/>
                        <a:t>Method of set up</a:t>
                      </a:r>
                    </a:p>
                  </a:txBody>
                  <a:tcPr/>
                </a:tc>
                <a:tc>
                  <a:txBody>
                    <a:bodyPr/>
                    <a:lstStyle/>
                    <a:p>
                      <a:r>
                        <a:rPr lang="en-US" sz="1800" dirty="0"/>
                        <a:t>Setup Guidance</a:t>
                      </a:r>
                    </a:p>
                  </a:txBody>
                  <a:tcPr/>
                </a:tc>
                <a:extLst>
                  <a:ext uri="{0D108BD9-81ED-4DB2-BD59-A6C34878D82A}">
                    <a16:rowId xmlns:a16="http://schemas.microsoft.com/office/drawing/2014/main" val="4096248990"/>
                  </a:ext>
                </a:extLst>
              </a:tr>
              <a:tr h="370840">
                <a:tc>
                  <a:txBody>
                    <a:bodyPr/>
                    <a:lstStyle/>
                    <a:p>
                      <a:r>
                        <a:rPr lang="en-US" sz="1800" dirty="0"/>
                        <a:t>Via Azure Portal</a:t>
                      </a:r>
                    </a:p>
                  </a:txBody>
                  <a:tcPr/>
                </a:tc>
                <a:tc>
                  <a:txBody>
                    <a:bodyPr/>
                    <a:lstStyle/>
                    <a:p>
                      <a:endParaRPr lang="en-US" sz="1800" dirty="0"/>
                    </a:p>
                  </a:txBody>
                  <a:tcPr/>
                </a:tc>
                <a:extLst>
                  <a:ext uri="{0D108BD9-81ED-4DB2-BD59-A6C34878D82A}">
                    <a16:rowId xmlns:a16="http://schemas.microsoft.com/office/drawing/2014/main" val="2021746388"/>
                  </a:ext>
                </a:extLst>
              </a:tr>
              <a:tr h="370840">
                <a:tc>
                  <a:txBody>
                    <a:bodyPr/>
                    <a:lstStyle/>
                    <a:p>
                      <a:r>
                        <a:rPr lang="en-US" sz="1800" dirty="0"/>
                        <a:t>Using Azure CLI</a:t>
                      </a:r>
                    </a:p>
                  </a:txBody>
                  <a:tcPr/>
                </a:tc>
                <a:tc>
                  <a:txBody>
                    <a:bodyPr/>
                    <a:lstStyle/>
                    <a:p>
                      <a:r>
                        <a:rPr lang="en-US" sz="1800" dirty="0">
                          <a:hlinkClick r:id="rId2"/>
                        </a:rPr>
                        <a:t>AKSWorkshop/src/01Setup/AKS-Quick-Deploy-CLI.md at main · </a:t>
                      </a:r>
                      <a:r>
                        <a:rPr lang="en-US" sz="1800" dirty="0" err="1">
                          <a:hlinkClick r:id="rId2"/>
                        </a:rPr>
                        <a:t>fhbilgen</a:t>
                      </a:r>
                      <a:r>
                        <a:rPr lang="en-US" sz="1800" dirty="0">
                          <a:hlinkClick r:id="rId2"/>
                        </a:rPr>
                        <a:t>/</a:t>
                      </a:r>
                      <a:r>
                        <a:rPr lang="en-US" sz="1800" dirty="0" err="1">
                          <a:hlinkClick r:id="rId2"/>
                        </a:rPr>
                        <a:t>AKSWorkshop</a:t>
                      </a:r>
                      <a:endParaRPr lang="en-US" sz="1800" dirty="0"/>
                    </a:p>
                  </a:txBody>
                  <a:tcPr/>
                </a:tc>
                <a:extLst>
                  <a:ext uri="{0D108BD9-81ED-4DB2-BD59-A6C34878D82A}">
                    <a16:rowId xmlns:a16="http://schemas.microsoft.com/office/drawing/2014/main" val="2528087116"/>
                  </a:ext>
                </a:extLst>
              </a:tr>
              <a:tr h="370840">
                <a:tc>
                  <a:txBody>
                    <a:bodyPr/>
                    <a:lstStyle/>
                    <a:p>
                      <a:r>
                        <a:rPr lang="en-US" sz="1800" dirty="0"/>
                        <a:t>Using Bicep</a:t>
                      </a:r>
                    </a:p>
                  </a:txBody>
                  <a:tcPr/>
                </a:tc>
                <a:tc>
                  <a:txBody>
                    <a:bodyPr/>
                    <a:lstStyle/>
                    <a:p>
                      <a:r>
                        <a:rPr lang="en-US" dirty="0">
                          <a:hlinkClick r:id="rId3"/>
                        </a:rPr>
                        <a:t>AKSWorkshop/src/01Setup/AKS-Quick-Deploy-Bicep.md at main · </a:t>
                      </a:r>
                      <a:r>
                        <a:rPr lang="en-US" dirty="0" err="1">
                          <a:hlinkClick r:id="rId3"/>
                        </a:rPr>
                        <a:t>fhbilgen</a:t>
                      </a:r>
                      <a:r>
                        <a:rPr lang="en-US" dirty="0">
                          <a:hlinkClick r:id="rId3"/>
                        </a:rPr>
                        <a:t>/</a:t>
                      </a:r>
                      <a:r>
                        <a:rPr lang="en-US" dirty="0" err="1">
                          <a:hlinkClick r:id="rId3"/>
                        </a:rPr>
                        <a:t>AKSWorkshop</a:t>
                      </a:r>
                      <a:endParaRPr lang="en-US" sz="1800" dirty="0"/>
                    </a:p>
                  </a:txBody>
                  <a:tcPr/>
                </a:tc>
                <a:extLst>
                  <a:ext uri="{0D108BD9-81ED-4DB2-BD59-A6C34878D82A}">
                    <a16:rowId xmlns:a16="http://schemas.microsoft.com/office/drawing/2014/main" val="103503654"/>
                  </a:ext>
                </a:extLst>
              </a:tr>
              <a:tr h="370840">
                <a:tc>
                  <a:txBody>
                    <a:bodyPr/>
                    <a:lstStyle/>
                    <a:p>
                      <a:r>
                        <a:rPr lang="en-US" sz="1800" dirty="0"/>
                        <a:t>Using Terraform</a:t>
                      </a:r>
                    </a:p>
                  </a:txBody>
                  <a:tcPr/>
                </a:tc>
                <a:tc>
                  <a:txBody>
                    <a:bodyPr/>
                    <a:lstStyle/>
                    <a:p>
                      <a:r>
                        <a:rPr lang="en-US" dirty="0">
                          <a:hlinkClick r:id="rId4"/>
                        </a:rPr>
                        <a:t>AKSWorkshop/src/01Setup/AKS-Quick-Deploy-Terraform.md at main · </a:t>
                      </a:r>
                      <a:r>
                        <a:rPr lang="en-US" dirty="0" err="1">
                          <a:hlinkClick r:id="rId4"/>
                        </a:rPr>
                        <a:t>fhbilgen</a:t>
                      </a:r>
                      <a:r>
                        <a:rPr lang="en-US" dirty="0">
                          <a:hlinkClick r:id="rId4"/>
                        </a:rPr>
                        <a:t>/</a:t>
                      </a:r>
                      <a:r>
                        <a:rPr lang="en-US" dirty="0" err="1">
                          <a:hlinkClick r:id="rId4"/>
                        </a:rPr>
                        <a:t>AKSWorkshop</a:t>
                      </a:r>
                      <a:endParaRPr lang="en-US" sz="1800" dirty="0"/>
                    </a:p>
                  </a:txBody>
                  <a:tcPr/>
                </a:tc>
                <a:extLst>
                  <a:ext uri="{0D108BD9-81ED-4DB2-BD59-A6C34878D82A}">
                    <a16:rowId xmlns:a16="http://schemas.microsoft.com/office/drawing/2014/main" val="603169703"/>
                  </a:ext>
                </a:extLst>
              </a:tr>
            </a:tbl>
          </a:graphicData>
        </a:graphic>
      </p:graphicFrame>
    </p:spTree>
    <p:extLst>
      <p:ext uri="{BB962C8B-B14F-4D97-AF65-F5344CB8AC3E}">
        <p14:creationId xmlns:p14="http://schemas.microsoft.com/office/powerpoint/2010/main" val="18746075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2B108BA-CE66-2908-88CD-284D3F55490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BE0EBD9-543C-DF01-01FB-12871320253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Setup AKS via Azure Portal</a:t>
            </a:r>
          </a:p>
        </p:txBody>
      </p:sp>
      <p:sp>
        <p:nvSpPr>
          <p:cNvPr id="1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407440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3595415-F8A2-925F-347D-58027839548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0A6A85A-3898-8708-DA50-4786E3098B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4679508-4C8E-F361-73C8-7DCC085C39D6}"/>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35C14E64-C23E-2075-52F8-52D570FF7C2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Setup AKS using Azure CLI</a:t>
            </a:r>
          </a:p>
        </p:txBody>
      </p:sp>
      <p:sp>
        <p:nvSpPr>
          <p:cNvPr id="10" name="sketch line">
            <a:extLst>
              <a:ext uri="{FF2B5EF4-FFF2-40B4-BE49-F238E27FC236}">
                <a16:creationId xmlns:a16="http://schemas.microsoft.com/office/drawing/2014/main" id="{3B67ECE3-4667-A7F1-7E15-6358AAEF59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271852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07F6FB-E2C5-FC5B-EA70-E1697F407F3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B269875-6B9C-B0EE-11F0-B1406B07F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9F2952-DD93-2955-E209-FA36DA03B946}"/>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5C2E0EC7-9B64-8CAC-6EF7-261DF94CD8F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Setup AKS using Bicep</a:t>
            </a:r>
          </a:p>
        </p:txBody>
      </p:sp>
      <p:sp>
        <p:nvSpPr>
          <p:cNvPr id="10" name="sketch line">
            <a:extLst>
              <a:ext uri="{FF2B5EF4-FFF2-40B4-BE49-F238E27FC236}">
                <a16:creationId xmlns:a16="http://schemas.microsoft.com/office/drawing/2014/main" id="{7CF8C58A-B38E-DC8A-F346-56B781DDC2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8868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9E8D0B-A88C-8689-43AC-3BB738087A4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91692A1-E5A1-CADE-5D09-785DF5A11D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6BD512-AE7A-3A13-0401-C142EA1AC936}"/>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94CDEF3-531D-2475-F07C-AF3B9C03C63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Setup AKS </a:t>
            </a:r>
            <a:r>
              <a:rPr lang="en-US" sz="2400"/>
              <a:t>using Terraform</a:t>
            </a:r>
            <a:endParaRPr lang="en-US" sz="2400" dirty="0"/>
          </a:p>
        </p:txBody>
      </p:sp>
      <p:sp>
        <p:nvSpPr>
          <p:cNvPr id="10" name="sketch line">
            <a:extLst>
              <a:ext uri="{FF2B5EF4-FFF2-40B4-BE49-F238E27FC236}">
                <a16:creationId xmlns:a16="http://schemas.microsoft.com/office/drawing/2014/main" id="{9DDA4AE3-947C-D045-7BB0-95BE1801ED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113519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893CCE-8CC4-8444-EFB1-644379C863E5}"/>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BA349D1-83AF-CC47-29DE-1D26FF48EE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1881B724-AA3B-1A00-75BA-21E40047D5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0A8A78DF-A446-E5C5-683D-9B0FDABAD5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60777BE-C730-F57D-D724-AEDD9FC64B81}"/>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a:solidFill>
                  <a:schemeClr val="tx1"/>
                </a:solidFill>
                <a:latin typeface="+mj-lt"/>
                <a:ea typeface="+mj-ea"/>
                <a:cs typeface="+mj-cs"/>
              </a:rPr>
              <a:t>Zone Resiliency for AKS</a:t>
            </a:r>
          </a:p>
        </p:txBody>
      </p:sp>
      <p:sp>
        <p:nvSpPr>
          <p:cNvPr id="13" name="Rectangle 12">
            <a:extLst>
              <a:ext uri="{FF2B5EF4-FFF2-40B4-BE49-F238E27FC236}">
                <a16:creationId xmlns:a16="http://schemas.microsoft.com/office/drawing/2014/main" id="{2B46274D-C13A-99C6-2172-82093125F2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7199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B9F97D9-69F0-38CA-7712-4163ACAE0F39}"/>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1871225-216E-64AE-CEFF-06586E252A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80E8B4-76B0-D11B-ACA4-B21531F872D0}"/>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Zone Resiliency for AKS</a:t>
            </a:r>
          </a:p>
        </p:txBody>
      </p:sp>
      <p:sp>
        <p:nvSpPr>
          <p:cNvPr id="16" name="sketch line">
            <a:extLst>
              <a:ext uri="{FF2B5EF4-FFF2-40B4-BE49-F238E27FC236}">
                <a16:creationId xmlns:a16="http://schemas.microsoft.com/office/drawing/2014/main" id="{86030968-6160-8B43-1F53-16D2979115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F6D139E0-034A-5735-D35D-B04B465158A4}"/>
              </a:ext>
            </a:extLst>
          </p:cNvPr>
          <p:cNvSpPr txBox="1"/>
          <p:nvPr/>
        </p:nvSpPr>
        <p:spPr>
          <a:xfrm>
            <a:off x="572654" y="2406594"/>
            <a:ext cx="11352983" cy="3801041"/>
          </a:xfrm>
          <a:prstGeom prst="rect">
            <a:avLst/>
          </a:prstGeom>
          <a:noFill/>
        </p:spPr>
        <p:txBody>
          <a:bodyPr wrap="square">
            <a:spAutoFit/>
          </a:bodyPr>
          <a:lstStyle/>
          <a:p>
            <a:pPr marL="342900" indent="-342900">
              <a:spcAft>
                <a:spcPts val="600"/>
              </a:spcAft>
              <a:buFont typeface="Arial" panose="020B0604020202020204" pitchFamily="34" charset="0"/>
              <a:buChar char="•"/>
            </a:pPr>
            <a:r>
              <a:rPr lang="en-US" sz="2400" dirty="0"/>
              <a:t>Availability zones help protect your applications and data from datacenter failures. </a:t>
            </a:r>
          </a:p>
          <a:p>
            <a:pPr marL="342900" indent="-342900">
              <a:spcAft>
                <a:spcPts val="600"/>
              </a:spcAft>
              <a:buFont typeface="Arial" panose="020B0604020202020204" pitchFamily="34" charset="0"/>
              <a:buChar char="•"/>
            </a:pPr>
            <a:r>
              <a:rPr lang="en-US" sz="2400" dirty="0"/>
              <a:t>Zones are unique physical locations within an Azure region. </a:t>
            </a:r>
          </a:p>
          <a:p>
            <a:pPr marL="342900" indent="-342900">
              <a:spcAft>
                <a:spcPts val="600"/>
              </a:spcAft>
              <a:buFont typeface="Arial" panose="020B0604020202020204" pitchFamily="34" charset="0"/>
              <a:buChar char="•"/>
            </a:pPr>
            <a:r>
              <a:rPr lang="en-US" sz="2400" dirty="0"/>
              <a:t>Each zone includes one or more datacenters equipped with independent power, cooling, and networking.</a:t>
            </a:r>
          </a:p>
          <a:p>
            <a:pPr marL="342900" indent="-342900">
              <a:spcAft>
                <a:spcPts val="600"/>
              </a:spcAft>
              <a:buFont typeface="Arial" panose="020B0604020202020204" pitchFamily="34" charset="0"/>
              <a:buChar char="•"/>
            </a:pPr>
            <a:endParaRPr lang="en-US" sz="2400" dirty="0"/>
          </a:p>
          <a:p>
            <a:pPr marL="342900" indent="-342900">
              <a:spcAft>
                <a:spcPts val="600"/>
              </a:spcAft>
              <a:buFont typeface="Arial" panose="020B0604020202020204" pitchFamily="34" charset="0"/>
              <a:buChar char="•"/>
            </a:pPr>
            <a:r>
              <a:rPr lang="en-US" sz="2400" dirty="0"/>
              <a:t>Using Azure Kubernetes Service (AKS) with availability zones physically distributes resources across different availability zones within a single region, improving reliability. </a:t>
            </a:r>
          </a:p>
          <a:p>
            <a:pPr marL="342900" indent="-342900">
              <a:spcAft>
                <a:spcPts val="600"/>
              </a:spcAft>
              <a:buFont typeface="Arial" panose="020B0604020202020204" pitchFamily="34" charset="0"/>
              <a:buChar char="•"/>
            </a:pPr>
            <a:r>
              <a:rPr lang="en-US" sz="2400" dirty="0"/>
              <a:t>Deploying nodes in multiple zones doesn't incur additional costs. </a:t>
            </a:r>
          </a:p>
        </p:txBody>
      </p:sp>
    </p:spTree>
    <p:extLst>
      <p:ext uri="{BB962C8B-B14F-4D97-AF65-F5344CB8AC3E}">
        <p14:creationId xmlns:p14="http://schemas.microsoft.com/office/powerpoint/2010/main" val="5363619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EC2BCD4-DF5D-D7F2-4DC5-8067F3CCE0E7}"/>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916FCB48-30DD-EC17-9CFB-88CC63E649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C7CAFA2-82FE-6B70-0090-D612490CA7C2}"/>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Zone Resiliency for AKS</a:t>
            </a:r>
          </a:p>
        </p:txBody>
      </p:sp>
      <p:sp>
        <p:nvSpPr>
          <p:cNvPr id="16" name="sketch line">
            <a:extLst>
              <a:ext uri="{FF2B5EF4-FFF2-40B4-BE49-F238E27FC236}">
                <a16:creationId xmlns:a16="http://schemas.microsoft.com/office/drawing/2014/main" id="{FC14721C-9C0F-1E91-0F18-8E631E0159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67AAAC88-71A2-1F77-A28A-479678F70BD8}"/>
              </a:ext>
            </a:extLst>
          </p:cNvPr>
          <p:cNvSpPr txBox="1"/>
          <p:nvPr/>
        </p:nvSpPr>
        <p:spPr>
          <a:xfrm>
            <a:off x="868217" y="2591321"/>
            <a:ext cx="10909639" cy="2677656"/>
          </a:xfrm>
          <a:prstGeom prst="rect">
            <a:avLst/>
          </a:prstGeom>
          <a:noFill/>
        </p:spPr>
        <p:txBody>
          <a:bodyPr wrap="square">
            <a:spAutoFit/>
          </a:bodyPr>
          <a:lstStyle/>
          <a:p>
            <a:r>
              <a:rPr lang="en-US" sz="2400" dirty="0"/>
              <a:t>AKS allows you to select multiple AZs during cluster and node pool creation. </a:t>
            </a:r>
          </a:p>
          <a:p>
            <a:r>
              <a:rPr lang="en-US" sz="2400" dirty="0"/>
              <a:t>When you create a cluster in a region that has multiple AZs, </a:t>
            </a:r>
          </a:p>
          <a:p>
            <a:r>
              <a:rPr lang="en-US" sz="2400" dirty="0"/>
              <a:t>the control plane is automatically spread across all the AZs in that region. </a:t>
            </a:r>
          </a:p>
          <a:p>
            <a:endParaRPr lang="en-US" sz="2400" dirty="0"/>
          </a:p>
          <a:p>
            <a:r>
              <a:rPr lang="en-US" sz="2400" dirty="0"/>
              <a:t>However, the nodes in the node pool are spread across only the selected AZs. </a:t>
            </a:r>
          </a:p>
          <a:p>
            <a:r>
              <a:rPr lang="en-US" sz="2400" dirty="0"/>
              <a:t>This approach ensures that the control plane and the nodes are distributed across multiple AZs, providing resiliency in case of an AZ failure. </a:t>
            </a:r>
          </a:p>
        </p:txBody>
      </p:sp>
    </p:spTree>
    <p:extLst>
      <p:ext uri="{BB962C8B-B14F-4D97-AF65-F5344CB8AC3E}">
        <p14:creationId xmlns:p14="http://schemas.microsoft.com/office/powerpoint/2010/main" val="27019097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7E9CCA-B2EA-264E-48FD-81F9DEF963C1}"/>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3C54F4CE-85F0-46ED-80DA-9518C9251A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DADD1FCA-8ACB-4958-81DD-4CDD6D3E1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5802086" cy="6858000"/>
          </a:xfrm>
          <a:custGeom>
            <a:avLst/>
            <a:gdLst>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6695 w 5734864"/>
              <a:gd name="connsiteY13" fmla="*/ 1035077 h 6858000"/>
              <a:gd name="connsiteX14" fmla="*/ 847865 w 5734864"/>
              <a:gd name="connsiteY14" fmla="*/ 1070795 h 6858000"/>
              <a:gd name="connsiteX15" fmla="*/ 862786 w 5734864"/>
              <a:gd name="connsiteY15" fmla="*/ 1238994 h 6858000"/>
              <a:gd name="connsiteX16" fmla="*/ 859345 w 5734864"/>
              <a:gd name="connsiteY16" fmla="*/ 1380427 h 6858000"/>
              <a:gd name="connsiteX17" fmla="*/ 855172 w 5734864"/>
              <a:gd name="connsiteY17" fmla="*/ 1435262 h 6858000"/>
              <a:gd name="connsiteX18" fmla="*/ 860494 w 5734864"/>
              <a:gd name="connsiteY18" fmla="*/ 1453861 h 6858000"/>
              <a:gd name="connsiteX19" fmla="*/ 853731 w 5734864"/>
              <a:gd name="connsiteY19" fmla="*/ 1467047 h 6858000"/>
              <a:gd name="connsiteX20" fmla="*/ 845847 w 5734864"/>
              <a:gd name="connsiteY20" fmla="*/ 1502307 h 6858000"/>
              <a:gd name="connsiteX21" fmla="*/ 817613 w 5734864"/>
              <a:gd name="connsiteY21" fmla="*/ 1565166 h 6858000"/>
              <a:gd name="connsiteX22" fmla="*/ 804223 w 5734864"/>
              <a:gd name="connsiteY22" fmla="*/ 1601941 h 6858000"/>
              <a:gd name="connsiteX23" fmla="*/ 791773 w 5734864"/>
              <a:gd name="connsiteY23" fmla="*/ 1627005 h 6858000"/>
              <a:gd name="connsiteX24" fmla="*/ 774645 w 5734864"/>
              <a:gd name="connsiteY24" fmla="*/ 1699922 h 6858000"/>
              <a:gd name="connsiteX25" fmla="*/ 752343 w 5734864"/>
              <a:gd name="connsiteY25" fmla="*/ 1824604 h 6858000"/>
              <a:gd name="connsiteX26" fmla="*/ 746254 w 5734864"/>
              <a:gd name="connsiteY26" fmla="*/ 1850222 h 6858000"/>
              <a:gd name="connsiteX27" fmla="*/ 728600 w 5734864"/>
              <a:gd name="connsiteY27" fmla="*/ 1869603 h 6858000"/>
              <a:gd name="connsiteX28" fmla="*/ 724396 w 5734864"/>
              <a:gd name="connsiteY28" fmla="*/ 1883104 h 6858000"/>
              <a:gd name="connsiteX29" fmla="*/ 722165 w 5734864"/>
              <a:gd name="connsiteY29" fmla="*/ 1885924 h 6858000"/>
              <a:gd name="connsiteX30" fmla="*/ 721338 w 5734864"/>
              <a:gd name="connsiteY30" fmla="*/ 1887123 h 6858000"/>
              <a:gd name="connsiteX31" fmla="*/ 714840 w 5734864"/>
              <a:gd name="connsiteY31" fmla="*/ 1902274 h 6858000"/>
              <a:gd name="connsiteX32" fmla="*/ 722847 w 5734864"/>
              <a:gd name="connsiteY32" fmla="*/ 1929891 h 6858000"/>
              <a:gd name="connsiteX33" fmla="*/ 719647 w 5734864"/>
              <a:gd name="connsiteY33" fmla="*/ 1936120 h 6858000"/>
              <a:gd name="connsiteX34" fmla="*/ 714660 w 5734864"/>
              <a:gd name="connsiteY34" fmla="*/ 1982709 h 6858000"/>
              <a:gd name="connsiteX35" fmla="*/ 710759 w 5734864"/>
              <a:gd name="connsiteY35" fmla="*/ 2013010 h 6858000"/>
              <a:gd name="connsiteX36" fmla="*/ 697927 w 5734864"/>
              <a:gd name="connsiteY36" fmla="*/ 2069833 h 6858000"/>
              <a:gd name="connsiteX37" fmla="*/ 693594 w 5734864"/>
              <a:gd name="connsiteY37" fmla="*/ 2103731 h 6858000"/>
              <a:gd name="connsiteX38" fmla="*/ 691109 w 5734864"/>
              <a:gd name="connsiteY38" fmla="*/ 2124027 h 6858000"/>
              <a:gd name="connsiteX39" fmla="*/ 676593 w 5734864"/>
              <a:gd name="connsiteY39" fmla="*/ 2176182 h 6858000"/>
              <a:gd name="connsiteX40" fmla="*/ 633227 w 5734864"/>
              <a:gd name="connsiteY40" fmla="*/ 2258036 h 6858000"/>
              <a:gd name="connsiteX41" fmla="*/ 625564 w 5734864"/>
              <a:gd name="connsiteY41" fmla="*/ 2284567 h 6858000"/>
              <a:gd name="connsiteX42" fmla="*/ 627074 w 5734864"/>
              <a:gd name="connsiteY42" fmla="*/ 2289605 h 6858000"/>
              <a:gd name="connsiteX43" fmla="*/ 614574 w 5734864"/>
              <a:gd name="connsiteY43" fmla="*/ 2308717 h 6858000"/>
              <a:gd name="connsiteX44" fmla="*/ 606890 w 5734864"/>
              <a:gd name="connsiteY44" fmla="*/ 2320662 h 6858000"/>
              <a:gd name="connsiteX45" fmla="*/ 605558 w 5734864"/>
              <a:gd name="connsiteY45" fmla="*/ 2327897 h 6858000"/>
              <a:gd name="connsiteX46" fmla="*/ 602202 w 5734864"/>
              <a:gd name="connsiteY46" fmla="*/ 2357749 h 6858000"/>
              <a:gd name="connsiteX47" fmla="*/ 600213 w 5734864"/>
              <a:gd name="connsiteY47" fmla="*/ 2364905 h 6858000"/>
              <a:gd name="connsiteX48" fmla="*/ 597160 w 5734864"/>
              <a:gd name="connsiteY48" fmla="*/ 2388351 h 6858000"/>
              <a:gd name="connsiteX49" fmla="*/ 597982 w 5734864"/>
              <a:gd name="connsiteY49" fmla="*/ 2402296 h 6858000"/>
              <a:gd name="connsiteX50" fmla="*/ 593150 w 5734864"/>
              <a:gd name="connsiteY50" fmla="*/ 2420015 h 6858000"/>
              <a:gd name="connsiteX51" fmla="*/ 592833 w 5734864"/>
              <a:gd name="connsiteY51" fmla="*/ 2422749 h 6858000"/>
              <a:gd name="connsiteX52" fmla="*/ 594479 w 5734864"/>
              <a:gd name="connsiteY52" fmla="*/ 2426002 h 6858000"/>
              <a:gd name="connsiteX53" fmla="*/ 591963 w 5734864"/>
              <a:gd name="connsiteY53" fmla="*/ 2431950 h 6858000"/>
              <a:gd name="connsiteX54" fmla="*/ 591544 w 5734864"/>
              <a:gd name="connsiteY54" fmla="*/ 2433897 h 6858000"/>
              <a:gd name="connsiteX55" fmla="*/ 589519 w 5734864"/>
              <a:gd name="connsiteY55" fmla="*/ 2451398 h 6858000"/>
              <a:gd name="connsiteX56" fmla="*/ 590037 w 5734864"/>
              <a:gd name="connsiteY56" fmla="*/ 2455536 h 6858000"/>
              <a:gd name="connsiteX57" fmla="*/ 588179 w 5734864"/>
              <a:gd name="connsiteY57" fmla="*/ 2462981 h 6858000"/>
              <a:gd name="connsiteX58" fmla="*/ 583434 w 5734864"/>
              <a:gd name="connsiteY58" fmla="*/ 2503991 h 6858000"/>
              <a:gd name="connsiteX59" fmla="*/ 567942 w 5734864"/>
              <a:gd name="connsiteY59" fmla="*/ 2652936 h 6858000"/>
              <a:gd name="connsiteX60" fmla="*/ 573869 w 5734864"/>
              <a:gd name="connsiteY60" fmla="*/ 2670188 h 6858000"/>
              <a:gd name="connsiteX61" fmla="*/ 575243 w 5734864"/>
              <a:gd name="connsiteY61" fmla="*/ 2688114 h 6858000"/>
              <a:gd name="connsiteX62" fmla="*/ 573824 w 5734864"/>
              <a:gd name="connsiteY62" fmla="*/ 2689856 h 6858000"/>
              <a:gd name="connsiteX63" fmla="*/ 570699 w 5734864"/>
              <a:gd name="connsiteY63" fmla="*/ 2709353 h 6858000"/>
              <a:gd name="connsiteX64" fmla="*/ 573192 w 5734864"/>
              <a:gd name="connsiteY64" fmla="*/ 2714527 h 6858000"/>
              <a:gd name="connsiteX65" fmla="*/ 572044 w 5734864"/>
              <a:gd name="connsiteY65" fmla="*/ 2728187 h 6858000"/>
              <a:gd name="connsiteX66" fmla="*/ 572465 w 5734864"/>
              <a:gd name="connsiteY66" fmla="*/ 2755863 h 6858000"/>
              <a:gd name="connsiteX67" fmla="*/ 570028 w 5734864"/>
              <a:gd name="connsiteY67" fmla="*/ 2760324 h 6858000"/>
              <a:gd name="connsiteX68" fmla="*/ 566748 w 5734864"/>
              <a:gd name="connsiteY68" fmla="*/ 2800948 h 6858000"/>
              <a:gd name="connsiteX69" fmla="*/ 565509 w 5734864"/>
              <a:gd name="connsiteY69" fmla="*/ 2801167 h 6858000"/>
              <a:gd name="connsiteX70" fmla="*/ 559367 w 5734864"/>
              <a:gd name="connsiteY70" fmla="*/ 2811129 h 6858000"/>
              <a:gd name="connsiteX71" fmla="*/ 550354 w 5734864"/>
              <a:gd name="connsiteY71" fmla="*/ 2830949 h 6858000"/>
              <a:gd name="connsiteX72" fmla="*/ 514795 w 5734864"/>
              <a:gd name="connsiteY72" fmla="*/ 2872433 h 6858000"/>
              <a:gd name="connsiteX73" fmla="*/ 509875 w 5734864"/>
              <a:gd name="connsiteY73" fmla="*/ 2923099 h 6858000"/>
              <a:gd name="connsiteX74" fmla="*/ 509577 w 5734864"/>
              <a:gd name="connsiteY74" fmla="*/ 2923197 h 6858000"/>
              <a:gd name="connsiteX75" fmla="*/ 507597 w 5734864"/>
              <a:gd name="connsiteY75" fmla="*/ 2931868 h 6858000"/>
              <a:gd name="connsiteX76" fmla="*/ 507379 w 5734864"/>
              <a:gd name="connsiteY76" fmla="*/ 2938322 h 6858000"/>
              <a:gd name="connsiteX77" fmla="*/ 504725 w 5734864"/>
              <a:gd name="connsiteY77" fmla="*/ 2954519 h 6858000"/>
              <a:gd name="connsiteX78" fmla="*/ 502018 w 5734864"/>
              <a:gd name="connsiteY78" fmla="*/ 2959643 h 6858000"/>
              <a:gd name="connsiteX79" fmla="*/ 498360 w 5734864"/>
              <a:gd name="connsiteY79" fmla="*/ 2961019 h 6858000"/>
              <a:gd name="connsiteX80" fmla="*/ 498483 w 5734864"/>
              <a:gd name="connsiteY80" fmla="*/ 2962590 h 6858000"/>
              <a:gd name="connsiteX81" fmla="*/ 484403 w 5734864"/>
              <a:gd name="connsiteY81" fmla="*/ 2990538 h 6858000"/>
              <a:gd name="connsiteX82" fmla="*/ 463075 w 5734864"/>
              <a:gd name="connsiteY82" fmla="*/ 3055956 h 6858000"/>
              <a:gd name="connsiteX83" fmla="*/ 455013 w 5734864"/>
              <a:gd name="connsiteY83" fmla="*/ 3094482 h 6858000"/>
              <a:gd name="connsiteX84" fmla="*/ 428391 w 5734864"/>
              <a:gd name="connsiteY84" fmla="*/ 3198850 h 6858000"/>
              <a:gd name="connsiteX85" fmla="*/ 401440 w 5734864"/>
              <a:gd name="connsiteY85" fmla="*/ 3307560 h 6858000"/>
              <a:gd name="connsiteX86" fmla="*/ 386076 w 5734864"/>
              <a:gd name="connsiteY86" fmla="*/ 3373943 h 6858000"/>
              <a:gd name="connsiteX87" fmla="*/ 374726 w 5734864"/>
              <a:gd name="connsiteY87" fmla="*/ 3381364 h 6858000"/>
              <a:gd name="connsiteX88" fmla="*/ 369145 w 5734864"/>
              <a:gd name="connsiteY88" fmla="*/ 3383729 h 6858000"/>
              <a:gd name="connsiteX89" fmla="*/ 364294 w 5734864"/>
              <a:gd name="connsiteY89" fmla="*/ 3414159 h 6858000"/>
              <a:gd name="connsiteX90" fmla="*/ 366450 w 5734864"/>
              <a:gd name="connsiteY90" fmla="*/ 3436925 h 6858000"/>
              <a:gd name="connsiteX91" fmla="*/ 351743 w 5734864"/>
              <a:gd name="connsiteY91" fmla="*/ 3521619 h 6858000"/>
              <a:gd name="connsiteX92" fmla="*/ 345784 w 5734864"/>
              <a:gd name="connsiteY92" fmla="*/ 3603757 h 6858000"/>
              <a:gd name="connsiteX93" fmla="*/ 344198 w 5734864"/>
              <a:gd name="connsiteY93" fmla="*/ 3652424 h 6858000"/>
              <a:gd name="connsiteX94" fmla="*/ 352450 w 5734864"/>
              <a:gd name="connsiteY94" fmla="*/ 3665222 h 6858000"/>
              <a:gd name="connsiteX95" fmla="*/ 342621 w 5734864"/>
              <a:gd name="connsiteY95" fmla="*/ 3700804 h 6858000"/>
              <a:gd name="connsiteX96" fmla="*/ 341514 w 5734864"/>
              <a:gd name="connsiteY96" fmla="*/ 3734774 h 6858000"/>
              <a:gd name="connsiteX97" fmla="*/ 340607 w 5734864"/>
              <a:gd name="connsiteY97" fmla="*/ 3785153 h 6858000"/>
              <a:gd name="connsiteX98" fmla="*/ 340707 w 5734864"/>
              <a:gd name="connsiteY98" fmla="*/ 3788177 h 6858000"/>
              <a:gd name="connsiteX99" fmla="*/ 340361 w 5734864"/>
              <a:gd name="connsiteY99" fmla="*/ 3798803 h 6858000"/>
              <a:gd name="connsiteX100" fmla="*/ 339642 w 5734864"/>
              <a:gd name="connsiteY100" fmla="*/ 3838750 h 6858000"/>
              <a:gd name="connsiteX101" fmla="*/ 360295 w 5734864"/>
              <a:gd name="connsiteY101" fmla="*/ 4015196 h 6858000"/>
              <a:gd name="connsiteX102" fmla="*/ 339043 w 5734864"/>
              <a:gd name="connsiteY102" fmla="*/ 4052778 h 6858000"/>
              <a:gd name="connsiteX103" fmla="*/ 339343 w 5734864"/>
              <a:gd name="connsiteY103" fmla="*/ 4096257 h 6858000"/>
              <a:gd name="connsiteX104" fmla="*/ 340786 w 5734864"/>
              <a:gd name="connsiteY104" fmla="*/ 4321136 h 6858000"/>
              <a:gd name="connsiteX105" fmla="*/ 343158 w 5734864"/>
              <a:gd name="connsiteY105" fmla="*/ 4429174 h 6858000"/>
              <a:gd name="connsiteX106" fmla="*/ 334599 w 5734864"/>
              <a:gd name="connsiteY106" fmla="*/ 4449938 h 6858000"/>
              <a:gd name="connsiteX107" fmla="*/ 332890 w 5734864"/>
              <a:gd name="connsiteY107" fmla="*/ 4453515 h 6858000"/>
              <a:gd name="connsiteX108" fmla="*/ 331105 w 5734864"/>
              <a:gd name="connsiteY108" fmla="*/ 4467941 h 6858000"/>
              <a:gd name="connsiteX109" fmla="*/ 324289 w 5734864"/>
              <a:gd name="connsiteY109" fmla="*/ 4471861 h 6858000"/>
              <a:gd name="connsiteX110" fmla="*/ 317079 w 5734864"/>
              <a:gd name="connsiteY110" fmla="*/ 4493468 h 6858000"/>
              <a:gd name="connsiteX111" fmla="*/ 315557 w 5734864"/>
              <a:gd name="connsiteY111" fmla="*/ 4520067 h 6858000"/>
              <a:gd name="connsiteX112" fmla="*/ 315240 w 5734864"/>
              <a:gd name="connsiteY112" fmla="*/ 4536872 h 6858000"/>
              <a:gd name="connsiteX113" fmla="*/ 316200 w 5734864"/>
              <a:gd name="connsiteY113" fmla="*/ 4538297 h 6858000"/>
              <a:gd name="connsiteX114" fmla="*/ 317507 w 5734864"/>
              <a:gd name="connsiteY114" fmla="*/ 4547582 h 6858000"/>
              <a:gd name="connsiteX115" fmla="*/ 323078 w 5734864"/>
              <a:gd name="connsiteY115" fmla="*/ 4592102 h 6858000"/>
              <a:gd name="connsiteX116" fmla="*/ 328722 w 5734864"/>
              <a:gd name="connsiteY116" fmla="*/ 4667914 h 6858000"/>
              <a:gd name="connsiteX117" fmla="*/ 335597 w 5734864"/>
              <a:gd name="connsiteY117" fmla="*/ 4695035 h 6858000"/>
              <a:gd name="connsiteX118" fmla="*/ 339485 w 5734864"/>
              <a:gd name="connsiteY118" fmla="*/ 4695979 h 6858000"/>
              <a:gd name="connsiteX119" fmla="*/ 341089 w 5734864"/>
              <a:gd name="connsiteY119" fmla="*/ 4704268 h 6858000"/>
              <a:gd name="connsiteX120" fmla="*/ 342177 w 5734864"/>
              <a:gd name="connsiteY120" fmla="*/ 4706060 h 6858000"/>
              <a:gd name="connsiteX121" fmla="*/ 347751 w 5734864"/>
              <a:gd name="connsiteY121" fmla="*/ 4716754 h 6858000"/>
              <a:gd name="connsiteX122" fmla="*/ 344125 w 5734864"/>
              <a:gd name="connsiteY122" fmla="*/ 4764669 h 6858000"/>
              <a:gd name="connsiteX123" fmla="*/ 340188 w 5734864"/>
              <a:gd name="connsiteY123" fmla="*/ 4779386 h 6858000"/>
              <a:gd name="connsiteX124" fmla="*/ 335146 w 5734864"/>
              <a:gd name="connsiteY124" fmla="*/ 4787491 h 6858000"/>
              <a:gd name="connsiteX125" fmla="*/ 319124 w 5734864"/>
              <a:gd name="connsiteY125" fmla="*/ 4843514 h 6858000"/>
              <a:gd name="connsiteX126" fmla="*/ 305956 w 5734864"/>
              <a:gd name="connsiteY126" fmla="*/ 4881505 h 6858000"/>
              <a:gd name="connsiteX127" fmla="*/ 301062 w 5734864"/>
              <a:gd name="connsiteY127" fmla="*/ 4889332 h 6858000"/>
              <a:gd name="connsiteX128" fmla="*/ 302141 w 5734864"/>
              <a:gd name="connsiteY128" fmla="*/ 4899400 h 6858000"/>
              <a:gd name="connsiteX129" fmla="*/ 304424 w 5734864"/>
              <a:gd name="connsiteY129" fmla="*/ 4902664 h 6858000"/>
              <a:gd name="connsiteX130" fmla="*/ 293123 w 5734864"/>
              <a:gd name="connsiteY130" fmla="*/ 4932769 h 6858000"/>
              <a:gd name="connsiteX131" fmla="*/ 292275 w 5734864"/>
              <a:gd name="connsiteY131" fmla="*/ 4936482 h 6858000"/>
              <a:gd name="connsiteX132" fmla="*/ 288304 w 5734864"/>
              <a:gd name="connsiteY132" fmla="*/ 4962325 h 6858000"/>
              <a:gd name="connsiteX133" fmla="*/ 287420 w 5734864"/>
              <a:gd name="connsiteY133" fmla="*/ 5042193 h 6858000"/>
              <a:gd name="connsiteX134" fmla="*/ 287020 w 5734864"/>
              <a:gd name="connsiteY134" fmla="*/ 5065655 h 6858000"/>
              <a:gd name="connsiteX135" fmla="*/ 288488 w 5734864"/>
              <a:gd name="connsiteY135" fmla="*/ 5082216 h 6858000"/>
              <a:gd name="connsiteX136" fmla="*/ 282763 w 5734864"/>
              <a:gd name="connsiteY136" fmla="*/ 5127114 h 6858000"/>
              <a:gd name="connsiteX137" fmla="*/ 269316 w 5734864"/>
              <a:gd name="connsiteY137" fmla="*/ 5202682 h 6858000"/>
              <a:gd name="connsiteX138" fmla="*/ 269174 w 5734864"/>
              <a:gd name="connsiteY138" fmla="*/ 5230835 h 6858000"/>
              <a:gd name="connsiteX139" fmla="*/ 272679 w 5734864"/>
              <a:gd name="connsiteY139" fmla="*/ 5232660 h 6858000"/>
              <a:gd name="connsiteX140" fmla="*/ 272160 w 5734864"/>
              <a:gd name="connsiteY140" fmla="*/ 5241150 h 6858000"/>
              <a:gd name="connsiteX141" fmla="*/ 272760 w 5734864"/>
              <a:gd name="connsiteY141" fmla="*/ 5243156 h 6858000"/>
              <a:gd name="connsiteX142" fmla="*/ 275462 w 5734864"/>
              <a:gd name="connsiteY142" fmla="*/ 5254919 h 6858000"/>
              <a:gd name="connsiteX143" fmla="*/ 262897 w 5734864"/>
              <a:gd name="connsiteY143" fmla="*/ 5286259 h 6858000"/>
              <a:gd name="connsiteX144" fmla="*/ 252761 w 5734864"/>
              <a:gd name="connsiteY144" fmla="*/ 5357801 h 6858000"/>
              <a:gd name="connsiteX145" fmla="*/ 242360 w 5734864"/>
              <a:gd name="connsiteY145" fmla="*/ 5460080 h 6858000"/>
              <a:gd name="connsiteX146" fmla="*/ 229880 w 5734864"/>
              <a:gd name="connsiteY146" fmla="*/ 5539714 h 6858000"/>
              <a:gd name="connsiteX147" fmla="*/ 204283 w 5734864"/>
              <a:gd name="connsiteY147" fmla="*/ 5639080 h 6858000"/>
              <a:gd name="connsiteX148" fmla="*/ 198948 w 5734864"/>
              <a:gd name="connsiteY148" fmla="*/ 5710958 h 6858000"/>
              <a:gd name="connsiteX149" fmla="*/ 192367 w 5734864"/>
              <a:gd name="connsiteY149" fmla="*/ 5719859 h 6858000"/>
              <a:gd name="connsiteX150" fmla="*/ 188035 w 5734864"/>
              <a:gd name="connsiteY150" fmla="*/ 5729935 h 6858000"/>
              <a:gd name="connsiteX151" fmla="*/ 188428 w 5734864"/>
              <a:gd name="connsiteY151" fmla="*/ 5731182 h 6858000"/>
              <a:gd name="connsiteX152" fmla="*/ 181635 w 5734864"/>
              <a:gd name="connsiteY152" fmla="*/ 5753538 h 6858000"/>
              <a:gd name="connsiteX153" fmla="*/ 169744 w 5734864"/>
              <a:gd name="connsiteY153" fmla="*/ 5796307 h 6858000"/>
              <a:gd name="connsiteX154" fmla="*/ 170351 w 5734864"/>
              <a:gd name="connsiteY154" fmla="*/ 5796644 h 6858000"/>
              <a:gd name="connsiteX155" fmla="*/ 171559 w 5734864"/>
              <a:gd name="connsiteY155" fmla="*/ 5803435 h 6858000"/>
              <a:gd name="connsiteX156" fmla="*/ 172284 w 5734864"/>
              <a:gd name="connsiteY156" fmla="*/ 5816391 h 6858000"/>
              <a:gd name="connsiteX157" fmla="*/ 182542 w 5734864"/>
              <a:gd name="connsiteY157" fmla="*/ 5846382 h 6858000"/>
              <a:gd name="connsiteX158" fmla="*/ 175877 w 5734864"/>
              <a:gd name="connsiteY158" fmla="*/ 5871336 h 6858000"/>
              <a:gd name="connsiteX159" fmla="*/ 174910 w 5734864"/>
              <a:gd name="connsiteY159" fmla="*/ 5876376 h 6858000"/>
              <a:gd name="connsiteX160" fmla="*/ 175047 w 5734864"/>
              <a:gd name="connsiteY160" fmla="*/ 5876483 h 6858000"/>
              <a:gd name="connsiteX161" fmla="*/ 174335 w 5734864"/>
              <a:gd name="connsiteY161" fmla="*/ 5881814 h 6858000"/>
              <a:gd name="connsiteX162" fmla="*/ 171273 w 5734864"/>
              <a:gd name="connsiteY162" fmla="*/ 5895339 h 6858000"/>
              <a:gd name="connsiteX163" fmla="*/ 171658 w 5734864"/>
              <a:gd name="connsiteY163" fmla="*/ 5898749 h 6858000"/>
              <a:gd name="connsiteX164" fmla="*/ 174658 w 5734864"/>
              <a:gd name="connsiteY164" fmla="*/ 5919558 h 6858000"/>
              <a:gd name="connsiteX165" fmla="*/ 169099 w 5734864"/>
              <a:gd name="connsiteY165" fmla="*/ 5984417 h 6858000"/>
              <a:gd name="connsiteX166" fmla="*/ 162007 w 5734864"/>
              <a:gd name="connsiteY166" fmla="*/ 6049043 h 6858000"/>
              <a:gd name="connsiteX167" fmla="*/ 156875 w 5734864"/>
              <a:gd name="connsiteY167" fmla="*/ 6114000 h 6858000"/>
              <a:gd name="connsiteX168" fmla="*/ 165441 w 5734864"/>
              <a:gd name="connsiteY168" fmla="*/ 6146938 h 6858000"/>
              <a:gd name="connsiteX169" fmla="*/ 165177 w 5734864"/>
              <a:gd name="connsiteY169" fmla="*/ 6150658 h 6858000"/>
              <a:gd name="connsiteX170" fmla="*/ 161772 w 5734864"/>
              <a:gd name="connsiteY170" fmla="*/ 6160011 h 6858000"/>
              <a:gd name="connsiteX171" fmla="*/ 160051 w 5734864"/>
              <a:gd name="connsiteY171" fmla="*/ 6163393 h 6858000"/>
              <a:gd name="connsiteX172" fmla="*/ 158473 w 5734864"/>
              <a:gd name="connsiteY172" fmla="*/ 6168628 h 6858000"/>
              <a:gd name="connsiteX173" fmla="*/ 158573 w 5734864"/>
              <a:gd name="connsiteY173" fmla="*/ 6168799 h 6858000"/>
              <a:gd name="connsiteX174" fmla="*/ 146463 w 5734864"/>
              <a:gd name="connsiteY174" fmla="*/ 6196671 h 6858000"/>
              <a:gd name="connsiteX175" fmla="*/ 150209 w 5734864"/>
              <a:gd name="connsiteY175" fmla="*/ 6232365 h 6858000"/>
              <a:gd name="connsiteX176" fmla="*/ 148544 w 5734864"/>
              <a:gd name="connsiteY176" fmla="*/ 6246162 h 6858000"/>
              <a:gd name="connsiteX177" fmla="*/ 148403 w 5734864"/>
              <a:gd name="connsiteY177" fmla="*/ 6253754 h 6858000"/>
              <a:gd name="connsiteX178" fmla="*/ 138880 w 5734864"/>
              <a:gd name="connsiteY178" fmla="*/ 6276449 h 6858000"/>
              <a:gd name="connsiteX179" fmla="*/ 138683 w 5734864"/>
              <a:gd name="connsiteY179" fmla="*/ 6279721 h 6858000"/>
              <a:gd name="connsiteX180" fmla="*/ 130721 w 5734864"/>
              <a:gd name="connsiteY180" fmla="*/ 6293675 h 6858000"/>
              <a:gd name="connsiteX181" fmla="*/ 120717 w 5734864"/>
              <a:gd name="connsiteY181" fmla="*/ 6313967 h 6858000"/>
              <a:gd name="connsiteX182" fmla="*/ 120841 w 5734864"/>
              <a:gd name="connsiteY182" fmla="*/ 6315437 h 6858000"/>
              <a:gd name="connsiteX183" fmla="*/ 115208 w 5734864"/>
              <a:gd name="connsiteY183" fmla="*/ 6324024 h 6858000"/>
              <a:gd name="connsiteX184" fmla="*/ 101217 w 5734864"/>
              <a:gd name="connsiteY184" fmla="*/ 6365923 h 6858000"/>
              <a:gd name="connsiteX185" fmla="*/ 74946 w 5734864"/>
              <a:gd name="connsiteY185" fmla="*/ 6556817 h 6858000"/>
              <a:gd name="connsiteX186" fmla="*/ 16001 w 5734864"/>
              <a:gd name="connsiteY186" fmla="*/ 6808678 h 6858000"/>
              <a:gd name="connsiteX187" fmla="*/ 0 w 5734864"/>
              <a:gd name="connsiteY187" fmla="*/ 6858000 h 6858000"/>
              <a:gd name="connsiteX188" fmla="*/ 5734864 w 5734864"/>
              <a:gd name="connsiteY188" fmla="*/ 6858000 h 6858000"/>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6695 w 5734864"/>
              <a:gd name="connsiteY13" fmla="*/ 1035077 h 6858000"/>
              <a:gd name="connsiteX14" fmla="*/ 847865 w 5734864"/>
              <a:gd name="connsiteY14" fmla="*/ 1070795 h 6858000"/>
              <a:gd name="connsiteX15" fmla="*/ 862786 w 5734864"/>
              <a:gd name="connsiteY15" fmla="*/ 1238994 h 6858000"/>
              <a:gd name="connsiteX16" fmla="*/ 859345 w 5734864"/>
              <a:gd name="connsiteY16" fmla="*/ 1380427 h 6858000"/>
              <a:gd name="connsiteX17" fmla="*/ 855172 w 5734864"/>
              <a:gd name="connsiteY17" fmla="*/ 1435262 h 6858000"/>
              <a:gd name="connsiteX18" fmla="*/ 860494 w 5734864"/>
              <a:gd name="connsiteY18" fmla="*/ 1453861 h 6858000"/>
              <a:gd name="connsiteX19" fmla="*/ 853731 w 5734864"/>
              <a:gd name="connsiteY19" fmla="*/ 1467047 h 6858000"/>
              <a:gd name="connsiteX20" fmla="*/ 845847 w 5734864"/>
              <a:gd name="connsiteY20" fmla="*/ 1502307 h 6858000"/>
              <a:gd name="connsiteX21" fmla="*/ 817613 w 5734864"/>
              <a:gd name="connsiteY21" fmla="*/ 1565166 h 6858000"/>
              <a:gd name="connsiteX22" fmla="*/ 804223 w 5734864"/>
              <a:gd name="connsiteY22" fmla="*/ 1601941 h 6858000"/>
              <a:gd name="connsiteX23" fmla="*/ 791773 w 5734864"/>
              <a:gd name="connsiteY23" fmla="*/ 1627005 h 6858000"/>
              <a:gd name="connsiteX24" fmla="*/ 774645 w 5734864"/>
              <a:gd name="connsiteY24" fmla="*/ 1699922 h 6858000"/>
              <a:gd name="connsiteX25" fmla="*/ 752343 w 5734864"/>
              <a:gd name="connsiteY25" fmla="*/ 1824604 h 6858000"/>
              <a:gd name="connsiteX26" fmla="*/ 746254 w 5734864"/>
              <a:gd name="connsiteY26" fmla="*/ 1850222 h 6858000"/>
              <a:gd name="connsiteX27" fmla="*/ 728600 w 5734864"/>
              <a:gd name="connsiteY27" fmla="*/ 1869603 h 6858000"/>
              <a:gd name="connsiteX28" fmla="*/ 724396 w 5734864"/>
              <a:gd name="connsiteY28" fmla="*/ 1883104 h 6858000"/>
              <a:gd name="connsiteX29" fmla="*/ 722165 w 5734864"/>
              <a:gd name="connsiteY29" fmla="*/ 1885924 h 6858000"/>
              <a:gd name="connsiteX30" fmla="*/ 721338 w 5734864"/>
              <a:gd name="connsiteY30" fmla="*/ 1887123 h 6858000"/>
              <a:gd name="connsiteX31" fmla="*/ 714840 w 5734864"/>
              <a:gd name="connsiteY31" fmla="*/ 1902274 h 6858000"/>
              <a:gd name="connsiteX32" fmla="*/ 722847 w 5734864"/>
              <a:gd name="connsiteY32" fmla="*/ 1929891 h 6858000"/>
              <a:gd name="connsiteX33" fmla="*/ 714660 w 5734864"/>
              <a:gd name="connsiteY33" fmla="*/ 1982709 h 6858000"/>
              <a:gd name="connsiteX34" fmla="*/ 710759 w 5734864"/>
              <a:gd name="connsiteY34" fmla="*/ 2013010 h 6858000"/>
              <a:gd name="connsiteX35" fmla="*/ 697927 w 5734864"/>
              <a:gd name="connsiteY35" fmla="*/ 2069833 h 6858000"/>
              <a:gd name="connsiteX36" fmla="*/ 693594 w 5734864"/>
              <a:gd name="connsiteY36" fmla="*/ 2103731 h 6858000"/>
              <a:gd name="connsiteX37" fmla="*/ 691109 w 5734864"/>
              <a:gd name="connsiteY37" fmla="*/ 2124027 h 6858000"/>
              <a:gd name="connsiteX38" fmla="*/ 676593 w 5734864"/>
              <a:gd name="connsiteY38" fmla="*/ 2176182 h 6858000"/>
              <a:gd name="connsiteX39" fmla="*/ 633227 w 5734864"/>
              <a:gd name="connsiteY39" fmla="*/ 2258036 h 6858000"/>
              <a:gd name="connsiteX40" fmla="*/ 625564 w 5734864"/>
              <a:gd name="connsiteY40" fmla="*/ 2284567 h 6858000"/>
              <a:gd name="connsiteX41" fmla="*/ 627074 w 5734864"/>
              <a:gd name="connsiteY41" fmla="*/ 2289605 h 6858000"/>
              <a:gd name="connsiteX42" fmla="*/ 614574 w 5734864"/>
              <a:gd name="connsiteY42" fmla="*/ 2308717 h 6858000"/>
              <a:gd name="connsiteX43" fmla="*/ 606890 w 5734864"/>
              <a:gd name="connsiteY43" fmla="*/ 2320662 h 6858000"/>
              <a:gd name="connsiteX44" fmla="*/ 605558 w 5734864"/>
              <a:gd name="connsiteY44" fmla="*/ 2327897 h 6858000"/>
              <a:gd name="connsiteX45" fmla="*/ 602202 w 5734864"/>
              <a:gd name="connsiteY45" fmla="*/ 2357749 h 6858000"/>
              <a:gd name="connsiteX46" fmla="*/ 600213 w 5734864"/>
              <a:gd name="connsiteY46" fmla="*/ 2364905 h 6858000"/>
              <a:gd name="connsiteX47" fmla="*/ 597160 w 5734864"/>
              <a:gd name="connsiteY47" fmla="*/ 2388351 h 6858000"/>
              <a:gd name="connsiteX48" fmla="*/ 597982 w 5734864"/>
              <a:gd name="connsiteY48" fmla="*/ 2402296 h 6858000"/>
              <a:gd name="connsiteX49" fmla="*/ 593150 w 5734864"/>
              <a:gd name="connsiteY49" fmla="*/ 2420015 h 6858000"/>
              <a:gd name="connsiteX50" fmla="*/ 592833 w 5734864"/>
              <a:gd name="connsiteY50" fmla="*/ 2422749 h 6858000"/>
              <a:gd name="connsiteX51" fmla="*/ 594479 w 5734864"/>
              <a:gd name="connsiteY51" fmla="*/ 2426002 h 6858000"/>
              <a:gd name="connsiteX52" fmla="*/ 591963 w 5734864"/>
              <a:gd name="connsiteY52" fmla="*/ 2431950 h 6858000"/>
              <a:gd name="connsiteX53" fmla="*/ 591544 w 5734864"/>
              <a:gd name="connsiteY53" fmla="*/ 2433897 h 6858000"/>
              <a:gd name="connsiteX54" fmla="*/ 589519 w 5734864"/>
              <a:gd name="connsiteY54" fmla="*/ 2451398 h 6858000"/>
              <a:gd name="connsiteX55" fmla="*/ 590037 w 5734864"/>
              <a:gd name="connsiteY55" fmla="*/ 2455536 h 6858000"/>
              <a:gd name="connsiteX56" fmla="*/ 588179 w 5734864"/>
              <a:gd name="connsiteY56" fmla="*/ 2462981 h 6858000"/>
              <a:gd name="connsiteX57" fmla="*/ 583434 w 5734864"/>
              <a:gd name="connsiteY57" fmla="*/ 2503991 h 6858000"/>
              <a:gd name="connsiteX58" fmla="*/ 567942 w 5734864"/>
              <a:gd name="connsiteY58" fmla="*/ 2652936 h 6858000"/>
              <a:gd name="connsiteX59" fmla="*/ 573869 w 5734864"/>
              <a:gd name="connsiteY59" fmla="*/ 2670188 h 6858000"/>
              <a:gd name="connsiteX60" fmla="*/ 575243 w 5734864"/>
              <a:gd name="connsiteY60" fmla="*/ 2688114 h 6858000"/>
              <a:gd name="connsiteX61" fmla="*/ 573824 w 5734864"/>
              <a:gd name="connsiteY61" fmla="*/ 2689856 h 6858000"/>
              <a:gd name="connsiteX62" fmla="*/ 570699 w 5734864"/>
              <a:gd name="connsiteY62" fmla="*/ 2709353 h 6858000"/>
              <a:gd name="connsiteX63" fmla="*/ 573192 w 5734864"/>
              <a:gd name="connsiteY63" fmla="*/ 2714527 h 6858000"/>
              <a:gd name="connsiteX64" fmla="*/ 572044 w 5734864"/>
              <a:gd name="connsiteY64" fmla="*/ 2728187 h 6858000"/>
              <a:gd name="connsiteX65" fmla="*/ 572465 w 5734864"/>
              <a:gd name="connsiteY65" fmla="*/ 2755863 h 6858000"/>
              <a:gd name="connsiteX66" fmla="*/ 570028 w 5734864"/>
              <a:gd name="connsiteY66" fmla="*/ 2760324 h 6858000"/>
              <a:gd name="connsiteX67" fmla="*/ 566748 w 5734864"/>
              <a:gd name="connsiteY67" fmla="*/ 2800948 h 6858000"/>
              <a:gd name="connsiteX68" fmla="*/ 565509 w 5734864"/>
              <a:gd name="connsiteY68" fmla="*/ 2801167 h 6858000"/>
              <a:gd name="connsiteX69" fmla="*/ 559367 w 5734864"/>
              <a:gd name="connsiteY69" fmla="*/ 2811129 h 6858000"/>
              <a:gd name="connsiteX70" fmla="*/ 550354 w 5734864"/>
              <a:gd name="connsiteY70" fmla="*/ 2830949 h 6858000"/>
              <a:gd name="connsiteX71" fmla="*/ 514795 w 5734864"/>
              <a:gd name="connsiteY71" fmla="*/ 2872433 h 6858000"/>
              <a:gd name="connsiteX72" fmla="*/ 509875 w 5734864"/>
              <a:gd name="connsiteY72" fmla="*/ 2923099 h 6858000"/>
              <a:gd name="connsiteX73" fmla="*/ 509577 w 5734864"/>
              <a:gd name="connsiteY73" fmla="*/ 2923197 h 6858000"/>
              <a:gd name="connsiteX74" fmla="*/ 507597 w 5734864"/>
              <a:gd name="connsiteY74" fmla="*/ 2931868 h 6858000"/>
              <a:gd name="connsiteX75" fmla="*/ 507379 w 5734864"/>
              <a:gd name="connsiteY75" fmla="*/ 2938322 h 6858000"/>
              <a:gd name="connsiteX76" fmla="*/ 504725 w 5734864"/>
              <a:gd name="connsiteY76" fmla="*/ 2954519 h 6858000"/>
              <a:gd name="connsiteX77" fmla="*/ 502018 w 5734864"/>
              <a:gd name="connsiteY77" fmla="*/ 2959643 h 6858000"/>
              <a:gd name="connsiteX78" fmla="*/ 498360 w 5734864"/>
              <a:gd name="connsiteY78" fmla="*/ 2961019 h 6858000"/>
              <a:gd name="connsiteX79" fmla="*/ 498483 w 5734864"/>
              <a:gd name="connsiteY79" fmla="*/ 2962590 h 6858000"/>
              <a:gd name="connsiteX80" fmla="*/ 484403 w 5734864"/>
              <a:gd name="connsiteY80" fmla="*/ 2990538 h 6858000"/>
              <a:gd name="connsiteX81" fmla="*/ 463075 w 5734864"/>
              <a:gd name="connsiteY81" fmla="*/ 3055956 h 6858000"/>
              <a:gd name="connsiteX82" fmla="*/ 455013 w 5734864"/>
              <a:gd name="connsiteY82" fmla="*/ 3094482 h 6858000"/>
              <a:gd name="connsiteX83" fmla="*/ 428391 w 5734864"/>
              <a:gd name="connsiteY83" fmla="*/ 3198850 h 6858000"/>
              <a:gd name="connsiteX84" fmla="*/ 401440 w 5734864"/>
              <a:gd name="connsiteY84" fmla="*/ 3307560 h 6858000"/>
              <a:gd name="connsiteX85" fmla="*/ 386076 w 5734864"/>
              <a:gd name="connsiteY85" fmla="*/ 3373943 h 6858000"/>
              <a:gd name="connsiteX86" fmla="*/ 374726 w 5734864"/>
              <a:gd name="connsiteY86" fmla="*/ 3381364 h 6858000"/>
              <a:gd name="connsiteX87" fmla="*/ 369145 w 5734864"/>
              <a:gd name="connsiteY87" fmla="*/ 3383729 h 6858000"/>
              <a:gd name="connsiteX88" fmla="*/ 364294 w 5734864"/>
              <a:gd name="connsiteY88" fmla="*/ 3414159 h 6858000"/>
              <a:gd name="connsiteX89" fmla="*/ 366450 w 5734864"/>
              <a:gd name="connsiteY89" fmla="*/ 3436925 h 6858000"/>
              <a:gd name="connsiteX90" fmla="*/ 351743 w 5734864"/>
              <a:gd name="connsiteY90" fmla="*/ 3521619 h 6858000"/>
              <a:gd name="connsiteX91" fmla="*/ 345784 w 5734864"/>
              <a:gd name="connsiteY91" fmla="*/ 3603757 h 6858000"/>
              <a:gd name="connsiteX92" fmla="*/ 344198 w 5734864"/>
              <a:gd name="connsiteY92" fmla="*/ 3652424 h 6858000"/>
              <a:gd name="connsiteX93" fmla="*/ 352450 w 5734864"/>
              <a:gd name="connsiteY93" fmla="*/ 3665222 h 6858000"/>
              <a:gd name="connsiteX94" fmla="*/ 342621 w 5734864"/>
              <a:gd name="connsiteY94" fmla="*/ 3700804 h 6858000"/>
              <a:gd name="connsiteX95" fmla="*/ 341514 w 5734864"/>
              <a:gd name="connsiteY95" fmla="*/ 3734774 h 6858000"/>
              <a:gd name="connsiteX96" fmla="*/ 340607 w 5734864"/>
              <a:gd name="connsiteY96" fmla="*/ 3785153 h 6858000"/>
              <a:gd name="connsiteX97" fmla="*/ 340707 w 5734864"/>
              <a:gd name="connsiteY97" fmla="*/ 3788177 h 6858000"/>
              <a:gd name="connsiteX98" fmla="*/ 340361 w 5734864"/>
              <a:gd name="connsiteY98" fmla="*/ 3798803 h 6858000"/>
              <a:gd name="connsiteX99" fmla="*/ 339642 w 5734864"/>
              <a:gd name="connsiteY99" fmla="*/ 3838750 h 6858000"/>
              <a:gd name="connsiteX100" fmla="*/ 360295 w 5734864"/>
              <a:gd name="connsiteY100" fmla="*/ 4015196 h 6858000"/>
              <a:gd name="connsiteX101" fmla="*/ 339043 w 5734864"/>
              <a:gd name="connsiteY101" fmla="*/ 4052778 h 6858000"/>
              <a:gd name="connsiteX102" fmla="*/ 339343 w 5734864"/>
              <a:gd name="connsiteY102" fmla="*/ 4096257 h 6858000"/>
              <a:gd name="connsiteX103" fmla="*/ 340786 w 5734864"/>
              <a:gd name="connsiteY103" fmla="*/ 4321136 h 6858000"/>
              <a:gd name="connsiteX104" fmla="*/ 343158 w 5734864"/>
              <a:gd name="connsiteY104" fmla="*/ 4429174 h 6858000"/>
              <a:gd name="connsiteX105" fmla="*/ 334599 w 5734864"/>
              <a:gd name="connsiteY105" fmla="*/ 4449938 h 6858000"/>
              <a:gd name="connsiteX106" fmla="*/ 332890 w 5734864"/>
              <a:gd name="connsiteY106" fmla="*/ 4453515 h 6858000"/>
              <a:gd name="connsiteX107" fmla="*/ 331105 w 5734864"/>
              <a:gd name="connsiteY107" fmla="*/ 4467941 h 6858000"/>
              <a:gd name="connsiteX108" fmla="*/ 324289 w 5734864"/>
              <a:gd name="connsiteY108" fmla="*/ 4471861 h 6858000"/>
              <a:gd name="connsiteX109" fmla="*/ 317079 w 5734864"/>
              <a:gd name="connsiteY109" fmla="*/ 4493468 h 6858000"/>
              <a:gd name="connsiteX110" fmla="*/ 315557 w 5734864"/>
              <a:gd name="connsiteY110" fmla="*/ 4520067 h 6858000"/>
              <a:gd name="connsiteX111" fmla="*/ 315240 w 5734864"/>
              <a:gd name="connsiteY111" fmla="*/ 4536872 h 6858000"/>
              <a:gd name="connsiteX112" fmla="*/ 316200 w 5734864"/>
              <a:gd name="connsiteY112" fmla="*/ 4538297 h 6858000"/>
              <a:gd name="connsiteX113" fmla="*/ 317507 w 5734864"/>
              <a:gd name="connsiteY113" fmla="*/ 4547582 h 6858000"/>
              <a:gd name="connsiteX114" fmla="*/ 323078 w 5734864"/>
              <a:gd name="connsiteY114" fmla="*/ 4592102 h 6858000"/>
              <a:gd name="connsiteX115" fmla="*/ 328722 w 5734864"/>
              <a:gd name="connsiteY115" fmla="*/ 4667914 h 6858000"/>
              <a:gd name="connsiteX116" fmla="*/ 335597 w 5734864"/>
              <a:gd name="connsiteY116" fmla="*/ 4695035 h 6858000"/>
              <a:gd name="connsiteX117" fmla="*/ 339485 w 5734864"/>
              <a:gd name="connsiteY117" fmla="*/ 4695979 h 6858000"/>
              <a:gd name="connsiteX118" fmla="*/ 341089 w 5734864"/>
              <a:gd name="connsiteY118" fmla="*/ 4704268 h 6858000"/>
              <a:gd name="connsiteX119" fmla="*/ 342177 w 5734864"/>
              <a:gd name="connsiteY119" fmla="*/ 4706060 h 6858000"/>
              <a:gd name="connsiteX120" fmla="*/ 347751 w 5734864"/>
              <a:gd name="connsiteY120" fmla="*/ 4716754 h 6858000"/>
              <a:gd name="connsiteX121" fmla="*/ 344125 w 5734864"/>
              <a:gd name="connsiteY121" fmla="*/ 4764669 h 6858000"/>
              <a:gd name="connsiteX122" fmla="*/ 340188 w 5734864"/>
              <a:gd name="connsiteY122" fmla="*/ 4779386 h 6858000"/>
              <a:gd name="connsiteX123" fmla="*/ 335146 w 5734864"/>
              <a:gd name="connsiteY123" fmla="*/ 4787491 h 6858000"/>
              <a:gd name="connsiteX124" fmla="*/ 319124 w 5734864"/>
              <a:gd name="connsiteY124" fmla="*/ 4843514 h 6858000"/>
              <a:gd name="connsiteX125" fmla="*/ 305956 w 5734864"/>
              <a:gd name="connsiteY125" fmla="*/ 4881505 h 6858000"/>
              <a:gd name="connsiteX126" fmla="*/ 301062 w 5734864"/>
              <a:gd name="connsiteY126" fmla="*/ 4889332 h 6858000"/>
              <a:gd name="connsiteX127" fmla="*/ 302141 w 5734864"/>
              <a:gd name="connsiteY127" fmla="*/ 4899400 h 6858000"/>
              <a:gd name="connsiteX128" fmla="*/ 304424 w 5734864"/>
              <a:gd name="connsiteY128" fmla="*/ 4902664 h 6858000"/>
              <a:gd name="connsiteX129" fmla="*/ 293123 w 5734864"/>
              <a:gd name="connsiteY129" fmla="*/ 4932769 h 6858000"/>
              <a:gd name="connsiteX130" fmla="*/ 292275 w 5734864"/>
              <a:gd name="connsiteY130" fmla="*/ 4936482 h 6858000"/>
              <a:gd name="connsiteX131" fmla="*/ 288304 w 5734864"/>
              <a:gd name="connsiteY131" fmla="*/ 4962325 h 6858000"/>
              <a:gd name="connsiteX132" fmla="*/ 287420 w 5734864"/>
              <a:gd name="connsiteY132" fmla="*/ 5042193 h 6858000"/>
              <a:gd name="connsiteX133" fmla="*/ 287020 w 5734864"/>
              <a:gd name="connsiteY133" fmla="*/ 5065655 h 6858000"/>
              <a:gd name="connsiteX134" fmla="*/ 288488 w 5734864"/>
              <a:gd name="connsiteY134" fmla="*/ 5082216 h 6858000"/>
              <a:gd name="connsiteX135" fmla="*/ 282763 w 5734864"/>
              <a:gd name="connsiteY135" fmla="*/ 5127114 h 6858000"/>
              <a:gd name="connsiteX136" fmla="*/ 269316 w 5734864"/>
              <a:gd name="connsiteY136" fmla="*/ 5202682 h 6858000"/>
              <a:gd name="connsiteX137" fmla="*/ 269174 w 5734864"/>
              <a:gd name="connsiteY137" fmla="*/ 5230835 h 6858000"/>
              <a:gd name="connsiteX138" fmla="*/ 272679 w 5734864"/>
              <a:gd name="connsiteY138" fmla="*/ 5232660 h 6858000"/>
              <a:gd name="connsiteX139" fmla="*/ 272160 w 5734864"/>
              <a:gd name="connsiteY139" fmla="*/ 5241150 h 6858000"/>
              <a:gd name="connsiteX140" fmla="*/ 272760 w 5734864"/>
              <a:gd name="connsiteY140" fmla="*/ 5243156 h 6858000"/>
              <a:gd name="connsiteX141" fmla="*/ 275462 w 5734864"/>
              <a:gd name="connsiteY141" fmla="*/ 5254919 h 6858000"/>
              <a:gd name="connsiteX142" fmla="*/ 262897 w 5734864"/>
              <a:gd name="connsiteY142" fmla="*/ 5286259 h 6858000"/>
              <a:gd name="connsiteX143" fmla="*/ 252761 w 5734864"/>
              <a:gd name="connsiteY143" fmla="*/ 5357801 h 6858000"/>
              <a:gd name="connsiteX144" fmla="*/ 242360 w 5734864"/>
              <a:gd name="connsiteY144" fmla="*/ 5460080 h 6858000"/>
              <a:gd name="connsiteX145" fmla="*/ 229880 w 5734864"/>
              <a:gd name="connsiteY145" fmla="*/ 5539714 h 6858000"/>
              <a:gd name="connsiteX146" fmla="*/ 204283 w 5734864"/>
              <a:gd name="connsiteY146" fmla="*/ 5639080 h 6858000"/>
              <a:gd name="connsiteX147" fmla="*/ 198948 w 5734864"/>
              <a:gd name="connsiteY147" fmla="*/ 5710958 h 6858000"/>
              <a:gd name="connsiteX148" fmla="*/ 192367 w 5734864"/>
              <a:gd name="connsiteY148" fmla="*/ 5719859 h 6858000"/>
              <a:gd name="connsiteX149" fmla="*/ 188035 w 5734864"/>
              <a:gd name="connsiteY149" fmla="*/ 5729935 h 6858000"/>
              <a:gd name="connsiteX150" fmla="*/ 188428 w 5734864"/>
              <a:gd name="connsiteY150" fmla="*/ 5731182 h 6858000"/>
              <a:gd name="connsiteX151" fmla="*/ 181635 w 5734864"/>
              <a:gd name="connsiteY151" fmla="*/ 5753538 h 6858000"/>
              <a:gd name="connsiteX152" fmla="*/ 169744 w 5734864"/>
              <a:gd name="connsiteY152" fmla="*/ 5796307 h 6858000"/>
              <a:gd name="connsiteX153" fmla="*/ 170351 w 5734864"/>
              <a:gd name="connsiteY153" fmla="*/ 5796644 h 6858000"/>
              <a:gd name="connsiteX154" fmla="*/ 171559 w 5734864"/>
              <a:gd name="connsiteY154" fmla="*/ 5803435 h 6858000"/>
              <a:gd name="connsiteX155" fmla="*/ 172284 w 5734864"/>
              <a:gd name="connsiteY155" fmla="*/ 5816391 h 6858000"/>
              <a:gd name="connsiteX156" fmla="*/ 182542 w 5734864"/>
              <a:gd name="connsiteY156" fmla="*/ 5846382 h 6858000"/>
              <a:gd name="connsiteX157" fmla="*/ 175877 w 5734864"/>
              <a:gd name="connsiteY157" fmla="*/ 5871336 h 6858000"/>
              <a:gd name="connsiteX158" fmla="*/ 174910 w 5734864"/>
              <a:gd name="connsiteY158" fmla="*/ 5876376 h 6858000"/>
              <a:gd name="connsiteX159" fmla="*/ 175047 w 5734864"/>
              <a:gd name="connsiteY159" fmla="*/ 5876483 h 6858000"/>
              <a:gd name="connsiteX160" fmla="*/ 174335 w 5734864"/>
              <a:gd name="connsiteY160" fmla="*/ 5881814 h 6858000"/>
              <a:gd name="connsiteX161" fmla="*/ 171273 w 5734864"/>
              <a:gd name="connsiteY161" fmla="*/ 5895339 h 6858000"/>
              <a:gd name="connsiteX162" fmla="*/ 171658 w 5734864"/>
              <a:gd name="connsiteY162" fmla="*/ 5898749 h 6858000"/>
              <a:gd name="connsiteX163" fmla="*/ 174658 w 5734864"/>
              <a:gd name="connsiteY163" fmla="*/ 5919558 h 6858000"/>
              <a:gd name="connsiteX164" fmla="*/ 169099 w 5734864"/>
              <a:gd name="connsiteY164" fmla="*/ 5984417 h 6858000"/>
              <a:gd name="connsiteX165" fmla="*/ 162007 w 5734864"/>
              <a:gd name="connsiteY165" fmla="*/ 6049043 h 6858000"/>
              <a:gd name="connsiteX166" fmla="*/ 156875 w 5734864"/>
              <a:gd name="connsiteY166" fmla="*/ 6114000 h 6858000"/>
              <a:gd name="connsiteX167" fmla="*/ 165441 w 5734864"/>
              <a:gd name="connsiteY167" fmla="*/ 6146938 h 6858000"/>
              <a:gd name="connsiteX168" fmla="*/ 165177 w 5734864"/>
              <a:gd name="connsiteY168" fmla="*/ 6150658 h 6858000"/>
              <a:gd name="connsiteX169" fmla="*/ 161772 w 5734864"/>
              <a:gd name="connsiteY169" fmla="*/ 6160011 h 6858000"/>
              <a:gd name="connsiteX170" fmla="*/ 160051 w 5734864"/>
              <a:gd name="connsiteY170" fmla="*/ 6163393 h 6858000"/>
              <a:gd name="connsiteX171" fmla="*/ 158473 w 5734864"/>
              <a:gd name="connsiteY171" fmla="*/ 6168628 h 6858000"/>
              <a:gd name="connsiteX172" fmla="*/ 158573 w 5734864"/>
              <a:gd name="connsiteY172" fmla="*/ 6168799 h 6858000"/>
              <a:gd name="connsiteX173" fmla="*/ 146463 w 5734864"/>
              <a:gd name="connsiteY173" fmla="*/ 6196671 h 6858000"/>
              <a:gd name="connsiteX174" fmla="*/ 150209 w 5734864"/>
              <a:gd name="connsiteY174" fmla="*/ 6232365 h 6858000"/>
              <a:gd name="connsiteX175" fmla="*/ 148544 w 5734864"/>
              <a:gd name="connsiteY175" fmla="*/ 6246162 h 6858000"/>
              <a:gd name="connsiteX176" fmla="*/ 148403 w 5734864"/>
              <a:gd name="connsiteY176" fmla="*/ 6253754 h 6858000"/>
              <a:gd name="connsiteX177" fmla="*/ 138880 w 5734864"/>
              <a:gd name="connsiteY177" fmla="*/ 6276449 h 6858000"/>
              <a:gd name="connsiteX178" fmla="*/ 138683 w 5734864"/>
              <a:gd name="connsiteY178" fmla="*/ 6279721 h 6858000"/>
              <a:gd name="connsiteX179" fmla="*/ 130721 w 5734864"/>
              <a:gd name="connsiteY179" fmla="*/ 6293675 h 6858000"/>
              <a:gd name="connsiteX180" fmla="*/ 120717 w 5734864"/>
              <a:gd name="connsiteY180" fmla="*/ 6313967 h 6858000"/>
              <a:gd name="connsiteX181" fmla="*/ 120841 w 5734864"/>
              <a:gd name="connsiteY181" fmla="*/ 6315437 h 6858000"/>
              <a:gd name="connsiteX182" fmla="*/ 115208 w 5734864"/>
              <a:gd name="connsiteY182" fmla="*/ 6324024 h 6858000"/>
              <a:gd name="connsiteX183" fmla="*/ 101217 w 5734864"/>
              <a:gd name="connsiteY183" fmla="*/ 6365923 h 6858000"/>
              <a:gd name="connsiteX184" fmla="*/ 74946 w 5734864"/>
              <a:gd name="connsiteY184" fmla="*/ 6556817 h 6858000"/>
              <a:gd name="connsiteX185" fmla="*/ 16001 w 5734864"/>
              <a:gd name="connsiteY185" fmla="*/ 6808678 h 6858000"/>
              <a:gd name="connsiteX186" fmla="*/ 0 w 5734864"/>
              <a:gd name="connsiteY186" fmla="*/ 6858000 h 6858000"/>
              <a:gd name="connsiteX187" fmla="*/ 5734864 w 5734864"/>
              <a:gd name="connsiteY187" fmla="*/ 6858000 h 6858000"/>
              <a:gd name="connsiteX188" fmla="*/ 5734864 w 5734864"/>
              <a:gd name="connsiteY188" fmla="*/ 0 h 6858000"/>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7865 w 5734864"/>
              <a:gd name="connsiteY13" fmla="*/ 1070795 h 6858000"/>
              <a:gd name="connsiteX14" fmla="*/ 862786 w 5734864"/>
              <a:gd name="connsiteY14" fmla="*/ 1238994 h 6858000"/>
              <a:gd name="connsiteX15" fmla="*/ 859345 w 5734864"/>
              <a:gd name="connsiteY15" fmla="*/ 1380427 h 6858000"/>
              <a:gd name="connsiteX16" fmla="*/ 855172 w 5734864"/>
              <a:gd name="connsiteY16" fmla="*/ 1435262 h 6858000"/>
              <a:gd name="connsiteX17" fmla="*/ 860494 w 5734864"/>
              <a:gd name="connsiteY17" fmla="*/ 1453861 h 6858000"/>
              <a:gd name="connsiteX18" fmla="*/ 853731 w 5734864"/>
              <a:gd name="connsiteY18" fmla="*/ 1467047 h 6858000"/>
              <a:gd name="connsiteX19" fmla="*/ 845847 w 5734864"/>
              <a:gd name="connsiteY19" fmla="*/ 1502307 h 6858000"/>
              <a:gd name="connsiteX20" fmla="*/ 817613 w 5734864"/>
              <a:gd name="connsiteY20" fmla="*/ 1565166 h 6858000"/>
              <a:gd name="connsiteX21" fmla="*/ 804223 w 5734864"/>
              <a:gd name="connsiteY21" fmla="*/ 1601941 h 6858000"/>
              <a:gd name="connsiteX22" fmla="*/ 791773 w 5734864"/>
              <a:gd name="connsiteY22" fmla="*/ 1627005 h 6858000"/>
              <a:gd name="connsiteX23" fmla="*/ 774645 w 5734864"/>
              <a:gd name="connsiteY23" fmla="*/ 1699922 h 6858000"/>
              <a:gd name="connsiteX24" fmla="*/ 752343 w 5734864"/>
              <a:gd name="connsiteY24" fmla="*/ 1824604 h 6858000"/>
              <a:gd name="connsiteX25" fmla="*/ 746254 w 5734864"/>
              <a:gd name="connsiteY25" fmla="*/ 1850222 h 6858000"/>
              <a:gd name="connsiteX26" fmla="*/ 728600 w 5734864"/>
              <a:gd name="connsiteY26" fmla="*/ 1869603 h 6858000"/>
              <a:gd name="connsiteX27" fmla="*/ 724396 w 5734864"/>
              <a:gd name="connsiteY27" fmla="*/ 1883104 h 6858000"/>
              <a:gd name="connsiteX28" fmla="*/ 722165 w 5734864"/>
              <a:gd name="connsiteY28" fmla="*/ 1885924 h 6858000"/>
              <a:gd name="connsiteX29" fmla="*/ 721338 w 5734864"/>
              <a:gd name="connsiteY29" fmla="*/ 1887123 h 6858000"/>
              <a:gd name="connsiteX30" fmla="*/ 714840 w 5734864"/>
              <a:gd name="connsiteY30" fmla="*/ 1902274 h 6858000"/>
              <a:gd name="connsiteX31" fmla="*/ 722847 w 5734864"/>
              <a:gd name="connsiteY31" fmla="*/ 1929891 h 6858000"/>
              <a:gd name="connsiteX32" fmla="*/ 714660 w 5734864"/>
              <a:gd name="connsiteY32" fmla="*/ 1982709 h 6858000"/>
              <a:gd name="connsiteX33" fmla="*/ 710759 w 5734864"/>
              <a:gd name="connsiteY33" fmla="*/ 2013010 h 6858000"/>
              <a:gd name="connsiteX34" fmla="*/ 697927 w 5734864"/>
              <a:gd name="connsiteY34" fmla="*/ 2069833 h 6858000"/>
              <a:gd name="connsiteX35" fmla="*/ 693594 w 5734864"/>
              <a:gd name="connsiteY35" fmla="*/ 2103731 h 6858000"/>
              <a:gd name="connsiteX36" fmla="*/ 691109 w 5734864"/>
              <a:gd name="connsiteY36" fmla="*/ 2124027 h 6858000"/>
              <a:gd name="connsiteX37" fmla="*/ 676593 w 5734864"/>
              <a:gd name="connsiteY37" fmla="*/ 2176182 h 6858000"/>
              <a:gd name="connsiteX38" fmla="*/ 633227 w 5734864"/>
              <a:gd name="connsiteY38" fmla="*/ 2258036 h 6858000"/>
              <a:gd name="connsiteX39" fmla="*/ 625564 w 5734864"/>
              <a:gd name="connsiteY39" fmla="*/ 2284567 h 6858000"/>
              <a:gd name="connsiteX40" fmla="*/ 627074 w 5734864"/>
              <a:gd name="connsiteY40" fmla="*/ 2289605 h 6858000"/>
              <a:gd name="connsiteX41" fmla="*/ 614574 w 5734864"/>
              <a:gd name="connsiteY41" fmla="*/ 2308717 h 6858000"/>
              <a:gd name="connsiteX42" fmla="*/ 606890 w 5734864"/>
              <a:gd name="connsiteY42" fmla="*/ 2320662 h 6858000"/>
              <a:gd name="connsiteX43" fmla="*/ 605558 w 5734864"/>
              <a:gd name="connsiteY43" fmla="*/ 2327897 h 6858000"/>
              <a:gd name="connsiteX44" fmla="*/ 602202 w 5734864"/>
              <a:gd name="connsiteY44" fmla="*/ 2357749 h 6858000"/>
              <a:gd name="connsiteX45" fmla="*/ 600213 w 5734864"/>
              <a:gd name="connsiteY45" fmla="*/ 2364905 h 6858000"/>
              <a:gd name="connsiteX46" fmla="*/ 597160 w 5734864"/>
              <a:gd name="connsiteY46" fmla="*/ 2388351 h 6858000"/>
              <a:gd name="connsiteX47" fmla="*/ 597982 w 5734864"/>
              <a:gd name="connsiteY47" fmla="*/ 2402296 h 6858000"/>
              <a:gd name="connsiteX48" fmla="*/ 593150 w 5734864"/>
              <a:gd name="connsiteY48" fmla="*/ 2420015 h 6858000"/>
              <a:gd name="connsiteX49" fmla="*/ 592833 w 5734864"/>
              <a:gd name="connsiteY49" fmla="*/ 2422749 h 6858000"/>
              <a:gd name="connsiteX50" fmla="*/ 594479 w 5734864"/>
              <a:gd name="connsiteY50" fmla="*/ 2426002 h 6858000"/>
              <a:gd name="connsiteX51" fmla="*/ 591963 w 5734864"/>
              <a:gd name="connsiteY51" fmla="*/ 2431950 h 6858000"/>
              <a:gd name="connsiteX52" fmla="*/ 591544 w 5734864"/>
              <a:gd name="connsiteY52" fmla="*/ 2433897 h 6858000"/>
              <a:gd name="connsiteX53" fmla="*/ 589519 w 5734864"/>
              <a:gd name="connsiteY53" fmla="*/ 2451398 h 6858000"/>
              <a:gd name="connsiteX54" fmla="*/ 590037 w 5734864"/>
              <a:gd name="connsiteY54" fmla="*/ 2455536 h 6858000"/>
              <a:gd name="connsiteX55" fmla="*/ 588179 w 5734864"/>
              <a:gd name="connsiteY55" fmla="*/ 2462981 h 6858000"/>
              <a:gd name="connsiteX56" fmla="*/ 583434 w 5734864"/>
              <a:gd name="connsiteY56" fmla="*/ 2503991 h 6858000"/>
              <a:gd name="connsiteX57" fmla="*/ 567942 w 5734864"/>
              <a:gd name="connsiteY57" fmla="*/ 2652936 h 6858000"/>
              <a:gd name="connsiteX58" fmla="*/ 573869 w 5734864"/>
              <a:gd name="connsiteY58" fmla="*/ 2670188 h 6858000"/>
              <a:gd name="connsiteX59" fmla="*/ 575243 w 5734864"/>
              <a:gd name="connsiteY59" fmla="*/ 2688114 h 6858000"/>
              <a:gd name="connsiteX60" fmla="*/ 573824 w 5734864"/>
              <a:gd name="connsiteY60" fmla="*/ 2689856 h 6858000"/>
              <a:gd name="connsiteX61" fmla="*/ 570699 w 5734864"/>
              <a:gd name="connsiteY61" fmla="*/ 2709353 h 6858000"/>
              <a:gd name="connsiteX62" fmla="*/ 573192 w 5734864"/>
              <a:gd name="connsiteY62" fmla="*/ 2714527 h 6858000"/>
              <a:gd name="connsiteX63" fmla="*/ 572044 w 5734864"/>
              <a:gd name="connsiteY63" fmla="*/ 2728187 h 6858000"/>
              <a:gd name="connsiteX64" fmla="*/ 572465 w 5734864"/>
              <a:gd name="connsiteY64" fmla="*/ 2755863 h 6858000"/>
              <a:gd name="connsiteX65" fmla="*/ 570028 w 5734864"/>
              <a:gd name="connsiteY65" fmla="*/ 2760324 h 6858000"/>
              <a:gd name="connsiteX66" fmla="*/ 566748 w 5734864"/>
              <a:gd name="connsiteY66" fmla="*/ 2800948 h 6858000"/>
              <a:gd name="connsiteX67" fmla="*/ 565509 w 5734864"/>
              <a:gd name="connsiteY67" fmla="*/ 2801167 h 6858000"/>
              <a:gd name="connsiteX68" fmla="*/ 559367 w 5734864"/>
              <a:gd name="connsiteY68" fmla="*/ 2811129 h 6858000"/>
              <a:gd name="connsiteX69" fmla="*/ 550354 w 5734864"/>
              <a:gd name="connsiteY69" fmla="*/ 2830949 h 6858000"/>
              <a:gd name="connsiteX70" fmla="*/ 514795 w 5734864"/>
              <a:gd name="connsiteY70" fmla="*/ 2872433 h 6858000"/>
              <a:gd name="connsiteX71" fmla="*/ 509875 w 5734864"/>
              <a:gd name="connsiteY71" fmla="*/ 2923099 h 6858000"/>
              <a:gd name="connsiteX72" fmla="*/ 509577 w 5734864"/>
              <a:gd name="connsiteY72" fmla="*/ 2923197 h 6858000"/>
              <a:gd name="connsiteX73" fmla="*/ 507597 w 5734864"/>
              <a:gd name="connsiteY73" fmla="*/ 2931868 h 6858000"/>
              <a:gd name="connsiteX74" fmla="*/ 507379 w 5734864"/>
              <a:gd name="connsiteY74" fmla="*/ 2938322 h 6858000"/>
              <a:gd name="connsiteX75" fmla="*/ 504725 w 5734864"/>
              <a:gd name="connsiteY75" fmla="*/ 2954519 h 6858000"/>
              <a:gd name="connsiteX76" fmla="*/ 502018 w 5734864"/>
              <a:gd name="connsiteY76" fmla="*/ 2959643 h 6858000"/>
              <a:gd name="connsiteX77" fmla="*/ 498360 w 5734864"/>
              <a:gd name="connsiteY77" fmla="*/ 2961019 h 6858000"/>
              <a:gd name="connsiteX78" fmla="*/ 498483 w 5734864"/>
              <a:gd name="connsiteY78" fmla="*/ 2962590 h 6858000"/>
              <a:gd name="connsiteX79" fmla="*/ 484403 w 5734864"/>
              <a:gd name="connsiteY79" fmla="*/ 2990538 h 6858000"/>
              <a:gd name="connsiteX80" fmla="*/ 463075 w 5734864"/>
              <a:gd name="connsiteY80" fmla="*/ 3055956 h 6858000"/>
              <a:gd name="connsiteX81" fmla="*/ 455013 w 5734864"/>
              <a:gd name="connsiteY81" fmla="*/ 3094482 h 6858000"/>
              <a:gd name="connsiteX82" fmla="*/ 428391 w 5734864"/>
              <a:gd name="connsiteY82" fmla="*/ 3198850 h 6858000"/>
              <a:gd name="connsiteX83" fmla="*/ 401440 w 5734864"/>
              <a:gd name="connsiteY83" fmla="*/ 3307560 h 6858000"/>
              <a:gd name="connsiteX84" fmla="*/ 386076 w 5734864"/>
              <a:gd name="connsiteY84" fmla="*/ 3373943 h 6858000"/>
              <a:gd name="connsiteX85" fmla="*/ 374726 w 5734864"/>
              <a:gd name="connsiteY85" fmla="*/ 3381364 h 6858000"/>
              <a:gd name="connsiteX86" fmla="*/ 369145 w 5734864"/>
              <a:gd name="connsiteY86" fmla="*/ 3383729 h 6858000"/>
              <a:gd name="connsiteX87" fmla="*/ 364294 w 5734864"/>
              <a:gd name="connsiteY87" fmla="*/ 3414159 h 6858000"/>
              <a:gd name="connsiteX88" fmla="*/ 366450 w 5734864"/>
              <a:gd name="connsiteY88" fmla="*/ 3436925 h 6858000"/>
              <a:gd name="connsiteX89" fmla="*/ 351743 w 5734864"/>
              <a:gd name="connsiteY89" fmla="*/ 3521619 h 6858000"/>
              <a:gd name="connsiteX90" fmla="*/ 345784 w 5734864"/>
              <a:gd name="connsiteY90" fmla="*/ 3603757 h 6858000"/>
              <a:gd name="connsiteX91" fmla="*/ 344198 w 5734864"/>
              <a:gd name="connsiteY91" fmla="*/ 3652424 h 6858000"/>
              <a:gd name="connsiteX92" fmla="*/ 352450 w 5734864"/>
              <a:gd name="connsiteY92" fmla="*/ 3665222 h 6858000"/>
              <a:gd name="connsiteX93" fmla="*/ 342621 w 5734864"/>
              <a:gd name="connsiteY93" fmla="*/ 3700804 h 6858000"/>
              <a:gd name="connsiteX94" fmla="*/ 341514 w 5734864"/>
              <a:gd name="connsiteY94" fmla="*/ 3734774 h 6858000"/>
              <a:gd name="connsiteX95" fmla="*/ 340607 w 5734864"/>
              <a:gd name="connsiteY95" fmla="*/ 3785153 h 6858000"/>
              <a:gd name="connsiteX96" fmla="*/ 340707 w 5734864"/>
              <a:gd name="connsiteY96" fmla="*/ 3788177 h 6858000"/>
              <a:gd name="connsiteX97" fmla="*/ 340361 w 5734864"/>
              <a:gd name="connsiteY97" fmla="*/ 3798803 h 6858000"/>
              <a:gd name="connsiteX98" fmla="*/ 339642 w 5734864"/>
              <a:gd name="connsiteY98" fmla="*/ 3838750 h 6858000"/>
              <a:gd name="connsiteX99" fmla="*/ 360295 w 5734864"/>
              <a:gd name="connsiteY99" fmla="*/ 4015196 h 6858000"/>
              <a:gd name="connsiteX100" fmla="*/ 339043 w 5734864"/>
              <a:gd name="connsiteY100" fmla="*/ 4052778 h 6858000"/>
              <a:gd name="connsiteX101" fmla="*/ 339343 w 5734864"/>
              <a:gd name="connsiteY101" fmla="*/ 4096257 h 6858000"/>
              <a:gd name="connsiteX102" fmla="*/ 340786 w 5734864"/>
              <a:gd name="connsiteY102" fmla="*/ 4321136 h 6858000"/>
              <a:gd name="connsiteX103" fmla="*/ 343158 w 5734864"/>
              <a:gd name="connsiteY103" fmla="*/ 4429174 h 6858000"/>
              <a:gd name="connsiteX104" fmla="*/ 334599 w 5734864"/>
              <a:gd name="connsiteY104" fmla="*/ 4449938 h 6858000"/>
              <a:gd name="connsiteX105" fmla="*/ 332890 w 5734864"/>
              <a:gd name="connsiteY105" fmla="*/ 4453515 h 6858000"/>
              <a:gd name="connsiteX106" fmla="*/ 331105 w 5734864"/>
              <a:gd name="connsiteY106" fmla="*/ 4467941 h 6858000"/>
              <a:gd name="connsiteX107" fmla="*/ 324289 w 5734864"/>
              <a:gd name="connsiteY107" fmla="*/ 4471861 h 6858000"/>
              <a:gd name="connsiteX108" fmla="*/ 317079 w 5734864"/>
              <a:gd name="connsiteY108" fmla="*/ 4493468 h 6858000"/>
              <a:gd name="connsiteX109" fmla="*/ 315557 w 5734864"/>
              <a:gd name="connsiteY109" fmla="*/ 4520067 h 6858000"/>
              <a:gd name="connsiteX110" fmla="*/ 315240 w 5734864"/>
              <a:gd name="connsiteY110" fmla="*/ 4536872 h 6858000"/>
              <a:gd name="connsiteX111" fmla="*/ 316200 w 5734864"/>
              <a:gd name="connsiteY111" fmla="*/ 4538297 h 6858000"/>
              <a:gd name="connsiteX112" fmla="*/ 317507 w 5734864"/>
              <a:gd name="connsiteY112" fmla="*/ 4547582 h 6858000"/>
              <a:gd name="connsiteX113" fmla="*/ 323078 w 5734864"/>
              <a:gd name="connsiteY113" fmla="*/ 4592102 h 6858000"/>
              <a:gd name="connsiteX114" fmla="*/ 328722 w 5734864"/>
              <a:gd name="connsiteY114" fmla="*/ 4667914 h 6858000"/>
              <a:gd name="connsiteX115" fmla="*/ 335597 w 5734864"/>
              <a:gd name="connsiteY115" fmla="*/ 4695035 h 6858000"/>
              <a:gd name="connsiteX116" fmla="*/ 339485 w 5734864"/>
              <a:gd name="connsiteY116" fmla="*/ 4695979 h 6858000"/>
              <a:gd name="connsiteX117" fmla="*/ 341089 w 5734864"/>
              <a:gd name="connsiteY117" fmla="*/ 4704268 h 6858000"/>
              <a:gd name="connsiteX118" fmla="*/ 342177 w 5734864"/>
              <a:gd name="connsiteY118" fmla="*/ 4706060 h 6858000"/>
              <a:gd name="connsiteX119" fmla="*/ 347751 w 5734864"/>
              <a:gd name="connsiteY119" fmla="*/ 4716754 h 6858000"/>
              <a:gd name="connsiteX120" fmla="*/ 344125 w 5734864"/>
              <a:gd name="connsiteY120" fmla="*/ 4764669 h 6858000"/>
              <a:gd name="connsiteX121" fmla="*/ 340188 w 5734864"/>
              <a:gd name="connsiteY121" fmla="*/ 4779386 h 6858000"/>
              <a:gd name="connsiteX122" fmla="*/ 335146 w 5734864"/>
              <a:gd name="connsiteY122" fmla="*/ 4787491 h 6858000"/>
              <a:gd name="connsiteX123" fmla="*/ 319124 w 5734864"/>
              <a:gd name="connsiteY123" fmla="*/ 4843514 h 6858000"/>
              <a:gd name="connsiteX124" fmla="*/ 305956 w 5734864"/>
              <a:gd name="connsiteY124" fmla="*/ 4881505 h 6858000"/>
              <a:gd name="connsiteX125" fmla="*/ 301062 w 5734864"/>
              <a:gd name="connsiteY125" fmla="*/ 4889332 h 6858000"/>
              <a:gd name="connsiteX126" fmla="*/ 302141 w 5734864"/>
              <a:gd name="connsiteY126" fmla="*/ 4899400 h 6858000"/>
              <a:gd name="connsiteX127" fmla="*/ 304424 w 5734864"/>
              <a:gd name="connsiteY127" fmla="*/ 4902664 h 6858000"/>
              <a:gd name="connsiteX128" fmla="*/ 293123 w 5734864"/>
              <a:gd name="connsiteY128" fmla="*/ 4932769 h 6858000"/>
              <a:gd name="connsiteX129" fmla="*/ 292275 w 5734864"/>
              <a:gd name="connsiteY129" fmla="*/ 4936482 h 6858000"/>
              <a:gd name="connsiteX130" fmla="*/ 288304 w 5734864"/>
              <a:gd name="connsiteY130" fmla="*/ 4962325 h 6858000"/>
              <a:gd name="connsiteX131" fmla="*/ 287420 w 5734864"/>
              <a:gd name="connsiteY131" fmla="*/ 5042193 h 6858000"/>
              <a:gd name="connsiteX132" fmla="*/ 287020 w 5734864"/>
              <a:gd name="connsiteY132" fmla="*/ 5065655 h 6858000"/>
              <a:gd name="connsiteX133" fmla="*/ 288488 w 5734864"/>
              <a:gd name="connsiteY133" fmla="*/ 5082216 h 6858000"/>
              <a:gd name="connsiteX134" fmla="*/ 282763 w 5734864"/>
              <a:gd name="connsiteY134" fmla="*/ 5127114 h 6858000"/>
              <a:gd name="connsiteX135" fmla="*/ 269316 w 5734864"/>
              <a:gd name="connsiteY135" fmla="*/ 5202682 h 6858000"/>
              <a:gd name="connsiteX136" fmla="*/ 269174 w 5734864"/>
              <a:gd name="connsiteY136" fmla="*/ 5230835 h 6858000"/>
              <a:gd name="connsiteX137" fmla="*/ 272679 w 5734864"/>
              <a:gd name="connsiteY137" fmla="*/ 5232660 h 6858000"/>
              <a:gd name="connsiteX138" fmla="*/ 272160 w 5734864"/>
              <a:gd name="connsiteY138" fmla="*/ 5241150 h 6858000"/>
              <a:gd name="connsiteX139" fmla="*/ 272760 w 5734864"/>
              <a:gd name="connsiteY139" fmla="*/ 5243156 h 6858000"/>
              <a:gd name="connsiteX140" fmla="*/ 275462 w 5734864"/>
              <a:gd name="connsiteY140" fmla="*/ 5254919 h 6858000"/>
              <a:gd name="connsiteX141" fmla="*/ 262897 w 5734864"/>
              <a:gd name="connsiteY141" fmla="*/ 5286259 h 6858000"/>
              <a:gd name="connsiteX142" fmla="*/ 252761 w 5734864"/>
              <a:gd name="connsiteY142" fmla="*/ 5357801 h 6858000"/>
              <a:gd name="connsiteX143" fmla="*/ 242360 w 5734864"/>
              <a:gd name="connsiteY143" fmla="*/ 5460080 h 6858000"/>
              <a:gd name="connsiteX144" fmla="*/ 229880 w 5734864"/>
              <a:gd name="connsiteY144" fmla="*/ 5539714 h 6858000"/>
              <a:gd name="connsiteX145" fmla="*/ 204283 w 5734864"/>
              <a:gd name="connsiteY145" fmla="*/ 5639080 h 6858000"/>
              <a:gd name="connsiteX146" fmla="*/ 198948 w 5734864"/>
              <a:gd name="connsiteY146" fmla="*/ 5710958 h 6858000"/>
              <a:gd name="connsiteX147" fmla="*/ 192367 w 5734864"/>
              <a:gd name="connsiteY147" fmla="*/ 5719859 h 6858000"/>
              <a:gd name="connsiteX148" fmla="*/ 188035 w 5734864"/>
              <a:gd name="connsiteY148" fmla="*/ 5729935 h 6858000"/>
              <a:gd name="connsiteX149" fmla="*/ 188428 w 5734864"/>
              <a:gd name="connsiteY149" fmla="*/ 5731182 h 6858000"/>
              <a:gd name="connsiteX150" fmla="*/ 181635 w 5734864"/>
              <a:gd name="connsiteY150" fmla="*/ 5753538 h 6858000"/>
              <a:gd name="connsiteX151" fmla="*/ 169744 w 5734864"/>
              <a:gd name="connsiteY151" fmla="*/ 5796307 h 6858000"/>
              <a:gd name="connsiteX152" fmla="*/ 170351 w 5734864"/>
              <a:gd name="connsiteY152" fmla="*/ 5796644 h 6858000"/>
              <a:gd name="connsiteX153" fmla="*/ 171559 w 5734864"/>
              <a:gd name="connsiteY153" fmla="*/ 5803435 h 6858000"/>
              <a:gd name="connsiteX154" fmla="*/ 172284 w 5734864"/>
              <a:gd name="connsiteY154" fmla="*/ 5816391 h 6858000"/>
              <a:gd name="connsiteX155" fmla="*/ 182542 w 5734864"/>
              <a:gd name="connsiteY155" fmla="*/ 5846382 h 6858000"/>
              <a:gd name="connsiteX156" fmla="*/ 175877 w 5734864"/>
              <a:gd name="connsiteY156" fmla="*/ 5871336 h 6858000"/>
              <a:gd name="connsiteX157" fmla="*/ 174910 w 5734864"/>
              <a:gd name="connsiteY157" fmla="*/ 5876376 h 6858000"/>
              <a:gd name="connsiteX158" fmla="*/ 175047 w 5734864"/>
              <a:gd name="connsiteY158" fmla="*/ 5876483 h 6858000"/>
              <a:gd name="connsiteX159" fmla="*/ 174335 w 5734864"/>
              <a:gd name="connsiteY159" fmla="*/ 5881814 h 6858000"/>
              <a:gd name="connsiteX160" fmla="*/ 171273 w 5734864"/>
              <a:gd name="connsiteY160" fmla="*/ 5895339 h 6858000"/>
              <a:gd name="connsiteX161" fmla="*/ 171658 w 5734864"/>
              <a:gd name="connsiteY161" fmla="*/ 5898749 h 6858000"/>
              <a:gd name="connsiteX162" fmla="*/ 174658 w 5734864"/>
              <a:gd name="connsiteY162" fmla="*/ 5919558 h 6858000"/>
              <a:gd name="connsiteX163" fmla="*/ 169099 w 5734864"/>
              <a:gd name="connsiteY163" fmla="*/ 5984417 h 6858000"/>
              <a:gd name="connsiteX164" fmla="*/ 162007 w 5734864"/>
              <a:gd name="connsiteY164" fmla="*/ 6049043 h 6858000"/>
              <a:gd name="connsiteX165" fmla="*/ 156875 w 5734864"/>
              <a:gd name="connsiteY165" fmla="*/ 6114000 h 6858000"/>
              <a:gd name="connsiteX166" fmla="*/ 165441 w 5734864"/>
              <a:gd name="connsiteY166" fmla="*/ 6146938 h 6858000"/>
              <a:gd name="connsiteX167" fmla="*/ 165177 w 5734864"/>
              <a:gd name="connsiteY167" fmla="*/ 6150658 h 6858000"/>
              <a:gd name="connsiteX168" fmla="*/ 161772 w 5734864"/>
              <a:gd name="connsiteY168" fmla="*/ 6160011 h 6858000"/>
              <a:gd name="connsiteX169" fmla="*/ 160051 w 5734864"/>
              <a:gd name="connsiteY169" fmla="*/ 6163393 h 6858000"/>
              <a:gd name="connsiteX170" fmla="*/ 158473 w 5734864"/>
              <a:gd name="connsiteY170" fmla="*/ 6168628 h 6858000"/>
              <a:gd name="connsiteX171" fmla="*/ 158573 w 5734864"/>
              <a:gd name="connsiteY171" fmla="*/ 6168799 h 6858000"/>
              <a:gd name="connsiteX172" fmla="*/ 146463 w 5734864"/>
              <a:gd name="connsiteY172" fmla="*/ 6196671 h 6858000"/>
              <a:gd name="connsiteX173" fmla="*/ 150209 w 5734864"/>
              <a:gd name="connsiteY173" fmla="*/ 6232365 h 6858000"/>
              <a:gd name="connsiteX174" fmla="*/ 148544 w 5734864"/>
              <a:gd name="connsiteY174" fmla="*/ 6246162 h 6858000"/>
              <a:gd name="connsiteX175" fmla="*/ 148403 w 5734864"/>
              <a:gd name="connsiteY175" fmla="*/ 6253754 h 6858000"/>
              <a:gd name="connsiteX176" fmla="*/ 138880 w 5734864"/>
              <a:gd name="connsiteY176" fmla="*/ 6276449 h 6858000"/>
              <a:gd name="connsiteX177" fmla="*/ 138683 w 5734864"/>
              <a:gd name="connsiteY177" fmla="*/ 6279721 h 6858000"/>
              <a:gd name="connsiteX178" fmla="*/ 130721 w 5734864"/>
              <a:gd name="connsiteY178" fmla="*/ 6293675 h 6858000"/>
              <a:gd name="connsiteX179" fmla="*/ 120717 w 5734864"/>
              <a:gd name="connsiteY179" fmla="*/ 6313967 h 6858000"/>
              <a:gd name="connsiteX180" fmla="*/ 120841 w 5734864"/>
              <a:gd name="connsiteY180" fmla="*/ 6315437 h 6858000"/>
              <a:gd name="connsiteX181" fmla="*/ 115208 w 5734864"/>
              <a:gd name="connsiteY181" fmla="*/ 6324024 h 6858000"/>
              <a:gd name="connsiteX182" fmla="*/ 101217 w 5734864"/>
              <a:gd name="connsiteY182" fmla="*/ 6365923 h 6858000"/>
              <a:gd name="connsiteX183" fmla="*/ 74946 w 5734864"/>
              <a:gd name="connsiteY183" fmla="*/ 6556817 h 6858000"/>
              <a:gd name="connsiteX184" fmla="*/ 16001 w 5734864"/>
              <a:gd name="connsiteY184" fmla="*/ 6808678 h 6858000"/>
              <a:gd name="connsiteX185" fmla="*/ 0 w 5734864"/>
              <a:gd name="connsiteY185" fmla="*/ 6858000 h 6858000"/>
              <a:gd name="connsiteX186" fmla="*/ 5734864 w 5734864"/>
              <a:gd name="connsiteY186" fmla="*/ 6858000 h 6858000"/>
              <a:gd name="connsiteX187" fmla="*/ 5734864 w 5734864"/>
              <a:gd name="connsiteY18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5734864" h="6858000">
                <a:moveTo>
                  <a:pt x="5734864" y="0"/>
                </a:moveTo>
                <a:lnTo>
                  <a:pt x="771611" y="0"/>
                </a:lnTo>
                <a:cubicBezTo>
                  <a:pt x="771634" y="16369"/>
                  <a:pt x="771656" y="32739"/>
                  <a:pt x="771679" y="49108"/>
                </a:cubicBezTo>
                <a:cubicBezTo>
                  <a:pt x="775201" y="55622"/>
                  <a:pt x="788724" y="196721"/>
                  <a:pt x="794248" y="200968"/>
                </a:cubicBezTo>
                <a:lnTo>
                  <a:pt x="801749" y="414071"/>
                </a:lnTo>
                <a:cubicBezTo>
                  <a:pt x="807329" y="440933"/>
                  <a:pt x="835107" y="598697"/>
                  <a:pt x="818548" y="585467"/>
                </a:cubicBezTo>
                <a:cubicBezTo>
                  <a:pt x="856197" y="664140"/>
                  <a:pt x="837895" y="708473"/>
                  <a:pt x="857476" y="800623"/>
                </a:cubicBezTo>
                <a:cubicBezTo>
                  <a:pt x="822401" y="857344"/>
                  <a:pt x="855723" y="824571"/>
                  <a:pt x="851083" y="878903"/>
                </a:cubicBezTo>
                <a:cubicBezTo>
                  <a:pt x="884811" y="859448"/>
                  <a:pt x="834648" y="946397"/>
                  <a:pt x="873564" y="943826"/>
                </a:cubicBezTo>
                <a:cubicBezTo>
                  <a:pt x="871487" y="953795"/>
                  <a:pt x="868248" y="963533"/>
                  <a:pt x="864705" y="973328"/>
                </a:cubicBezTo>
                <a:lnTo>
                  <a:pt x="862869" y="978457"/>
                </a:lnTo>
                <a:lnTo>
                  <a:pt x="862233" y="998041"/>
                </a:lnTo>
                <a:lnTo>
                  <a:pt x="853665" y="1004750"/>
                </a:lnTo>
                <a:lnTo>
                  <a:pt x="847865" y="1070795"/>
                </a:lnTo>
                <a:cubicBezTo>
                  <a:pt x="870234" y="1110486"/>
                  <a:pt x="833172" y="1190441"/>
                  <a:pt x="862786" y="1238994"/>
                </a:cubicBezTo>
                <a:cubicBezTo>
                  <a:pt x="864699" y="1290599"/>
                  <a:pt x="860615" y="1347716"/>
                  <a:pt x="859345" y="1380427"/>
                </a:cubicBezTo>
                <a:cubicBezTo>
                  <a:pt x="845703" y="1396391"/>
                  <a:pt x="873184" y="1435525"/>
                  <a:pt x="855172" y="1435262"/>
                </a:cubicBezTo>
                <a:lnTo>
                  <a:pt x="860494" y="1453861"/>
                </a:lnTo>
                <a:lnTo>
                  <a:pt x="853731" y="1467047"/>
                </a:lnTo>
                <a:cubicBezTo>
                  <a:pt x="846549" y="1480528"/>
                  <a:pt x="841728" y="1491093"/>
                  <a:pt x="845847" y="1502307"/>
                </a:cubicBezTo>
                <a:lnTo>
                  <a:pt x="817613" y="1565166"/>
                </a:lnTo>
                <a:cubicBezTo>
                  <a:pt x="805468" y="1557258"/>
                  <a:pt x="816534" y="1596564"/>
                  <a:pt x="804223" y="1601941"/>
                </a:cubicBezTo>
                <a:cubicBezTo>
                  <a:pt x="794287" y="1604654"/>
                  <a:pt x="795328" y="1617209"/>
                  <a:pt x="791773" y="1627005"/>
                </a:cubicBezTo>
                <a:cubicBezTo>
                  <a:pt x="781684" y="1634393"/>
                  <a:pt x="772978" y="1683187"/>
                  <a:pt x="774645" y="1699922"/>
                </a:cubicBezTo>
                <a:cubicBezTo>
                  <a:pt x="785341" y="1746767"/>
                  <a:pt x="744845" y="1787099"/>
                  <a:pt x="752343" y="1824604"/>
                </a:cubicBezTo>
                <a:cubicBezTo>
                  <a:pt x="751502" y="1834578"/>
                  <a:pt x="749297" y="1842929"/>
                  <a:pt x="746254" y="1850222"/>
                </a:cubicBezTo>
                <a:lnTo>
                  <a:pt x="728600" y="1869603"/>
                </a:lnTo>
                <a:lnTo>
                  <a:pt x="724396" y="1883104"/>
                </a:lnTo>
                <a:lnTo>
                  <a:pt x="722165" y="1885924"/>
                </a:lnTo>
                <a:lnTo>
                  <a:pt x="721338" y="1887123"/>
                </a:lnTo>
                <a:lnTo>
                  <a:pt x="714840" y="1902274"/>
                </a:lnTo>
                <a:lnTo>
                  <a:pt x="722847" y="1929891"/>
                </a:lnTo>
                <a:lnTo>
                  <a:pt x="714660" y="1982709"/>
                </a:lnTo>
                <a:cubicBezTo>
                  <a:pt x="727725" y="2006201"/>
                  <a:pt x="714739" y="1997091"/>
                  <a:pt x="710759" y="2013010"/>
                </a:cubicBezTo>
                <a:cubicBezTo>
                  <a:pt x="707970" y="2027531"/>
                  <a:pt x="700788" y="2054714"/>
                  <a:pt x="697927" y="2069833"/>
                </a:cubicBezTo>
                <a:cubicBezTo>
                  <a:pt x="685211" y="2080229"/>
                  <a:pt x="698762" y="2088241"/>
                  <a:pt x="693594" y="2103731"/>
                </a:cubicBezTo>
                <a:cubicBezTo>
                  <a:pt x="688481" y="2110649"/>
                  <a:pt x="687183" y="2115973"/>
                  <a:pt x="691109" y="2124027"/>
                </a:cubicBezTo>
                <a:cubicBezTo>
                  <a:pt x="666413" y="2155740"/>
                  <a:pt x="688031" y="2144874"/>
                  <a:pt x="676593" y="2176182"/>
                </a:cubicBezTo>
                <a:cubicBezTo>
                  <a:pt x="665190" y="2202944"/>
                  <a:pt x="656416" y="2233857"/>
                  <a:pt x="633227" y="2258036"/>
                </a:cubicBezTo>
                <a:cubicBezTo>
                  <a:pt x="626930" y="2262191"/>
                  <a:pt x="623498" y="2274069"/>
                  <a:pt x="625564" y="2284567"/>
                </a:cubicBezTo>
                <a:cubicBezTo>
                  <a:pt x="625918" y="2286374"/>
                  <a:pt x="626427" y="2288071"/>
                  <a:pt x="627074" y="2289605"/>
                </a:cubicBezTo>
                <a:cubicBezTo>
                  <a:pt x="619029" y="2296628"/>
                  <a:pt x="616453" y="2303188"/>
                  <a:pt x="614574" y="2308717"/>
                </a:cubicBezTo>
                <a:lnTo>
                  <a:pt x="606890" y="2320662"/>
                </a:lnTo>
                <a:lnTo>
                  <a:pt x="605558" y="2327897"/>
                </a:lnTo>
                <a:lnTo>
                  <a:pt x="602202" y="2357749"/>
                </a:lnTo>
                <a:lnTo>
                  <a:pt x="600213" y="2364905"/>
                </a:lnTo>
                <a:lnTo>
                  <a:pt x="597160" y="2388351"/>
                </a:lnTo>
                <a:lnTo>
                  <a:pt x="597982" y="2402296"/>
                </a:lnTo>
                <a:lnTo>
                  <a:pt x="593150" y="2420015"/>
                </a:lnTo>
                <a:cubicBezTo>
                  <a:pt x="593044" y="2420926"/>
                  <a:pt x="592939" y="2421838"/>
                  <a:pt x="592833" y="2422749"/>
                </a:cubicBezTo>
                <a:lnTo>
                  <a:pt x="594479" y="2426002"/>
                </a:lnTo>
                <a:cubicBezTo>
                  <a:pt x="594168" y="2427683"/>
                  <a:pt x="593118" y="2429721"/>
                  <a:pt x="591963" y="2431950"/>
                </a:cubicBezTo>
                <a:cubicBezTo>
                  <a:pt x="591823" y="2432599"/>
                  <a:pt x="591684" y="2433248"/>
                  <a:pt x="591544" y="2433897"/>
                </a:cubicBezTo>
                <a:lnTo>
                  <a:pt x="589519" y="2451398"/>
                </a:lnTo>
                <a:cubicBezTo>
                  <a:pt x="589692" y="2452777"/>
                  <a:pt x="589864" y="2454157"/>
                  <a:pt x="590037" y="2455536"/>
                </a:cubicBezTo>
                <a:lnTo>
                  <a:pt x="588179" y="2462981"/>
                </a:lnTo>
                <a:lnTo>
                  <a:pt x="583434" y="2503991"/>
                </a:lnTo>
                <a:cubicBezTo>
                  <a:pt x="576530" y="2566058"/>
                  <a:pt x="570433" y="2625224"/>
                  <a:pt x="567942" y="2652936"/>
                </a:cubicBezTo>
                <a:cubicBezTo>
                  <a:pt x="570864" y="2658290"/>
                  <a:pt x="572739" y="2664095"/>
                  <a:pt x="573869" y="2670188"/>
                </a:cubicBezTo>
                <a:lnTo>
                  <a:pt x="575243" y="2688114"/>
                </a:lnTo>
                <a:lnTo>
                  <a:pt x="573824" y="2689856"/>
                </a:lnTo>
                <a:cubicBezTo>
                  <a:pt x="569972" y="2698471"/>
                  <a:pt x="569572" y="2704494"/>
                  <a:pt x="570699" y="2709353"/>
                </a:cubicBezTo>
                <a:lnTo>
                  <a:pt x="573192" y="2714527"/>
                </a:lnTo>
                <a:cubicBezTo>
                  <a:pt x="572809" y="2719080"/>
                  <a:pt x="572427" y="2723634"/>
                  <a:pt x="572044" y="2728187"/>
                </a:cubicBezTo>
                <a:cubicBezTo>
                  <a:pt x="572184" y="2737412"/>
                  <a:pt x="572325" y="2746638"/>
                  <a:pt x="572465" y="2755863"/>
                </a:cubicBezTo>
                <a:lnTo>
                  <a:pt x="570028" y="2760324"/>
                </a:lnTo>
                <a:lnTo>
                  <a:pt x="566748" y="2800948"/>
                </a:lnTo>
                <a:lnTo>
                  <a:pt x="565509" y="2801167"/>
                </a:lnTo>
                <a:cubicBezTo>
                  <a:pt x="562655" y="2802587"/>
                  <a:pt x="560408" y="2805381"/>
                  <a:pt x="559367" y="2811129"/>
                </a:cubicBezTo>
                <a:cubicBezTo>
                  <a:pt x="543471" y="2797318"/>
                  <a:pt x="552020" y="2812773"/>
                  <a:pt x="550354" y="2830949"/>
                </a:cubicBezTo>
                <a:cubicBezTo>
                  <a:pt x="525292" y="2813553"/>
                  <a:pt x="531129" y="2868192"/>
                  <a:pt x="514795" y="2872433"/>
                </a:cubicBezTo>
                <a:lnTo>
                  <a:pt x="509875" y="2923099"/>
                </a:lnTo>
                <a:lnTo>
                  <a:pt x="509577" y="2923197"/>
                </a:lnTo>
                <a:cubicBezTo>
                  <a:pt x="508704" y="2924865"/>
                  <a:pt x="508038" y="2927556"/>
                  <a:pt x="507597" y="2931868"/>
                </a:cubicBezTo>
                <a:cubicBezTo>
                  <a:pt x="507524" y="2934019"/>
                  <a:pt x="507452" y="2936171"/>
                  <a:pt x="507379" y="2938322"/>
                </a:cubicBezTo>
                <a:lnTo>
                  <a:pt x="504725" y="2954519"/>
                </a:lnTo>
                <a:lnTo>
                  <a:pt x="502018" y="2959643"/>
                </a:lnTo>
                <a:lnTo>
                  <a:pt x="498360" y="2961019"/>
                </a:lnTo>
                <a:lnTo>
                  <a:pt x="498483" y="2962590"/>
                </a:lnTo>
                <a:cubicBezTo>
                  <a:pt x="502388" y="2975027"/>
                  <a:pt x="510202" y="2980016"/>
                  <a:pt x="484403" y="2990538"/>
                </a:cubicBezTo>
                <a:cubicBezTo>
                  <a:pt x="489425" y="3018352"/>
                  <a:pt x="474337" y="3021029"/>
                  <a:pt x="463075" y="3055956"/>
                </a:cubicBezTo>
                <a:cubicBezTo>
                  <a:pt x="469487" y="3072485"/>
                  <a:pt x="464165" y="3083955"/>
                  <a:pt x="455013" y="3094482"/>
                </a:cubicBezTo>
                <a:cubicBezTo>
                  <a:pt x="453131" y="3130054"/>
                  <a:pt x="437643" y="3160106"/>
                  <a:pt x="428391" y="3198850"/>
                </a:cubicBezTo>
                <a:lnTo>
                  <a:pt x="401440" y="3307560"/>
                </a:lnTo>
                <a:lnTo>
                  <a:pt x="386076" y="3373943"/>
                </a:lnTo>
                <a:cubicBezTo>
                  <a:pt x="386236" y="3376061"/>
                  <a:pt x="380537" y="3378856"/>
                  <a:pt x="374726" y="3381364"/>
                </a:cubicBezTo>
                <a:lnTo>
                  <a:pt x="369145" y="3383729"/>
                </a:lnTo>
                <a:lnTo>
                  <a:pt x="364294" y="3414159"/>
                </a:lnTo>
                <a:lnTo>
                  <a:pt x="366450" y="3436925"/>
                </a:lnTo>
                <a:lnTo>
                  <a:pt x="351743" y="3521619"/>
                </a:lnTo>
                <a:lnTo>
                  <a:pt x="345784" y="3603757"/>
                </a:lnTo>
                <a:cubicBezTo>
                  <a:pt x="345255" y="3619979"/>
                  <a:pt x="344727" y="3636202"/>
                  <a:pt x="344198" y="3652424"/>
                </a:cubicBezTo>
                <a:lnTo>
                  <a:pt x="352450" y="3665222"/>
                </a:lnTo>
                <a:lnTo>
                  <a:pt x="342621" y="3700804"/>
                </a:lnTo>
                <a:lnTo>
                  <a:pt x="341514" y="3734774"/>
                </a:lnTo>
                <a:cubicBezTo>
                  <a:pt x="341212" y="3751567"/>
                  <a:pt x="340909" y="3768360"/>
                  <a:pt x="340607" y="3785153"/>
                </a:cubicBezTo>
                <a:cubicBezTo>
                  <a:pt x="340640" y="3786161"/>
                  <a:pt x="340674" y="3787169"/>
                  <a:pt x="340707" y="3788177"/>
                </a:cubicBezTo>
                <a:cubicBezTo>
                  <a:pt x="340592" y="3791719"/>
                  <a:pt x="340476" y="3795261"/>
                  <a:pt x="340361" y="3798803"/>
                </a:cubicBezTo>
                <a:cubicBezTo>
                  <a:pt x="340121" y="3812119"/>
                  <a:pt x="339882" y="3825434"/>
                  <a:pt x="339642" y="3838750"/>
                </a:cubicBezTo>
                <a:cubicBezTo>
                  <a:pt x="337363" y="3949044"/>
                  <a:pt x="361794" y="3960437"/>
                  <a:pt x="360295" y="4015196"/>
                </a:cubicBezTo>
                <a:lnTo>
                  <a:pt x="339043" y="4052778"/>
                </a:lnTo>
                <a:lnTo>
                  <a:pt x="339343" y="4096257"/>
                </a:lnTo>
                <a:cubicBezTo>
                  <a:pt x="362058" y="4159145"/>
                  <a:pt x="332404" y="4250479"/>
                  <a:pt x="340786" y="4321136"/>
                </a:cubicBezTo>
                <a:cubicBezTo>
                  <a:pt x="341421" y="4376624"/>
                  <a:pt x="344189" y="4407708"/>
                  <a:pt x="343158" y="4429174"/>
                </a:cubicBezTo>
                <a:cubicBezTo>
                  <a:pt x="340948" y="4436304"/>
                  <a:pt x="337887" y="4443121"/>
                  <a:pt x="334599" y="4449938"/>
                </a:cubicBezTo>
                <a:lnTo>
                  <a:pt x="332890" y="4453515"/>
                </a:lnTo>
                <a:lnTo>
                  <a:pt x="331105" y="4467941"/>
                </a:lnTo>
                <a:lnTo>
                  <a:pt x="324289" y="4471861"/>
                </a:lnTo>
                <a:lnTo>
                  <a:pt x="317079" y="4493468"/>
                </a:lnTo>
                <a:cubicBezTo>
                  <a:pt x="315353" y="4501584"/>
                  <a:pt x="314639" y="4510343"/>
                  <a:pt x="315557" y="4520067"/>
                </a:cubicBezTo>
                <a:cubicBezTo>
                  <a:pt x="315451" y="4525669"/>
                  <a:pt x="315346" y="4531270"/>
                  <a:pt x="315240" y="4536872"/>
                </a:cubicBezTo>
                <a:lnTo>
                  <a:pt x="316200" y="4538297"/>
                </a:lnTo>
                <a:cubicBezTo>
                  <a:pt x="316738" y="4541182"/>
                  <a:pt x="316785" y="4544563"/>
                  <a:pt x="317507" y="4547582"/>
                </a:cubicBezTo>
                <a:cubicBezTo>
                  <a:pt x="322716" y="4552468"/>
                  <a:pt x="324912" y="4582137"/>
                  <a:pt x="323078" y="4592102"/>
                </a:cubicBezTo>
                <a:cubicBezTo>
                  <a:pt x="314597" y="4619728"/>
                  <a:pt x="334923" y="4645745"/>
                  <a:pt x="328722" y="4667914"/>
                </a:cubicBezTo>
                <a:cubicBezTo>
                  <a:pt x="330810" y="4685069"/>
                  <a:pt x="333803" y="4690356"/>
                  <a:pt x="335597" y="4695035"/>
                </a:cubicBezTo>
                <a:lnTo>
                  <a:pt x="339485" y="4695979"/>
                </a:lnTo>
                <a:lnTo>
                  <a:pt x="341089" y="4704268"/>
                </a:lnTo>
                <a:lnTo>
                  <a:pt x="342177" y="4706060"/>
                </a:lnTo>
                <a:cubicBezTo>
                  <a:pt x="344268" y="4709474"/>
                  <a:pt x="346234" y="4712931"/>
                  <a:pt x="347751" y="4716754"/>
                </a:cubicBezTo>
                <a:lnTo>
                  <a:pt x="344125" y="4764669"/>
                </a:lnTo>
                <a:lnTo>
                  <a:pt x="340188" y="4779386"/>
                </a:lnTo>
                <a:lnTo>
                  <a:pt x="335146" y="4787491"/>
                </a:lnTo>
                <a:lnTo>
                  <a:pt x="319124" y="4843514"/>
                </a:lnTo>
                <a:lnTo>
                  <a:pt x="305956" y="4881505"/>
                </a:lnTo>
                <a:lnTo>
                  <a:pt x="301062" y="4889332"/>
                </a:lnTo>
                <a:lnTo>
                  <a:pt x="302141" y="4899400"/>
                </a:lnTo>
                <a:cubicBezTo>
                  <a:pt x="302767" y="4900706"/>
                  <a:pt x="303536" y="4901803"/>
                  <a:pt x="304424" y="4902664"/>
                </a:cubicBezTo>
                <a:lnTo>
                  <a:pt x="293123" y="4932769"/>
                </a:lnTo>
                <a:lnTo>
                  <a:pt x="292275" y="4936482"/>
                </a:lnTo>
                <a:lnTo>
                  <a:pt x="288304" y="4962325"/>
                </a:lnTo>
                <a:cubicBezTo>
                  <a:pt x="288009" y="4988948"/>
                  <a:pt x="287715" y="5015570"/>
                  <a:pt x="287420" y="5042193"/>
                </a:cubicBezTo>
                <a:cubicBezTo>
                  <a:pt x="295373" y="5039737"/>
                  <a:pt x="281659" y="5060438"/>
                  <a:pt x="287020" y="5065655"/>
                </a:cubicBezTo>
                <a:cubicBezTo>
                  <a:pt x="291675" y="5068928"/>
                  <a:pt x="288601" y="5075970"/>
                  <a:pt x="288488" y="5082216"/>
                </a:cubicBezTo>
                <a:cubicBezTo>
                  <a:pt x="292282" y="5088207"/>
                  <a:pt x="287008" y="5117775"/>
                  <a:pt x="282763" y="5127114"/>
                </a:cubicBezTo>
                <a:cubicBezTo>
                  <a:pt x="267723" y="5152218"/>
                  <a:pt x="280799" y="5182399"/>
                  <a:pt x="269316" y="5202682"/>
                </a:cubicBezTo>
                <a:cubicBezTo>
                  <a:pt x="267050" y="5219969"/>
                  <a:pt x="268614" y="5225841"/>
                  <a:pt x="269174" y="5230835"/>
                </a:cubicBezTo>
                <a:lnTo>
                  <a:pt x="272679" y="5232660"/>
                </a:lnTo>
                <a:lnTo>
                  <a:pt x="272160" y="5241150"/>
                </a:lnTo>
                <a:lnTo>
                  <a:pt x="272760" y="5243156"/>
                </a:lnTo>
                <a:cubicBezTo>
                  <a:pt x="273922" y="5246984"/>
                  <a:pt x="274952" y="5250824"/>
                  <a:pt x="275462" y="5254919"/>
                </a:cubicBezTo>
                <a:cubicBezTo>
                  <a:pt x="258407" y="5258851"/>
                  <a:pt x="276976" y="5290392"/>
                  <a:pt x="262897" y="5286259"/>
                </a:cubicBezTo>
                <a:cubicBezTo>
                  <a:pt x="262724" y="5309439"/>
                  <a:pt x="239612" y="5337531"/>
                  <a:pt x="252761" y="5357801"/>
                </a:cubicBezTo>
                <a:cubicBezTo>
                  <a:pt x="248775" y="5392256"/>
                  <a:pt x="247799" y="5423412"/>
                  <a:pt x="242360" y="5460080"/>
                </a:cubicBezTo>
                <a:cubicBezTo>
                  <a:pt x="232632" y="5488478"/>
                  <a:pt x="242025" y="5519143"/>
                  <a:pt x="229880" y="5539714"/>
                </a:cubicBezTo>
                <a:cubicBezTo>
                  <a:pt x="230558" y="5572454"/>
                  <a:pt x="222150" y="5613340"/>
                  <a:pt x="204283" y="5639080"/>
                </a:cubicBezTo>
                <a:cubicBezTo>
                  <a:pt x="201596" y="5674226"/>
                  <a:pt x="191051" y="5680198"/>
                  <a:pt x="198948" y="5710958"/>
                </a:cubicBezTo>
                <a:cubicBezTo>
                  <a:pt x="196338" y="5713534"/>
                  <a:pt x="194185" y="5716550"/>
                  <a:pt x="192367" y="5719859"/>
                </a:cubicBezTo>
                <a:lnTo>
                  <a:pt x="188035" y="5729935"/>
                </a:lnTo>
                <a:lnTo>
                  <a:pt x="188428" y="5731182"/>
                </a:lnTo>
                <a:lnTo>
                  <a:pt x="181635" y="5753538"/>
                </a:lnTo>
                <a:lnTo>
                  <a:pt x="169744" y="5796307"/>
                </a:lnTo>
                <a:lnTo>
                  <a:pt x="170351" y="5796644"/>
                </a:lnTo>
                <a:cubicBezTo>
                  <a:pt x="171558" y="5797954"/>
                  <a:pt x="172173" y="5799948"/>
                  <a:pt x="171559" y="5803435"/>
                </a:cubicBezTo>
                <a:cubicBezTo>
                  <a:pt x="182664" y="5798231"/>
                  <a:pt x="175075" y="5805646"/>
                  <a:pt x="172284" y="5816391"/>
                </a:cubicBezTo>
                <a:cubicBezTo>
                  <a:pt x="188911" y="5810703"/>
                  <a:pt x="174844" y="5841128"/>
                  <a:pt x="182542" y="5846382"/>
                </a:cubicBezTo>
                <a:cubicBezTo>
                  <a:pt x="180118" y="5854404"/>
                  <a:pt x="177856" y="5862781"/>
                  <a:pt x="175877" y="5871336"/>
                </a:cubicBezTo>
                <a:lnTo>
                  <a:pt x="174910" y="5876376"/>
                </a:lnTo>
                <a:lnTo>
                  <a:pt x="175047" y="5876483"/>
                </a:lnTo>
                <a:cubicBezTo>
                  <a:pt x="175167" y="5877594"/>
                  <a:pt x="174973" y="5879257"/>
                  <a:pt x="174335" y="5881814"/>
                </a:cubicBezTo>
                <a:lnTo>
                  <a:pt x="171273" y="5895339"/>
                </a:lnTo>
                <a:cubicBezTo>
                  <a:pt x="171401" y="5896476"/>
                  <a:pt x="171530" y="5897612"/>
                  <a:pt x="171658" y="5898749"/>
                </a:cubicBezTo>
                <a:lnTo>
                  <a:pt x="174658" y="5919558"/>
                </a:lnTo>
                <a:cubicBezTo>
                  <a:pt x="173958" y="5933601"/>
                  <a:pt x="171208" y="5962838"/>
                  <a:pt x="169099" y="5984417"/>
                </a:cubicBezTo>
                <a:cubicBezTo>
                  <a:pt x="162916" y="6005205"/>
                  <a:pt x="164971" y="6025162"/>
                  <a:pt x="162007" y="6049043"/>
                </a:cubicBezTo>
                <a:cubicBezTo>
                  <a:pt x="150795" y="6073830"/>
                  <a:pt x="160091" y="6088483"/>
                  <a:pt x="156875" y="6114000"/>
                </a:cubicBezTo>
                <a:cubicBezTo>
                  <a:pt x="141597" y="6134477"/>
                  <a:pt x="163381" y="6133378"/>
                  <a:pt x="165441" y="6146938"/>
                </a:cubicBezTo>
                <a:lnTo>
                  <a:pt x="165177" y="6150658"/>
                </a:lnTo>
                <a:lnTo>
                  <a:pt x="161772" y="6160011"/>
                </a:lnTo>
                <a:lnTo>
                  <a:pt x="160051" y="6163393"/>
                </a:lnTo>
                <a:cubicBezTo>
                  <a:pt x="159032" y="6165775"/>
                  <a:pt x="158564" y="6167421"/>
                  <a:pt x="158473" y="6168628"/>
                </a:cubicBezTo>
                <a:cubicBezTo>
                  <a:pt x="158506" y="6168685"/>
                  <a:pt x="158540" y="6168742"/>
                  <a:pt x="158573" y="6168799"/>
                </a:cubicBezTo>
                <a:lnTo>
                  <a:pt x="146463" y="6196671"/>
                </a:lnTo>
                <a:cubicBezTo>
                  <a:pt x="152348" y="6205503"/>
                  <a:pt x="134460" y="6231012"/>
                  <a:pt x="150209" y="6232365"/>
                </a:cubicBezTo>
                <a:cubicBezTo>
                  <a:pt x="145821" y="6242321"/>
                  <a:pt x="137774" y="6246719"/>
                  <a:pt x="148544" y="6246162"/>
                </a:cubicBezTo>
                <a:cubicBezTo>
                  <a:pt x="147378" y="6249522"/>
                  <a:pt x="147566" y="6251866"/>
                  <a:pt x="148403" y="6253754"/>
                </a:cubicBezTo>
                <a:lnTo>
                  <a:pt x="138880" y="6276449"/>
                </a:lnTo>
                <a:cubicBezTo>
                  <a:pt x="138814" y="6277540"/>
                  <a:pt x="138749" y="6278630"/>
                  <a:pt x="138683" y="6279721"/>
                </a:cubicBezTo>
                <a:lnTo>
                  <a:pt x="130721" y="6293675"/>
                </a:lnTo>
                <a:lnTo>
                  <a:pt x="120717" y="6313967"/>
                </a:lnTo>
                <a:cubicBezTo>
                  <a:pt x="120758" y="6314457"/>
                  <a:pt x="120800" y="6314947"/>
                  <a:pt x="120841" y="6315437"/>
                </a:cubicBezTo>
                <a:lnTo>
                  <a:pt x="115208" y="6324024"/>
                </a:lnTo>
                <a:cubicBezTo>
                  <a:pt x="113007" y="6326672"/>
                  <a:pt x="103991" y="6364381"/>
                  <a:pt x="101217" y="6365923"/>
                </a:cubicBezTo>
                <a:lnTo>
                  <a:pt x="74946" y="6556817"/>
                </a:lnTo>
                <a:cubicBezTo>
                  <a:pt x="55357" y="6665926"/>
                  <a:pt x="35695" y="6744075"/>
                  <a:pt x="16001" y="6808678"/>
                </a:cubicBezTo>
                <a:lnTo>
                  <a:pt x="0" y="6858000"/>
                </a:lnTo>
                <a:lnTo>
                  <a:pt x="5734864" y="6858000"/>
                </a:lnTo>
                <a:lnTo>
                  <a:pt x="5734864"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78A51E0-30D3-15F3-E09B-BB3E3525F586}"/>
              </a:ext>
            </a:extLst>
          </p:cNvPr>
          <p:cNvSpPr>
            <a:spLocks noGrp="1"/>
          </p:cNvSpPr>
          <p:nvPr>
            <p:ph type="title"/>
          </p:nvPr>
        </p:nvSpPr>
        <p:spPr>
          <a:xfrm>
            <a:off x="773408" y="992094"/>
            <a:ext cx="3616913" cy="2795160"/>
          </a:xfrm>
        </p:spPr>
        <p:txBody>
          <a:bodyPr vert="horz" lIns="91440" tIns="45720" rIns="91440" bIns="45720" rtlCol="0" anchor="b">
            <a:normAutofit/>
          </a:bodyPr>
          <a:lstStyle/>
          <a:p>
            <a:pPr algn="ctr"/>
            <a:r>
              <a:rPr lang="en-US" kern="1200">
                <a:solidFill>
                  <a:schemeClr val="tx1"/>
                </a:solidFill>
                <a:latin typeface="+mj-lt"/>
                <a:ea typeface="+mj-ea"/>
                <a:cs typeface="+mj-cs"/>
              </a:rPr>
              <a:t>Zone Resiliency for AKS</a:t>
            </a:r>
          </a:p>
        </p:txBody>
      </p:sp>
      <p:pic>
        <p:nvPicPr>
          <p:cNvPr id="3" name="Picture 2" descr="Diagram that shows various AKS components, including AKS components hosted by Microsoft and AKS components in your Azure subscription.">
            <a:extLst>
              <a:ext uri="{FF2B5EF4-FFF2-40B4-BE49-F238E27FC236}">
                <a16:creationId xmlns:a16="http://schemas.microsoft.com/office/drawing/2014/main" id="{E48548B6-4319-9CBD-10D1-3E5E7044FCA3}"/>
              </a:ext>
            </a:extLst>
          </p:cNvPr>
          <p:cNvPicPr>
            <a:picLocks noChangeAspect="1"/>
          </p:cNvPicPr>
          <p:nvPr/>
        </p:nvPicPr>
        <p:blipFill>
          <a:blip r:embed="rId2"/>
          <a:stretch>
            <a:fillRect/>
          </a:stretch>
        </p:blipFill>
        <p:spPr>
          <a:xfrm>
            <a:off x="6575494" y="0"/>
            <a:ext cx="4612185" cy="6428132"/>
          </a:xfrm>
          <a:prstGeom prst="rect">
            <a:avLst/>
          </a:prstGeom>
        </p:spPr>
      </p:pic>
    </p:spTree>
    <p:extLst>
      <p:ext uri="{BB962C8B-B14F-4D97-AF65-F5344CB8AC3E}">
        <p14:creationId xmlns:p14="http://schemas.microsoft.com/office/powerpoint/2010/main" val="1358064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130EAB-36BA-43CD-4FF8-647DAEE9FCD7}"/>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AFF2920-D2F1-FC3F-AB6F-22BF6BF28A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39AC345-C9B0-87B1-6192-B10FB42FC8BA}"/>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Zone Resiliency for AKS</a:t>
            </a:r>
          </a:p>
        </p:txBody>
      </p:sp>
      <p:sp>
        <p:nvSpPr>
          <p:cNvPr id="16" name="sketch line">
            <a:extLst>
              <a:ext uri="{FF2B5EF4-FFF2-40B4-BE49-F238E27FC236}">
                <a16:creationId xmlns:a16="http://schemas.microsoft.com/office/drawing/2014/main" id="{D33A27DD-AEFF-7FC6-F7D6-7805A591BA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4" name="Picture 3" descr="Diagram that shows AKS node distribution across availability zones in different models.">
            <a:extLst>
              <a:ext uri="{FF2B5EF4-FFF2-40B4-BE49-F238E27FC236}">
                <a16:creationId xmlns:a16="http://schemas.microsoft.com/office/drawing/2014/main" id="{7659B5B8-3917-0C93-E184-A873DCBEFB06}"/>
              </a:ext>
            </a:extLst>
          </p:cNvPr>
          <p:cNvPicPr>
            <a:picLocks noChangeAspect="1"/>
          </p:cNvPicPr>
          <p:nvPr/>
        </p:nvPicPr>
        <p:blipFill>
          <a:blip r:embed="rId2"/>
          <a:stretch>
            <a:fillRect/>
          </a:stretch>
        </p:blipFill>
        <p:spPr>
          <a:xfrm>
            <a:off x="2641104" y="2002417"/>
            <a:ext cx="6905193" cy="4520136"/>
          </a:xfrm>
          <a:prstGeom prst="rect">
            <a:avLst/>
          </a:prstGeom>
        </p:spPr>
      </p:pic>
    </p:spTree>
    <p:extLst>
      <p:ext uri="{BB962C8B-B14F-4D97-AF65-F5344CB8AC3E}">
        <p14:creationId xmlns:p14="http://schemas.microsoft.com/office/powerpoint/2010/main" val="929382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7B7A1F2-E20B-B759-3A09-DDC92D39FDF5}"/>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C014FEC6-996B-122E-A693-BF203B61A9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59AA2FE-5543-4D36-BD20-231B38D87317}"/>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Zone Spanning</a:t>
            </a:r>
          </a:p>
        </p:txBody>
      </p:sp>
      <p:sp>
        <p:nvSpPr>
          <p:cNvPr id="16" name="sketch line">
            <a:extLst>
              <a:ext uri="{FF2B5EF4-FFF2-40B4-BE49-F238E27FC236}">
                <a16:creationId xmlns:a16="http://schemas.microsoft.com/office/drawing/2014/main" id="{6ECA32A6-F114-CE1E-7F63-2A26DF872B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4" name="Picture 3" descr="Diagram that shows AKS node distribution across availability zones in different models.">
            <a:extLst>
              <a:ext uri="{FF2B5EF4-FFF2-40B4-BE49-F238E27FC236}">
                <a16:creationId xmlns:a16="http://schemas.microsoft.com/office/drawing/2014/main" id="{9026C099-3BEA-6133-1B5D-33F7CE134918}"/>
              </a:ext>
            </a:extLst>
          </p:cNvPr>
          <p:cNvPicPr>
            <a:picLocks noChangeAspect="1"/>
          </p:cNvPicPr>
          <p:nvPr/>
        </p:nvPicPr>
        <p:blipFill>
          <a:blip r:embed="rId2"/>
          <a:stretch>
            <a:fillRect/>
          </a:stretch>
        </p:blipFill>
        <p:spPr>
          <a:xfrm>
            <a:off x="157019" y="3832741"/>
            <a:ext cx="3983631" cy="2607683"/>
          </a:xfrm>
          <a:prstGeom prst="rect">
            <a:avLst/>
          </a:prstGeom>
        </p:spPr>
      </p:pic>
      <p:sp>
        <p:nvSpPr>
          <p:cNvPr id="5" name="TextBox 4">
            <a:extLst>
              <a:ext uri="{FF2B5EF4-FFF2-40B4-BE49-F238E27FC236}">
                <a16:creationId xmlns:a16="http://schemas.microsoft.com/office/drawing/2014/main" id="{EBA99622-C327-3E78-4E0C-58DF87778B57}"/>
              </a:ext>
            </a:extLst>
          </p:cNvPr>
          <p:cNvSpPr txBox="1"/>
          <p:nvPr/>
        </p:nvSpPr>
        <p:spPr>
          <a:xfrm>
            <a:off x="561119" y="2192077"/>
            <a:ext cx="11065163" cy="1200329"/>
          </a:xfrm>
          <a:prstGeom prst="rect">
            <a:avLst/>
          </a:prstGeom>
          <a:noFill/>
          <a:ln w="3175">
            <a:solidFill>
              <a:schemeClr val="tx1"/>
            </a:solidFill>
          </a:ln>
        </p:spPr>
        <p:txBody>
          <a:bodyPr wrap="square">
            <a:spAutoFit/>
          </a:bodyPr>
          <a:lstStyle/>
          <a:p>
            <a:r>
              <a:rPr lang="en-US" dirty="0" err="1">
                <a:latin typeface="Consolas" panose="020B0609020204030204" pitchFamily="49" charset="0"/>
              </a:rPr>
              <a:t>az</a:t>
            </a:r>
            <a:r>
              <a:rPr lang="en-US" dirty="0">
                <a:latin typeface="Consolas" panose="020B0609020204030204" pitchFamily="49" charset="0"/>
              </a:rPr>
              <a:t> </a:t>
            </a:r>
            <a:r>
              <a:rPr lang="en-US" dirty="0" err="1">
                <a:latin typeface="Consolas" panose="020B0609020204030204" pitchFamily="49" charset="0"/>
              </a:rPr>
              <a:t>aks</a:t>
            </a:r>
            <a:r>
              <a:rPr lang="en-US" dirty="0">
                <a:latin typeface="Consolas" panose="020B0609020204030204" pitchFamily="49" charset="0"/>
              </a:rPr>
              <a:t> create --resource-group my-</a:t>
            </a:r>
            <a:r>
              <a:rPr lang="en-US" dirty="0" err="1">
                <a:latin typeface="Consolas" panose="020B0609020204030204" pitchFamily="49" charset="0"/>
              </a:rPr>
              <a:t>rg</a:t>
            </a:r>
            <a:r>
              <a:rPr lang="en-US" dirty="0">
                <a:latin typeface="Consolas" panose="020B0609020204030204" pitchFamily="49" charset="0"/>
              </a:rPr>
              <a:t> --name my-cluster </a:t>
            </a:r>
            <a:r>
              <a:rPr lang="en-US" b="1" dirty="0">
                <a:latin typeface="Consolas" panose="020B0609020204030204" pitchFamily="49" charset="0"/>
              </a:rPr>
              <a:t>--node-count 3 --zones 1 2 3</a:t>
            </a:r>
          </a:p>
          <a:p>
            <a:endParaRPr lang="en-US" dirty="0">
              <a:latin typeface="Consolas" panose="020B0609020204030204" pitchFamily="49" charset="0"/>
            </a:endParaRPr>
          </a:p>
          <a:p>
            <a:r>
              <a:rPr lang="en-US" dirty="0" err="1">
                <a:latin typeface="Consolas" panose="020B0609020204030204" pitchFamily="49" charset="0"/>
              </a:rPr>
              <a:t>az</a:t>
            </a:r>
            <a:r>
              <a:rPr lang="en-US" dirty="0">
                <a:latin typeface="Consolas" panose="020B0609020204030204" pitchFamily="49" charset="0"/>
              </a:rPr>
              <a:t> </a:t>
            </a:r>
            <a:r>
              <a:rPr lang="en-US" dirty="0" err="1">
                <a:latin typeface="Consolas" panose="020B0609020204030204" pitchFamily="49" charset="0"/>
              </a:rPr>
              <a:t>aks</a:t>
            </a:r>
            <a:r>
              <a:rPr lang="en-US" dirty="0">
                <a:latin typeface="Consolas" panose="020B0609020204030204" pitchFamily="49" charset="0"/>
              </a:rPr>
              <a:t> </a:t>
            </a:r>
            <a:r>
              <a:rPr lang="en-US" dirty="0" err="1">
                <a:latin typeface="Consolas" panose="020B0609020204030204" pitchFamily="49" charset="0"/>
              </a:rPr>
              <a:t>nodepool</a:t>
            </a:r>
            <a:r>
              <a:rPr lang="en-US" dirty="0">
                <a:latin typeface="Consolas" panose="020B0609020204030204" pitchFamily="49" charset="0"/>
              </a:rPr>
              <a:t> add --resource-group my-</a:t>
            </a:r>
            <a:r>
              <a:rPr lang="en-US" dirty="0" err="1">
                <a:latin typeface="Consolas" panose="020B0609020204030204" pitchFamily="49" charset="0"/>
              </a:rPr>
              <a:t>rg</a:t>
            </a:r>
            <a:r>
              <a:rPr lang="en-US" dirty="0">
                <a:latin typeface="Consolas" panose="020B0609020204030204" pitchFamily="49" charset="0"/>
              </a:rPr>
              <a:t> --cluster-name my-cluster --name </a:t>
            </a:r>
            <a:r>
              <a:rPr lang="en-US" dirty="0" err="1">
                <a:latin typeface="Consolas" panose="020B0609020204030204" pitchFamily="49" charset="0"/>
              </a:rPr>
              <a:t>userpool</a:t>
            </a:r>
            <a:r>
              <a:rPr lang="en-US" dirty="0">
                <a:latin typeface="Consolas" panose="020B0609020204030204" pitchFamily="49" charset="0"/>
              </a:rPr>
              <a:t>-a </a:t>
            </a:r>
            <a:r>
              <a:rPr lang="en-US" b="1" dirty="0">
                <a:latin typeface="Consolas" panose="020B0609020204030204" pitchFamily="49" charset="0"/>
              </a:rPr>
              <a:t>--node-count 6 --zones 1 2 3</a:t>
            </a:r>
          </a:p>
        </p:txBody>
      </p:sp>
      <p:sp>
        <p:nvSpPr>
          <p:cNvPr id="7" name="TextBox 6">
            <a:extLst>
              <a:ext uri="{FF2B5EF4-FFF2-40B4-BE49-F238E27FC236}">
                <a16:creationId xmlns:a16="http://schemas.microsoft.com/office/drawing/2014/main" id="{FD44D916-CCD7-635E-DECD-5E5FB618B575}"/>
              </a:ext>
            </a:extLst>
          </p:cNvPr>
          <p:cNvSpPr txBox="1"/>
          <p:nvPr/>
        </p:nvSpPr>
        <p:spPr>
          <a:xfrm>
            <a:off x="4294908" y="4255759"/>
            <a:ext cx="7740073" cy="1631216"/>
          </a:xfrm>
          <a:prstGeom prst="rect">
            <a:avLst/>
          </a:prstGeom>
          <a:noFill/>
          <a:ln w="3175">
            <a:solidFill>
              <a:schemeClr val="tx1"/>
            </a:solidFill>
          </a:ln>
        </p:spPr>
        <p:txBody>
          <a:bodyPr wrap="square">
            <a:spAutoFit/>
          </a:bodyPr>
          <a:lstStyle/>
          <a:p>
            <a:pPr marL="342900" indent="-342900">
              <a:spcAft>
                <a:spcPts val="1200"/>
              </a:spcAft>
              <a:buFont typeface="Arial" panose="020B0604020202020204" pitchFamily="34" charset="0"/>
              <a:buChar char="•"/>
            </a:pPr>
            <a:r>
              <a:rPr lang="en-US" sz="2000" dirty="0"/>
              <a:t>In this configuration, nodes are spread across all selected zones.</a:t>
            </a:r>
          </a:p>
          <a:p>
            <a:pPr marL="342900" indent="-342900">
              <a:spcAft>
                <a:spcPts val="1200"/>
              </a:spcAft>
              <a:buFont typeface="Arial" panose="020B0604020202020204" pitchFamily="34" charset="0"/>
              <a:buChar char="•"/>
            </a:pPr>
            <a:r>
              <a:rPr lang="en-US" sz="2000" dirty="0"/>
              <a:t>AKS automatically balances the number of nodes between zones.</a:t>
            </a:r>
          </a:p>
          <a:p>
            <a:pPr marL="342900" indent="-342900">
              <a:spcAft>
                <a:spcPts val="1200"/>
              </a:spcAft>
              <a:buFont typeface="Arial" panose="020B0604020202020204" pitchFamily="34" charset="0"/>
              <a:buChar char="•"/>
            </a:pPr>
            <a:r>
              <a:rPr lang="en-US" sz="2000" dirty="0"/>
              <a:t>If a zonal outage occurs, nodes within the affected zone might be affected, but nodes in other availability zones remain unaffected.</a:t>
            </a:r>
          </a:p>
        </p:txBody>
      </p:sp>
    </p:spTree>
    <p:extLst>
      <p:ext uri="{BB962C8B-B14F-4D97-AF65-F5344CB8AC3E}">
        <p14:creationId xmlns:p14="http://schemas.microsoft.com/office/powerpoint/2010/main" val="16548892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B60517E-BF8D-DDC7-58C8-A001D95B2A97}"/>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AD77AA5-E13B-AA2C-61BD-52D8BA8782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A59E5C9-E2B0-BD56-92F8-14384C87CCFB}"/>
              </a:ext>
            </a:extLst>
          </p:cNvPr>
          <p:cNvSpPr>
            <a:spLocks noGrp="1"/>
          </p:cNvSpPr>
          <p:nvPr>
            <p:ph type="title"/>
          </p:nvPr>
        </p:nvSpPr>
        <p:spPr>
          <a:xfrm>
            <a:off x="638881" y="417576"/>
            <a:ext cx="10909640" cy="1249394"/>
          </a:xfrm>
        </p:spPr>
        <p:txBody>
          <a:bodyPr vert="horz" lIns="91440" tIns="45720" rIns="91440" bIns="45720" rtlCol="0" anchor="ctr">
            <a:normAutofit fontScale="90000"/>
          </a:bodyPr>
          <a:lstStyle/>
          <a:p>
            <a:pPr algn="ctr"/>
            <a:r>
              <a:rPr lang="en-US" sz="6600" kern="1200" dirty="0">
                <a:solidFill>
                  <a:schemeClr val="tx1"/>
                </a:solidFill>
                <a:latin typeface="+mj-lt"/>
                <a:ea typeface="+mj-ea"/>
                <a:cs typeface="+mj-cs"/>
              </a:rPr>
              <a:t>Zone </a:t>
            </a:r>
            <a:r>
              <a:rPr lang="en-US" sz="6600" dirty="0"/>
              <a:t>Spanning - Ensure pods are spread across AZs</a:t>
            </a:r>
            <a:endParaRPr lang="en-US" sz="6600" kern="1200" dirty="0">
              <a:solidFill>
                <a:schemeClr val="tx1"/>
              </a:solidFill>
              <a:latin typeface="+mj-lt"/>
              <a:ea typeface="+mj-ea"/>
              <a:cs typeface="+mj-cs"/>
            </a:endParaRPr>
          </a:p>
        </p:txBody>
      </p:sp>
      <p:sp>
        <p:nvSpPr>
          <p:cNvPr id="16" name="sketch line">
            <a:extLst>
              <a:ext uri="{FF2B5EF4-FFF2-40B4-BE49-F238E27FC236}">
                <a16:creationId xmlns:a16="http://schemas.microsoft.com/office/drawing/2014/main" id="{52F14E7A-01D6-1F0B-B708-628337FDE0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4DE0D579-EC61-A3F4-627F-5439D007A6C8}"/>
              </a:ext>
            </a:extLst>
          </p:cNvPr>
          <p:cNvSpPr txBox="1"/>
          <p:nvPr/>
        </p:nvSpPr>
        <p:spPr>
          <a:xfrm>
            <a:off x="561119" y="2828835"/>
            <a:ext cx="11065163" cy="1477328"/>
          </a:xfrm>
          <a:prstGeom prst="rect">
            <a:avLst/>
          </a:prstGeom>
          <a:noFill/>
          <a:ln w="3175">
            <a:solidFill>
              <a:schemeClr val="tx1"/>
            </a:solidFill>
          </a:ln>
        </p:spPr>
        <p:txBody>
          <a:bodyPr wrap="square">
            <a:spAutoFit/>
          </a:bodyPr>
          <a:lstStyle/>
          <a:p>
            <a:r>
              <a:rPr lang="en-US" dirty="0" err="1">
                <a:latin typeface="Consolas" panose="020B0609020204030204" pitchFamily="49" charset="0"/>
              </a:rPr>
              <a:t>topologySpreadConstraints</a:t>
            </a:r>
            <a:r>
              <a:rPr lang="en-US" dirty="0">
                <a:latin typeface="Consolas" panose="020B0609020204030204" pitchFamily="49" charset="0"/>
              </a:rPr>
              <a:t>:</a:t>
            </a:r>
          </a:p>
          <a:p>
            <a:r>
              <a:rPr lang="en-US" dirty="0">
                <a:latin typeface="Consolas" panose="020B0609020204030204" pitchFamily="49" charset="0"/>
              </a:rPr>
              <a:t>- </a:t>
            </a:r>
            <a:r>
              <a:rPr lang="en-US" dirty="0" err="1">
                <a:latin typeface="Consolas" panose="020B0609020204030204" pitchFamily="49" charset="0"/>
              </a:rPr>
              <a:t>maxSkew</a:t>
            </a:r>
            <a:r>
              <a:rPr lang="en-US" dirty="0">
                <a:latin typeface="Consolas" panose="020B0609020204030204" pitchFamily="49" charset="0"/>
              </a:rPr>
              <a:t>: 1</a:t>
            </a:r>
          </a:p>
          <a:p>
            <a:r>
              <a:rPr lang="en-US" dirty="0">
                <a:latin typeface="Consolas" panose="020B0609020204030204" pitchFamily="49" charset="0"/>
              </a:rPr>
              <a:t>  </a:t>
            </a:r>
            <a:r>
              <a:rPr lang="en-US" dirty="0" err="1">
                <a:latin typeface="Consolas" panose="020B0609020204030204" pitchFamily="49" charset="0"/>
              </a:rPr>
              <a:t>topologyKey</a:t>
            </a:r>
            <a:r>
              <a:rPr lang="en-US" dirty="0">
                <a:latin typeface="Consolas" panose="020B0609020204030204" pitchFamily="49" charset="0"/>
              </a:rPr>
              <a:t>: "topology.kubernetes.io/zone"</a:t>
            </a:r>
          </a:p>
          <a:p>
            <a:r>
              <a:rPr lang="en-US" dirty="0">
                <a:latin typeface="Consolas" panose="020B0609020204030204" pitchFamily="49" charset="0"/>
              </a:rPr>
              <a:t>  </a:t>
            </a:r>
            <a:r>
              <a:rPr lang="en-US" dirty="0" err="1">
                <a:latin typeface="Consolas" panose="020B0609020204030204" pitchFamily="49" charset="0"/>
              </a:rPr>
              <a:t>whenUnsatisfiable</a:t>
            </a:r>
            <a:r>
              <a:rPr lang="en-US" dirty="0">
                <a:latin typeface="Consolas" panose="020B0609020204030204" pitchFamily="49" charset="0"/>
              </a:rPr>
              <a:t>: </a:t>
            </a:r>
            <a:r>
              <a:rPr lang="en-US" dirty="0" err="1">
                <a:latin typeface="Consolas" panose="020B0609020204030204" pitchFamily="49" charset="0"/>
              </a:rPr>
              <a:t>ScheduleAnyway</a:t>
            </a:r>
            <a:endParaRPr lang="en-US" dirty="0">
              <a:latin typeface="Consolas" panose="020B0609020204030204" pitchFamily="49" charset="0"/>
            </a:endParaRPr>
          </a:p>
          <a:p>
            <a:r>
              <a:rPr lang="en-US" b="1" dirty="0">
                <a:latin typeface="Consolas" panose="020B0609020204030204" pitchFamily="49" charset="0"/>
              </a:rPr>
              <a:t>...</a:t>
            </a:r>
          </a:p>
        </p:txBody>
      </p:sp>
    </p:spTree>
    <p:extLst>
      <p:ext uri="{BB962C8B-B14F-4D97-AF65-F5344CB8AC3E}">
        <p14:creationId xmlns:p14="http://schemas.microsoft.com/office/powerpoint/2010/main" val="41086793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4C0C650-8026-32DE-D555-DB0AA35D458F}"/>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8F2F22C-286B-B539-CD00-D323DB6B8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F570447-B72C-42A4-88FE-7B8ACE4ECC05}"/>
              </a:ext>
            </a:extLst>
          </p:cNvPr>
          <p:cNvSpPr>
            <a:spLocks noGrp="1"/>
          </p:cNvSpPr>
          <p:nvPr>
            <p:ph type="title"/>
          </p:nvPr>
        </p:nvSpPr>
        <p:spPr>
          <a:xfrm>
            <a:off x="638881" y="417576"/>
            <a:ext cx="10909640" cy="1249394"/>
          </a:xfrm>
        </p:spPr>
        <p:txBody>
          <a:bodyPr vert="horz" lIns="91440" tIns="45720" rIns="91440" bIns="45720" rtlCol="0" anchor="ctr">
            <a:normAutofit fontScale="90000"/>
          </a:bodyPr>
          <a:lstStyle/>
          <a:p>
            <a:pPr algn="ctr"/>
            <a:r>
              <a:rPr lang="en-US" sz="6600" kern="1200" dirty="0">
                <a:solidFill>
                  <a:schemeClr val="tx1"/>
                </a:solidFill>
                <a:latin typeface="+mj-lt"/>
                <a:ea typeface="+mj-ea"/>
                <a:cs typeface="+mj-cs"/>
              </a:rPr>
              <a:t>Zone </a:t>
            </a:r>
            <a:r>
              <a:rPr lang="en-US" sz="6600" dirty="0"/>
              <a:t>Spanning - Configure AZ-aware networking</a:t>
            </a:r>
            <a:endParaRPr lang="en-US" sz="6600" kern="1200" dirty="0">
              <a:solidFill>
                <a:schemeClr val="tx1"/>
              </a:solidFill>
              <a:latin typeface="+mj-lt"/>
              <a:ea typeface="+mj-ea"/>
              <a:cs typeface="+mj-cs"/>
            </a:endParaRPr>
          </a:p>
        </p:txBody>
      </p:sp>
      <p:sp>
        <p:nvSpPr>
          <p:cNvPr id="16" name="sketch line">
            <a:extLst>
              <a:ext uri="{FF2B5EF4-FFF2-40B4-BE49-F238E27FC236}">
                <a16:creationId xmlns:a16="http://schemas.microsoft.com/office/drawing/2014/main" id="{61765870-4719-6331-A694-522F9D828F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8A3040AB-0BC1-9081-82E8-26BF748DC053}"/>
              </a:ext>
            </a:extLst>
          </p:cNvPr>
          <p:cNvSpPr txBox="1"/>
          <p:nvPr/>
        </p:nvSpPr>
        <p:spPr>
          <a:xfrm>
            <a:off x="561119" y="2828835"/>
            <a:ext cx="11065163" cy="3400931"/>
          </a:xfrm>
          <a:prstGeom prst="rect">
            <a:avLst/>
          </a:prstGeom>
          <a:noFill/>
          <a:ln w="3175">
            <a:solidFill>
              <a:schemeClr val="tx1"/>
            </a:solidFill>
          </a:ln>
        </p:spPr>
        <p:txBody>
          <a:bodyPr wrap="square">
            <a:spAutoFit/>
          </a:bodyPr>
          <a:lstStyle/>
          <a:p>
            <a:pPr>
              <a:spcAft>
                <a:spcPts val="600"/>
              </a:spcAft>
            </a:pPr>
            <a:r>
              <a:rPr lang="en-US" sz="2000" dirty="0"/>
              <a:t>To ensure that your application's network traffic is resilient to failures, you should configure AZ-aware networking for your AKS workloads. </a:t>
            </a:r>
          </a:p>
          <a:p>
            <a:r>
              <a:rPr lang="en-US" sz="2000" dirty="0"/>
              <a:t>Azure offers various networking services that support AZs:</a:t>
            </a:r>
          </a:p>
          <a:p>
            <a:endParaRPr lang="en-US" sz="2000" dirty="0"/>
          </a:p>
          <a:p>
            <a:pPr marL="342900" indent="-342900">
              <a:spcAft>
                <a:spcPts val="600"/>
              </a:spcAft>
              <a:buFont typeface="Arial" panose="020B0604020202020204" pitchFamily="34" charset="0"/>
              <a:buChar char="•"/>
            </a:pPr>
            <a:r>
              <a:rPr lang="en-US" sz="2000" b="1" dirty="0"/>
              <a:t>Azure VPN Gateway</a:t>
            </a:r>
            <a:r>
              <a:rPr lang="en-US" sz="2000" dirty="0"/>
              <a:t>: You can deploy VPN and ExpressRoute gateways in Azure AZs to enable better resiliency, scalability, and availability to virtual network gateways. </a:t>
            </a:r>
          </a:p>
          <a:p>
            <a:pPr marL="342900" indent="-342900">
              <a:spcAft>
                <a:spcPts val="600"/>
              </a:spcAft>
              <a:buFont typeface="Arial" panose="020B0604020202020204" pitchFamily="34" charset="0"/>
              <a:buChar char="•"/>
            </a:pPr>
            <a:r>
              <a:rPr lang="en-US" sz="2000" b="1" dirty="0"/>
              <a:t>Azure Application Gateway v2</a:t>
            </a:r>
            <a:r>
              <a:rPr lang="en-US" sz="2000" dirty="0"/>
              <a:t>: Azure Application Gateway provides a regional L7 load balancer with availability zone support. </a:t>
            </a:r>
          </a:p>
          <a:p>
            <a:pPr marL="342900" indent="-342900">
              <a:buFont typeface="Arial" panose="020B0604020202020204" pitchFamily="34" charset="0"/>
              <a:buChar char="•"/>
            </a:pPr>
            <a:r>
              <a:rPr lang="en-US" sz="2000" b="1" dirty="0"/>
              <a:t>Azure Front Door</a:t>
            </a:r>
            <a:r>
              <a:rPr lang="en-US" sz="2000" dirty="0"/>
              <a:t>: Azure Front Door provides a global L7 load balancer and leverages points of presence (POPs) or Azure Content Delivery Network (CDN). </a:t>
            </a:r>
          </a:p>
        </p:txBody>
      </p:sp>
    </p:spTree>
    <p:extLst>
      <p:ext uri="{BB962C8B-B14F-4D97-AF65-F5344CB8AC3E}">
        <p14:creationId xmlns:p14="http://schemas.microsoft.com/office/powerpoint/2010/main" val="36432060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4A8335-B86E-CDEB-DF49-DA631FE2EA4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E38FFBC-463A-2426-26C4-BBFBC3E12F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1FCEC29-480F-44D4-CFFC-C2B96B90F2D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C78B282-9901-19ED-6305-5FC56BAFE81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Zone Spanning</a:t>
            </a:r>
          </a:p>
        </p:txBody>
      </p:sp>
      <p:sp>
        <p:nvSpPr>
          <p:cNvPr id="10" name="sketch line">
            <a:extLst>
              <a:ext uri="{FF2B5EF4-FFF2-40B4-BE49-F238E27FC236}">
                <a16:creationId xmlns:a16="http://schemas.microsoft.com/office/drawing/2014/main" id="{4054E3ED-2C6A-5CC0-8C0A-1D6A479937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727461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95D377-FE13-2F44-D2F6-3EA306F5CF3C}"/>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63D58BF5-79AD-F297-5D68-F6B7F8D82C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030BFB9-626C-3289-6123-FD180342551E}"/>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Zone -Aligned</a:t>
            </a:r>
          </a:p>
        </p:txBody>
      </p:sp>
      <p:sp>
        <p:nvSpPr>
          <p:cNvPr id="16" name="sketch line">
            <a:extLst>
              <a:ext uri="{FF2B5EF4-FFF2-40B4-BE49-F238E27FC236}">
                <a16:creationId xmlns:a16="http://schemas.microsoft.com/office/drawing/2014/main" id="{471CA99D-8301-C199-D27B-3AFE04E248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4" name="Picture 3" descr="Diagram that shows AKS node distribution across availability zones in different models.">
            <a:extLst>
              <a:ext uri="{FF2B5EF4-FFF2-40B4-BE49-F238E27FC236}">
                <a16:creationId xmlns:a16="http://schemas.microsoft.com/office/drawing/2014/main" id="{B5A70D78-E43A-E6AE-B667-38DA71EAC69C}"/>
              </a:ext>
            </a:extLst>
          </p:cNvPr>
          <p:cNvPicPr>
            <a:picLocks noChangeAspect="1"/>
          </p:cNvPicPr>
          <p:nvPr/>
        </p:nvPicPr>
        <p:blipFill>
          <a:blip r:embed="rId2"/>
          <a:stretch>
            <a:fillRect/>
          </a:stretch>
        </p:blipFill>
        <p:spPr>
          <a:xfrm>
            <a:off x="157019" y="4043145"/>
            <a:ext cx="3833090" cy="2509139"/>
          </a:xfrm>
          <a:prstGeom prst="rect">
            <a:avLst/>
          </a:prstGeom>
        </p:spPr>
      </p:pic>
      <p:sp>
        <p:nvSpPr>
          <p:cNvPr id="5" name="TextBox 4">
            <a:extLst>
              <a:ext uri="{FF2B5EF4-FFF2-40B4-BE49-F238E27FC236}">
                <a16:creationId xmlns:a16="http://schemas.microsoft.com/office/drawing/2014/main" id="{8C1FBF92-86E2-0941-09F3-09705FBB62FD}"/>
              </a:ext>
            </a:extLst>
          </p:cNvPr>
          <p:cNvSpPr txBox="1"/>
          <p:nvPr/>
        </p:nvSpPr>
        <p:spPr>
          <a:xfrm>
            <a:off x="638881" y="1983103"/>
            <a:ext cx="10661064" cy="1754326"/>
          </a:xfrm>
          <a:prstGeom prst="rect">
            <a:avLst/>
          </a:prstGeom>
          <a:noFill/>
          <a:ln w="3175">
            <a:solidFill>
              <a:schemeClr val="tx1"/>
            </a:solidFill>
          </a:ln>
        </p:spPr>
        <p:txBody>
          <a:bodyPr wrap="square">
            <a:spAutoFit/>
          </a:bodyPr>
          <a:lstStyle/>
          <a:p>
            <a:r>
              <a:rPr lang="en-US" dirty="0" err="1">
                <a:latin typeface="Consolas" panose="020B0609020204030204" pitchFamily="49" charset="0"/>
              </a:rPr>
              <a:t>az</a:t>
            </a:r>
            <a:r>
              <a:rPr lang="en-US" dirty="0">
                <a:latin typeface="Consolas" panose="020B0609020204030204" pitchFamily="49" charset="0"/>
              </a:rPr>
              <a:t> </a:t>
            </a:r>
            <a:r>
              <a:rPr lang="en-US" dirty="0" err="1">
                <a:latin typeface="Consolas" panose="020B0609020204030204" pitchFamily="49" charset="0"/>
              </a:rPr>
              <a:t>aks</a:t>
            </a:r>
            <a:r>
              <a:rPr lang="en-US" dirty="0">
                <a:latin typeface="Consolas" panose="020B0609020204030204" pitchFamily="49" charset="0"/>
              </a:rPr>
              <a:t> </a:t>
            </a:r>
            <a:r>
              <a:rPr lang="en-US" dirty="0" err="1">
                <a:latin typeface="Consolas" panose="020B0609020204030204" pitchFamily="49" charset="0"/>
              </a:rPr>
              <a:t>nodepool</a:t>
            </a:r>
            <a:r>
              <a:rPr lang="en-US" dirty="0">
                <a:latin typeface="Consolas" panose="020B0609020204030204" pitchFamily="49" charset="0"/>
              </a:rPr>
              <a:t> add --resource-group my-</a:t>
            </a:r>
            <a:r>
              <a:rPr lang="en-US" dirty="0" err="1">
                <a:latin typeface="Consolas" panose="020B0609020204030204" pitchFamily="49" charset="0"/>
              </a:rPr>
              <a:t>rg</a:t>
            </a:r>
            <a:r>
              <a:rPr lang="en-US" dirty="0">
                <a:latin typeface="Consolas" panose="020B0609020204030204" pitchFamily="49" charset="0"/>
              </a:rPr>
              <a:t> --cluster-name my-</a:t>
            </a:r>
            <a:r>
              <a:rPr lang="en-US" dirty="0" err="1">
                <a:latin typeface="Consolas" panose="020B0609020204030204" pitchFamily="49" charset="0"/>
              </a:rPr>
              <a:t>clu</a:t>
            </a:r>
            <a:r>
              <a:rPr lang="en-US" dirty="0">
                <a:latin typeface="Consolas" panose="020B0609020204030204" pitchFamily="49" charset="0"/>
              </a:rPr>
              <a:t> --name </a:t>
            </a:r>
            <a:r>
              <a:rPr lang="en-US" dirty="0" err="1">
                <a:highlight>
                  <a:srgbClr val="FFFF00"/>
                </a:highlight>
                <a:latin typeface="Consolas" panose="020B0609020204030204" pitchFamily="49" charset="0"/>
              </a:rPr>
              <a:t>userpool</a:t>
            </a:r>
            <a:r>
              <a:rPr lang="en-US" dirty="0">
                <a:highlight>
                  <a:srgbClr val="FFFF00"/>
                </a:highlight>
                <a:latin typeface="Consolas" panose="020B0609020204030204" pitchFamily="49" charset="0"/>
              </a:rPr>
              <a:t>-x </a:t>
            </a:r>
            <a:r>
              <a:rPr lang="en-US" dirty="0">
                <a:latin typeface="Consolas" panose="020B0609020204030204" pitchFamily="49" charset="0"/>
              </a:rPr>
              <a:t> </a:t>
            </a:r>
            <a:r>
              <a:rPr lang="en-US" dirty="0">
                <a:highlight>
                  <a:srgbClr val="FFFF00"/>
                </a:highlight>
                <a:latin typeface="Consolas" panose="020B0609020204030204" pitchFamily="49" charset="0"/>
              </a:rPr>
              <a:t>--node-count 2 --zones 1</a:t>
            </a:r>
          </a:p>
          <a:p>
            <a:r>
              <a:rPr lang="en-US" dirty="0" err="1">
                <a:latin typeface="Consolas" panose="020B0609020204030204" pitchFamily="49" charset="0"/>
              </a:rPr>
              <a:t>az</a:t>
            </a:r>
            <a:r>
              <a:rPr lang="en-US" dirty="0">
                <a:latin typeface="Consolas" panose="020B0609020204030204" pitchFamily="49" charset="0"/>
              </a:rPr>
              <a:t> </a:t>
            </a:r>
            <a:r>
              <a:rPr lang="en-US" dirty="0" err="1">
                <a:latin typeface="Consolas" panose="020B0609020204030204" pitchFamily="49" charset="0"/>
              </a:rPr>
              <a:t>aks</a:t>
            </a:r>
            <a:r>
              <a:rPr lang="en-US" dirty="0">
                <a:latin typeface="Consolas" panose="020B0609020204030204" pitchFamily="49" charset="0"/>
              </a:rPr>
              <a:t> </a:t>
            </a:r>
            <a:r>
              <a:rPr lang="en-US" dirty="0" err="1">
                <a:latin typeface="Consolas" panose="020B0609020204030204" pitchFamily="49" charset="0"/>
              </a:rPr>
              <a:t>nodepool</a:t>
            </a:r>
            <a:r>
              <a:rPr lang="en-US" dirty="0">
                <a:latin typeface="Consolas" panose="020B0609020204030204" pitchFamily="49" charset="0"/>
              </a:rPr>
              <a:t> add --resource-group my-</a:t>
            </a:r>
            <a:r>
              <a:rPr lang="en-US" dirty="0" err="1">
                <a:latin typeface="Consolas" panose="020B0609020204030204" pitchFamily="49" charset="0"/>
              </a:rPr>
              <a:t>rg</a:t>
            </a:r>
            <a:r>
              <a:rPr lang="en-US" dirty="0">
                <a:latin typeface="Consolas" panose="020B0609020204030204" pitchFamily="49" charset="0"/>
              </a:rPr>
              <a:t> --cluster-name my-</a:t>
            </a:r>
            <a:r>
              <a:rPr lang="en-US" dirty="0" err="1">
                <a:latin typeface="Consolas" panose="020B0609020204030204" pitchFamily="49" charset="0"/>
              </a:rPr>
              <a:t>clu</a:t>
            </a:r>
            <a:r>
              <a:rPr lang="en-US" dirty="0">
                <a:latin typeface="Consolas" panose="020B0609020204030204" pitchFamily="49" charset="0"/>
              </a:rPr>
              <a:t> --name </a:t>
            </a:r>
            <a:r>
              <a:rPr lang="en-US" dirty="0" err="1">
                <a:highlight>
                  <a:srgbClr val="00FF00"/>
                </a:highlight>
                <a:latin typeface="Consolas" panose="020B0609020204030204" pitchFamily="49" charset="0"/>
              </a:rPr>
              <a:t>userpool</a:t>
            </a:r>
            <a:r>
              <a:rPr lang="en-US" dirty="0">
                <a:highlight>
                  <a:srgbClr val="00FF00"/>
                </a:highlight>
                <a:latin typeface="Consolas" panose="020B0609020204030204" pitchFamily="49" charset="0"/>
              </a:rPr>
              <a:t>-y </a:t>
            </a:r>
            <a:r>
              <a:rPr lang="en-US" dirty="0">
                <a:latin typeface="Consolas" panose="020B0609020204030204" pitchFamily="49" charset="0"/>
              </a:rPr>
              <a:t> </a:t>
            </a:r>
            <a:r>
              <a:rPr lang="en-US" dirty="0">
                <a:highlight>
                  <a:srgbClr val="00FF00"/>
                </a:highlight>
                <a:latin typeface="Consolas" panose="020B0609020204030204" pitchFamily="49" charset="0"/>
              </a:rPr>
              <a:t>--node-count 2 --zones 2</a:t>
            </a:r>
          </a:p>
          <a:p>
            <a:r>
              <a:rPr lang="en-US" dirty="0" err="1">
                <a:latin typeface="Consolas" panose="020B0609020204030204" pitchFamily="49" charset="0"/>
              </a:rPr>
              <a:t>az</a:t>
            </a:r>
            <a:r>
              <a:rPr lang="en-US" dirty="0">
                <a:latin typeface="Consolas" panose="020B0609020204030204" pitchFamily="49" charset="0"/>
              </a:rPr>
              <a:t> </a:t>
            </a:r>
            <a:r>
              <a:rPr lang="en-US" dirty="0" err="1">
                <a:latin typeface="Consolas" panose="020B0609020204030204" pitchFamily="49" charset="0"/>
              </a:rPr>
              <a:t>aks</a:t>
            </a:r>
            <a:r>
              <a:rPr lang="en-US" dirty="0">
                <a:latin typeface="Consolas" panose="020B0609020204030204" pitchFamily="49" charset="0"/>
              </a:rPr>
              <a:t> </a:t>
            </a:r>
            <a:r>
              <a:rPr lang="en-US" dirty="0" err="1">
                <a:latin typeface="Consolas" panose="020B0609020204030204" pitchFamily="49" charset="0"/>
              </a:rPr>
              <a:t>nodepool</a:t>
            </a:r>
            <a:r>
              <a:rPr lang="en-US" dirty="0">
                <a:latin typeface="Consolas" panose="020B0609020204030204" pitchFamily="49" charset="0"/>
              </a:rPr>
              <a:t> add --resource-group my-</a:t>
            </a:r>
            <a:r>
              <a:rPr lang="en-US" dirty="0" err="1">
                <a:latin typeface="Consolas" panose="020B0609020204030204" pitchFamily="49" charset="0"/>
              </a:rPr>
              <a:t>rg</a:t>
            </a:r>
            <a:r>
              <a:rPr lang="en-US" dirty="0">
                <a:latin typeface="Consolas" panose="020B0609020204030204" pitchFamily="49" charset="0"/>
              </a:rPr>
              <a:t> --cluster-name my-</a:t>
            </a:r>
            <a:r>
              <a:rPr lang="en-US" dirty="0" err="1">
                <a:latin typeface="Consolas" panose="020B0609020204030204" pitchFamily="49" charset="0"/>
              </a:rPr>
              <a:t>clu</a:t>
            </a:r>
            <a:r>
              <a:rPr lang="en-US" dirty="0">
                <a:latin typeface="Consolas" panose="020B0609020204030204" pitchFamily="49" charset="0"/>
              </a:rPr>
              <a:t> --name </a:t>
            </a:r>
            <a:r>
              <a:rPr lang="en-US" dirty="0" err="1">
                <a:highlight>
                  <a:srgbClr val="00FFFF"/>
                </a:highlight>
                <a:latin typeface="Consolas" panose="020B0609020204030204" pitchFamily="49" charset="0"/>
              </a:rPr>
              <a:t>userpool</a:t>
            </a:r>
            <a:r>
              <a:rPr lang="en-US" dirty="0">
                <a:highlight>
                  <a:srgbClr val="00FFFF"/>
                </a:highlight>
                <a:latin typeface="Consolas" panose="020B0609020204030204" pitchFamily="49" charset="0"/>
              </a:rPr>
              <a:t>-z </a:t>
            </a:r>
            <a:r>
              <a:rPr lang="en-US" dirty="0">
                <a:latin typeface="Consolas" panose="020B0609020204030204" pitchFamily="49" charset="0"/>
              </a:rPr>
              <a:t> </a:t>
            </a:r>
            <a:r>
              <a:rPr lang="en-US" dirty="0">
                <a:highlight>
                  <a:srgbClr val="00FFFF"/>
                </a:highlight>
                <a:latin typeface="Consolas" panose="020B0609020204030204" pitchFamily="49" charset="0"/>
              </a:rPr>
              <a:t>--node-count 2 --zones 3</a:t>
            </a:r>
            <a:endParaRPr lang="en-US" b="1" dirty="0">
              <a:highlight>
                <a:srgbClr val="00FFFF"/>
              </a:highlight>
              <a:latin typeface="Consolas" panose="020B0609020204030204" pitchFamily="49" charset="0"/>
            </a:endParaRPr>
          </a:p>
        </p:txBody>
      </p:sp>
      <p:sp>
        <p:nvSpPr>
          <p:cNvPr id="7" name="TextBox 6">
            <a:extLst>
              <a:ext uri="{FF2B5EF4-FFF2-40B4-BE49-F238E27FC236}">
                <a16:creationId xmlns:a16="http://schemas.microsoft.com/office/drawing/2014/main" id="{1E301CB8-AEE0-A868-6370-7A7A70AF8D8E}"/>
              </a:ext>
            </a:extLst>
          </p:cNvPr>
          <p:cNvSpPr txBox="1"/>
          <p:nvPr/>
        </p:nvSpPr>
        <p:spPr>
          <a:xfrm>
            <a:off x="4221018" y="4559050"/>
            <a:ext cx="7740073" cy="1477328"/>
          </a:xfrm>
          <a:prstGeom prst="rect">
            <a:avLst/>
          </a:prstGeom>
          <a:noFill/>
          <a:ln w="3175">
            <a:solidFill>
              <a:schemeClr val="tx1"/>
            </a:solidFill>
          </a:ln>
        </p:spPr>
        <p:txBody>
          <a:bodyPr wrap="square">
            <a:spAutoFit/>
          </a:bodyPr>
          <a:lstStyle/>
          <a:p>
            <a:pPr marL="342900" indent="-342900">
              <a:spcAft>
                <a:spcPts val="1200"/>
              </a:spcAft>
              <a:buFont typeface="Arial" panose="020B0604020202020204" pitchFamily="34" charset="0"/>
              <a:buChar char="•"/>
            </a:pPr>
            <a:r>
              <a:rPr lang="en-US" sz="2000" dirty="0"/>
              <a:t>In this configuration, each node is aligned (pinned) to a specific zone. </a:t>
            </a:r>
          </a:p>
          <a:p>
            <a:pPr marL="342900" indent="-342900">
              <a:spcAft>
                <a:spcPts val="1200"/>
              </a:spcAft>
              <a:buFont typeface="Arial" panose="020B0604020202020204" pitchFamily="34" charset="0"/>
              <a:buChar char="•"/>
            </a:pPr>
            <a:r>
              <a:rPr lang="en-US" sz="2000" dirty="0"/>
              <a:t>This configuration can be used when you need lower latency between nodes.</a:t>
            </a:r>
          </a:p>
        </p:txBody>
      </p:sp>
    </p:spTree>
    <p:extLst>
      <p:ext uri="{BB962C8B-B14F-4D97-AF65-F5344CB8AC3E}">
        <p14:creationId xmlns:p14="http://schemas.microsoft.com/office/powerpoint/2010/main" val="8286597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08FC61-F66A-89FA-6CDC-3A87E6E8C88B}"/>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CB658A49-7B8B-B9DD-0AEE-E7B5B1081B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93378AE-8FCE-A5A8-DD35-4D06D33F93C6}"/>
              </a:ext>
            </a:extLst>
          </p:cNvPr>
          <p:cNvSpPr>
            <a:spLocks noGrp="1"/>
          </p:cNvSpPr>
          <p:nvPr>
            <p:ph type="title"/>
          </p:nvPr>
        </p:nvSpPr>
        <p:spPr>
          <a:xfrm>
            <a:off x="157019" y="417576"/>
            <a:ext cx="11804072" cy="1249394"/>
          </a:xfrm>
        </p:spPr>
        <p:txBody>
          <a:bodyPr vert="horz" lIns="91440" tIns="45720" rIns="91440" bIns="45720" rtlCol="0" anchor="ctr">
            <a:normAutofit fontScale="90000"/>
          </a:bodyPr>
          <a:lstStyle/>
          <a:p>
            <a:pPr algn="ctr"/>
            <a:r>
              <a:rPr lang="en-US" sz="6600" kern="1200" dirty="0">
                <a:solidFill>
                  <a:schemeClr val="tx1"/>
                </a:solidFill>
                <a:latin typeface="+mj-lt"/>
                <a:ea typeface="+mj-ea"/>
                <a:cs typeface="+mj-cs"/>
              </a:rPr>
              <a:t>Cluster </a:t>
            </a:r>
            <a:r>
              <a:rPr lang="en-US" sz="6600" kern="1200" dirty="0" err="1">
                <a:solidFill>
                  <a:schemeClr val="tx1"/>
                </a:solidFill>
                <a:latin typeface="+mj-lt"/>
                <a:ea typeface="+mj-ea"/>
                <a:cs typeface="+mj-cs"/>
              </a:rPr>
              <a:t>Autoscaler</a:t>
            </a:r>
            <a:r>
              <a:rPr lang="en-US" sz="6600" kern="1200" dirty="0">
                <a:solidFill>
                  <a:schemeClr val="tx1"/>
                </a:solidFill>
                <a:latin typeface="+mj-lt"/>
                <a:ea typeface="+mj-ea"/>
                <a:cs typeface="+mj-cs"/>
              </a:rPr>
              <a:t> and Availability Zones</a:t>
            </a:r>
          </a:p>
        </p:txBody>
      </p:sp>
      <p:sp>
        <p:nvSpPr>
          <p:cNvPr id="16" name="sketch line">
            <a:extLst>
              <a:ext uri="{FF2B5EF4-FFF2-40B4-BE49-F238E27FC236}">
                <a16:creationId xmlns:a16="http://schemas.microsoft.com/office/drawing/2014/main" id="{F1CC5AA4-2463-F3D6-35DC-AA1CEE2C72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744641AD-F4F1-55EA-C035-7656B4F0E109}"/>
              </a:ext>
            </a:extLst>
          </p:cNvPr>
          <p:cNvSpPr txBox="1"/>
          <p:nvPr/>
        </p:nvSpPr>
        <p:spPr>
          <a:xfrm>
            <a:off x="595746" y="2512046"/>
            <a:ext cx="10926618" cy="2031325"/>
          </a:xfrm>
          <a:prstGeom prst="rect">
            <a:avLst/>
          </a:prstGeom>
          <a:noFill/>
        </p:spPr>
        <p:txBody>
          <a:bodyPr wrap="square">
            <a:spAutoFit/>
          </a:bodyPr>
          <a:lstStyle/>
          <a:p>
            <a:r>
              <a:rPr lang="en-US" dirty="0"/>
              <a:t>When implementing availability zones with the cluster </a:t>
            </a:r>
            <a:r>
              <a:rPr lang="en-US" dirty="0" err="1"/>
              <a:t>autoscaler</a:t>
            </a:r>
            <a:r>
              <a:rPr lang="en-US" dirty="0"/>
              <a:t>, we recommend using a single node pool for each zone. </a:t>
            </a:r>
          </a:p>
          <a:p>
            <a:endParaRPr lang="en-US" dirty="0"/>
          </a:p>
          <a:p>
            <a:r>
              <a:rPr lang="en-US" dirty="0"/>
              <a:t>The Cluster </a:t>
            </a:r>
            <a:r>
              <a:rPr lang="en-US" dirty="0" err="1"/>
              <a:t>Autoscaler</a:t>
            </a:r>
            <a:r>
              <a:rPr lang="en-US" dirty="0"/>
              <a:t> is not zone-aware, and zone allocation is handled by the underlying Virtual Machine Scale Sets and not by AKS. The above best practice becomes even more relevant when using zone-based pod topology spread constraints on a single multi-</a:t>
            </a:r>
            <a:r>
              <a:rPr lang="en-US" dirty="0" err="1"/>
              <a:t>az</a:t>
            </a:r>
            <a:r>
              <a:rPr lang="en-US" dirty="0"/>
              <a:t> node pool, as restrictive constraints may leave pods in a pending state, especially in capacity-constrained regions or during zone-down scenarios.</a:t>
            </a:r>
          </a:p>
        </p:txBody>
      </p:sp>
    </p:spTree>
    <p:extLst>
      <p:ext uri="{BB962C8B-B14F-4D97-AF65-F5344CB8AC3E}">
        <p14:creationId xmlns:p14="http://schemas.microsoft.com/office/powerpoint/2010/main" val="12059147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ABFB79-8E17-0971-FED6-586098220B6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1821113-084E-9236-2EC5-5020D21E36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668A26F-6427-0AEA-6E31-3CBDC951100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7C84B12-D4D1-EF1F-EF5C-D29CB39292A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Chaos Experiment</a:t>
            </a:r>
          </a:p>
        </p:txBody>
      </p:sp>
      <p:sp>
        <p:nvSpPr>
          <p:cNvPr id="10" name="sketch line">
            <a:extLst>
              <a:ext uri="{FF2B5EF4-FFF2-40B4-BE49-F238E27FC236}">
                <a16:creationId xmlns:a16="http://schemas.microsoft.com/office/drawing/2014/main" id="{71B7E968-4198-7C71-C9C2-207A6294B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876242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E86FC1B-8286-AF04-FC34-EE7E77CF8D52}"/>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5A82D43-741E-D6D8-175C-A3E43C3FAB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64986948-EECF-423A-6D5C-09DC64410D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7EE100E2-D42D-1EA9-6129-7CA0BB594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67E3A3B9-A510-E0C2-CF6C-5FEB0F97C91C}"/>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a:solidFill>
                  <a:schemeClr val="tx1"/>
                </a:solidFill>
                <a:latin typeface="+mj-lt"/>
                <a:ea typeface="+mj-ea"/>
                <a:cs typeface="+mj-cs"/>
              </a:rPr>
              <a:t>Private AKS Cluster</a:t>
            </a:r>
          </a:p>
        </p:txBody>
      </p:sp>
      <p:sp>
        <p:nvSpPr>
          <p:cNvPr id="13" name="Rectangle 12">
            <a:extLst>
              <a:ext uri="{FF2B5EF4-FFF2-40B4-BE49-F238E27FC236}">
                <a16:creationId xmlns:a16="http://schemas.microsoft.com/office/drawing/2014/main" id="{3845035B-FB71-8FCF-5FC0-2A5067ED96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79705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70FFD2-1480-6C8A-97E1-86AF10367B09}"/>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6C07C37C-D014-3CDA-BCE9-71BB9DF170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CAEE468-2EC7-4B87-C9DD-118B484D33A1}"/>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Private AKS Cluster</a:t>
            </a:r>
          </a:p>
        </p:txBody>
      </p:sp>
      <p:sp>
        <p:nvSpPr>
          <p:cNvPr id="16" name="sketch line">
            <a:extLst>
              <a:ext uri="{FF2B5EF4-FFF2-40B4-BE49-F238E27FC236}">
                <a16:creationId xmlns:a16="http://schemas.microsoft.com/office/drawing/2014/main" id="{E9C02069-2CE8-03B4-7224-AA8BFDB87A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 name="Picture 2" descr="AKS Private Endpoint">
            <a:extLst>
              <a:ext uri="{FF2B5EF4-FFF2-40B4-BE49-F238E27FC236}">
                <a16:creationId xmlns:a16="http://schemas.microsoft.com/office/drawing/2014/main" id="{AA306F8E-79FA-61F8-B6C4-2DF5EE7EA42D}"/>
              </a:ext>
            </a:extLst>
          </p:cNvPr>
          <p:cNvPicPr>
            <a:picLocks noChangeAspect="1"/>
          </p:cNvPicPr>
          <p:nvPr/>
        </p:nvPicPr>
        <p:blipFill>
          <a:blip r:embed="rId3"/>
          <a:stretch>
            <a:fillRect/>
          </a:stretch>
        </p:blipFill>
        <p:spPr>
          <a:xfrm>
            <a:off x="2826627" y="2084546"/>
            <a:ext cx="5553075" cy="4391025"/>
          </a:xfrm>
          <a:prstGeom prst="rect">
            <a:avLst/>
          </a:prstGeom>
        </p:spPr>
      </p:pic>
    </p:spTree>
    <p:extLst>
      <p:ext uri="{BB962C8B-B14F-4D97-AF65-F5344CB8AC3E}">
        <p14:creationId xmlns:p14="http://schemas.microsoft.com/office/powerpoint/2010/main" val="33537747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46836B-2029-DFDA-20F7-BB3CC1E78207}"/>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9CF61D71-33C5-20F9-1DD2-49A62A86AB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5BFB10-3DBF-59C4-D00A-EB86F813C9ED}"/>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Private AKS Cluster</a:t>
            </a:r>
          </a:p>
        </p:txBody>
      </p:sp>
      <p:sp>
        <p:nvSpPr>
          <p:cNvPr id="16" name="sketch line">
            <a:extLst>
              <a:ext uri="{FF2B5EF4-FFF2-40B4-BE49-F238E27FC236}">
                <a16:creationId xmlns:a16="http://schemas.microsoft.com/office/drawing/2014/main" id="{0902584D-F323-D6C0-A9EC-0539AD4016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EB11C1C7-5D14-8EAF-7FB0-670E96943187}"/>
              </a:ext>
            </a:extLst>
          </p:cNvPr>
          <p:cNvSpPr txBox="1"/>
          <p:nvPr/>
        </p:nvSpPr>
        <p:spPr>
          <a:xfrm>
            <a:off x="638881" y="2462287"/>
            <a:ext cx="10909640" cy="3139321"/>
          </a:xfrm>
          <a:prstGeom prst="rect">
            <a:avLst/>
          </a:prstGeom>
          <a:noFill/>
        </p:spPr>
        <p:txBody>
          <a:bodyPr wrap="square">
            <a:spAutoFit/>
          </a:bodyPr>
          <a:lstStyle/>
          <a:p>
            <a:r>
              <a:rPr lang="en-US" dirty="0"/>
              <a:t>In a private cluster, the control plane or API server has internal IP addresses that are defined in the RFC1918 - Address Allocation for Private Internet document. By using a private cluster, you can ensure network traffic between your API server and your node pools remains only on the private network.</a:t>
            </a:r>
          </a:p>
          <a:p>
            <a:endParaRPr lang="en-US" dirty="0"/>
          </a:p>
          <a:p>
            <a:r>
              <a:rPr lang="en-US" dirty="0"/>
              <a:t>The control plane or API server is in an AKS-managed Azure resource group, and your cluster or node pool is in your resource group. The server and the cluster or node pool can communicate with each other through the Azure Private Link service in the API server virtual network and a private endpoint exposed on the subnet of your AKS cluster.</a:t>
            </a:r>
          </a:p>
          <a:p>
            <a:endParaRPr lang="en-US" dirty="0"/>
          </a:p>
          <a:p>
            <a:r>
              <a:rPr lang="en-US" dirty="0"/>
              <a:t>When you create a private AKS cluster, AKS creates both private and public fully qualified domain names (FQDNs) with corresponding DNS zones by default. </a:t>
            </a:r>
          </a:p>
        </p:txBody>
      </p:sp>
    </p:spTree>
    <p:extLst>
      <p:ext uri="{BB962C8B-B14F-4D97-AF65-F5344CB8AC3E}">
        <p14:creationId xmlns:p14="http://schemas.microsoft.com/office/powerpoint/2010/main" val="23269888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0DB7B-7DB4-A2A4-D66B-86E26005FB6C}"/>
              </a:ext>
            </a:extLst>
          </p:cNvPr>
          <p:cNvSpPr>
            <a:spLocks noGrp="1"/>
          </p:cNvSpPr>
          <p:nvPr>
            <p:ph type="title"/>
          </p:nvPr>
        </p:nvSpPr>
        <p:spPr/>
        <p:txBody>
          <a:bodyPr/>
          <a:lstStyle/>
          <a:p>
            <a:pPr algn="ctr"/>
            <a:r>
              <a:rPr lang="en-US" dirty="0"/>
              <a:t>Private AKS Cluster</a:t>
            </a:r>
          </a:p>
        </p:txBody>
      </p:sp>
      <p:sp>
        <p:nvSpPr>
          <p:cNvPr id="6" name="TextBox 5">
            <a:extLst>
              <a:ext uri="{FF2B5EF4-FFF2-40B4-BE49-F238E27FC236}">
                <a16:creationId xmlns:a16="http://schemas.microsoft.com/office/drawing/2014/main" id="{51962298-C62F-C381-FFDC-27FB13361577}"/>
              </a:ext>
            </a:extLst>
          </p:cNvPr>
          <p:cNvSpPr txBox="1"/>
          <p:nvPr/>
        </p:nvSpPr>
        <p:spPr>
          <a:xfrm>
            <a:off x="354664" y="1869819"/>
            <a:ext cx="1670842" cy="369332"/>
          </a:xfrm>
          <a:prstGeom prst="rect">
            <a:avLst/>
          </a:prstGeom>
          <a:noFill/>
        </p:spPr>
        <p:txBody>
          <a:bodyPr wrap="none" rtlCol="0">
            <a:spAutoFit/>
          </a:bodyPr>
          <a:lstStyle/>
          <a:p>
            <a:r>
              <a:rPr lang="en-US" b="1" dirty="0">
                <a:solidFill>
                  <a:srgbClr val="0070C0"/>
                </a:solidFill>
              </a:rPr>
              <a:t>Public Cluster</a:t>
            </a:r>
          </a:p>
        </p:txBody>
      </p:sp>
      <p:sp>
        <p:nvSpPr>
          <p:cNvPr id="7" name="TextBox 6">
            <a:extLst>
              <a:ext uri="{FF2B5EF4-FFF2-40B4-BE49-F238E27FC236}">
                <a16:creationId xmlns:a16="http://schemas.microsoft.com/office/drawing/2014/main" id="{C6A69569-8063-2D37-C82F-5B9A541D294B}"/>
              </a:ext>
            </a:extLst>
          </p:cNvPr>
          <p:cNvSpPr txBox="1"/>
          <p:nvPr/>
        </p:nvSpPr>
        <p:spPr>
          <a:xfrm>
            <a:off x="6324099" y="1869819"/>
            <a:ext cx="1738746" cy="369332"/>
          </a:xfrm>
          <a:prstGeom prst="rect">
            <a:avLst/>
          </a:prstGeom>
          <a:noFill/>
        </p:spPr>
        <p:txBody>
          <a:bodyPr wrap="none" rtlCol="0">
            <a:spAutoFit/>
          </a:bodyPr>
          <a:lstStyle/>
          <a:p>
            <a:r>
              <a:rPr lang="en-US" b="1" dirty="0">
                <a:solidFill>
                  <a:srgbClr val="EE0000"/>
                </a:solidFill>
              </a:rPr>
              <a:t>Private Cluster</a:t>
            </a:r>
          </a:p>
        </p:txBody>
      </p:sp>
      <p:pic>
        <p:nvPicPr>
          <p:cNvPr id="9" name="Picture 8">
            <a:extLst>
              <a:ext uri="{FF2B5EF4-FFF2-40B4-BE49-F238E27FC236}">
                <a16:creationId xmlns:a16="http://schemas.microsoft.com/office/drawing/2014/main" id="{121BF72B-A80D-5CE5-FF7E-30015C5A1941}"/>
              </a:ext>
            </a:extLst>
          </p:cNvPr>
          <p:cNvPicPr>
            <a:picLocks noChangeAspect="1"/>
          </p:cNvPicPr>
          <p:nvPr/>
        </p:nvPicPr>
        <p:blipFill>
          <a:blip r:embed="rId3"/>
          <a:stretch>
            <a:fillRect/>
          </a:stretch>
        </p:blipFill>
        <p:spPr>
          <a:xfrm>
            <a:off x="390049" y="2490536"/>
            <a:ext cx="5767699" cy="3053014"/>
          </a:xfrm>
          <a:prstGeom prst="rect">
            <a:avLst/>
          </a:prstGeom>
        </p:spPr>
      </p:pic>
      <p:pic>
        <p:nvPicPr>
          <p:cNvPr id="13" name="Picture 12">
            <a:extLst>
              <a:ext uri="{FF2B5EF4-FFF2-40B4-BE49-F238E27FC236}">
                <a16:creationId xmlns:a16="http://schemas.microsoft.com/office/drawing/2014/main" id="{55B00BEE-AE10-9061-AEFE-04D6BC585498}"/>
              </a:ext>
            </a:extLst>
          </p:cNvPr>
          <p:cNvPicPr>
            <a:picLocks noChangeAspect="1"/>
          </p:cNvPicPr>
          <p:nvPr/>
        </p:nvPicPr>
        <p:blipFill>
          <a:blip r:embed="rId4"/>
          <a:stretch>
            <a:fillRect/>
          </a:stretch>
        </p:blipFill>
        <p:spPr>
          <a:xfrm>
            <a:off x="6324098" y="2490536"/>
            <a:ext cx="5826601" cy="3719764"/>
          </a:xfrm>
          <a:prstGeom prst="rect">
            <a:avLst/>
          </a:prstGeom>
        </p:spPr>
      </p:pic>
    </p:spTree>
    <p:extLst>
      <p:ext uri="{BB962C8B-B14F-4D97-AF65-F5344CB8AC3E}">
        <p14:creationId xmlns:p14="http://schemas.microsoft.com/office/powerpoint/2010/main" val="11169489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45C1D-13C5-F44F-78B8-0B2491BA4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C91324-AFAE-4F2B-8AD0-2BA7D70D0C33}"/>
              </a:ext>
            </a:extLst>
          </p:cNvPr>
          <p:cNvSpPr>
            <a:spLocks noGrp="1"/>
          </p:cNvSpPr>
          <p:nvPr>
            <p:ph type="title"/>
          </p:nvPr>
        </p:nvSpPr>
        <p:spPr/>
        <p:txBody>
          <a:bodyPr/>
          <a:lstStyle/>
          <a:p>
            <a:pPr algn="ctr"/>
            <a:r>
              <a:rPr lang="en-US" dirty="0"/>
              <a:t>Private AKS Cluster</a:t>
            </a:r>
          </a:p>
        </p:txBody>
      </p:sp>
      <p:sp>
        <p:nvSpPr>
          <p:cNvPr id="6" name="TextBox 5">
            <a:extLst>
              <a:ext uri="{FF2B5EF4-FFF2-40B4-BE49-F238E27FC236}">
                <a16:creationId xmlns:a16="http://schemas.microsoft.com/office/drawing/2014/main" id="{53384BD0-8B32-8F24-788C-4FAAF69842B1}"/>
              </a:ext>
            </a:extLst>
          </p:cNvPr>
          <p:cNvSpPr txBox="1"/>
          <p:nvPr/>
        </p:nvSpPr>
        <p:spPr>
          <a:xfrm>
            <a:off x="354664" y="1869819"/>
            <a:ext cx="1670842" cy="369332"/>
          </a:xfrm>
          <a:prstGeom prst="rect">
            <a:avLst/>
          </a:prstGeom>
          <a:noFill/>
        </p:spPr>
        <p:txBody>
          <a:bodyPr wrap="none" rtlCol="0">
            <a:spAutoFit/>
          </a:bodyPr>
          <a:lstStyle/>
          <a:p>
            <a:r>
              <a:rPr lang="en-US" b="1" dirty="0">
                <a:solidFill>
                  <a:srgbClr val="0070C0"/>
                </a:solidFill>
              </a:rPr>
              <a:t>Public Cluster</a:t>
            </a:r>
          </a:p>
        </p:txBody>
      </p:sp>
      <p:sp>
        <p:nvSpPr>
          <p:cNvPr id="7" name="TextBox 6">
            <a:extLst>
              <a:ext uri="{FF2B5EF4-FFF2-40B4-BE49-F238E27FC236}">
                <a16:creationId xmlns:a16="http://schemas.microsoft.com/office/drawing/2014/main" id="{E8B523D8-F0D3-1AEC-41B2-424A4FCCB8FB}"/>
              </a:ext>
            </a:extLst>
          </p:cNvPr>
          <p:cNvSpPr txBox="1"/>
          <p:nvPr/>
        </p:nvSpPr>
        <p:spPr>
          <a:xfrm>
            <a:off x="6324099" y="1869819"/>
            <a:ext cx="1738746" cy="369332"/>
          </a:xfrm>
          <a:prstGeom prst="rect">
            <a:avLst/>
          </a:prstGeom>
          <a:noFill/>
        </p:spPr>
        <p:txBody>
          <a:bodyPr wrap="none" rtlCol="0">
            <a:spAutoFit/>
          </a:bodyPr>
          <a:lstStyle/>
          <a:p>
            <a:r>
              <a:rPr lang="en-US" b="1" dirty="0">
                <a:solidFill>
                  <a:srgbClr val="EE0000"/>
                </a:solidFill>
              </a:rPr>
              <a:t>Private Cluster</a:t>
            </a:r>
          </a:p>
        </p:txBody>
      </p:sp>
      <p:pic>
        <p:nvPicPr>
          <p:cNvPr id="4" name="Picture 3">
            <a:extLst>
              <a:ext uri="{FF2B5EF4-FFF2-40B4-BE49-F238E27FC236}">
                <a16:creationId xmlns:a16="http://schemas.microsoft.com/office/drawing/2014/main" id="{255FF1FD-7E43-9ABF-8AED-2BFCB1B32DAA}"/>
              </a:ext>
            </a:extLst>
          </p:cNvPr>
          <p:cNvPicPr>
            <a:picLocks noChangeAspect="1"/>
          </p:cNvPicPr>
          <p:nvPr/>
        </p:nvPicPr>
        <p:blipFill>
          <a:blip r:embed="rId3"/>
          <a:stretch>
            <a:fillRect/>
          </a:stretch>
        </p:blipFill>
        <p:spPr>
          <a:xfrm>
            <a:off x="426809" y="2490536"/>
            <a:ext cx="4939517" cy="3828126"/>
          </a:xfrm>
          <a:prstGeom prst="rect">
            <a:avLst/>
          </a:prstGeom>
        </p:spPr>
      </p:pic>
      <p:sp>
        <p:nvSpPr>
          <p:cNvPr id="5" name="Rectangle 4">
            <a:extLst>
              <a:ext uri="{FF2B5EF4-FFF2-40B4-BE49-F238E27FC236}">
                <a16:creationId xmlns:a16="http://schemas.microsoft.com/office/drawing/2014/main" id="{34CEEA30-4F30-3A6E-8EBE-6FA7DE09DE62}"/>
              </a:ext>
            </a:extLst>
          </p:cNvPr>
          <p:cNvSpPr/>
          <p:nvPr/>
        </p:nvSpPr>
        <p:spPr>
          <a:xfrm>
            <a:off x="2817091" y="4230255"/>
            <a:ext cx="1219200" cy="563418"/>
          </a:xfrm>
          <a:prstGeom prst="rect">
            <a:avLst/>
          </a:prstGeom>
          <a:noFill/>
          <a:ln w="5715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6513F218-2616-A8EB-2841-5820810BA314}"/>
              </a:ext>
            </a:extLst>
          </p:cNvPr>
          <p:cNvPicPr>
            <a:picLocks noChangeAspect="1"/>
          </p:cNvPicPr>
          <p:nvPr/>
        </p:nvPicPr>
        <p:blipFill>
          <a:blip r:embed="rId4"/>
          <a:stretch>
            <a:fillRect/>
          </a:stretch>
        </p:blipFill>
        <p:spPr>
          <a:xfrm>
            <a:off x="6169891" y="3044377"/>
            <a:ext cx="5443598" cy="3313864"/>
          </a:xfrm>
          <a:prstGeom prst="rect">
            <a:avLst/>
          </a:prstGeom>
        </p:spPr>
      </p:pic>
      <p:sp>
        <p:nvSpPr>
          <p:cNvPr id="9" name="Rectangle 8">
            <a:extLst>
              <a:ext uri="{FF2B5EF4-FFF2-40B4-BE49-F238E27FC236}">
                <a16:creationId xmlns:a16="http://schemas.microsoft.com/office/drawing/2014/main" id="{112AF880-7FB9-8835-23A6-A9B3D1FC6A3A}"/>
              </a:ext>
            </a:extLst>
          </p:cNvPr>
          <p:cNvSpPr/>
          <p:nvPr/>
        </p:nvSpPr>
        <p:spPr>
          <a:xfrm>
            <a:off x="8358909" y="4165600"/>
            <a:ext cx="1246909" cy="535709"/>
          </a:xfrm>
          <a:prstGeom prst="rect">
            <a:avLst/>
          </a:prstGeom>
          <a:noFill/>
          <a:ln w="57150">
            <a:solidFill>
              <a:srgbClr val="EE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984117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ABE68C-7A4D-396C-0CC2-27EC15A3B13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797C54A-389F-11A2-DD6B-5BB2106162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1DEE5AFA-BE38-C301-CB8B-E2F0F298EC1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E90C9C5-6EFA-6BA1-9740-4B4F562E2F2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Connect to public AKS Cluster API</a:t>
            </a:r>
          </a:p>
        </p:txBody>
      </p:sp>
      <p:sp>
        <p:nvSpPr>
          <p:cNvPr id="10" name="sketch line">
            <a:extLst>
              <a:ext uri="{FF2B5EF4-FFF2-40B4-BE49-F238E27FC236}">
                <a16:creationId xmlns:a16="http://schemas.microsoft.com/office/drawing/2014/main" id="{1A6D9753-E4CB-B648-5A99-C6A07103BC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695806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AEE3ABB-BAC0-8DB0-EA1D-F99313E699F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EB61D36-C5E9-F674-B0B3-CD853CE381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133051A3-F2C6-2EEA-8F88-BC1E32AD9BC3}"/>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9D6F6E5-3DE3-14B1-716A-EAACA99BBBD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Connect to private AKS Cluster API</a:t>
            </a:r>
          </a:p>
        </p:txBody>
      </p:sp>
      <p:sp>
        <p:nvSpPr>
          <p:cNvPr id="10" name="sketch line">
            <a:extLst>
              <a:ext uri="{FF2B5EF4-FFF2-40B4-BE49-F238E27FC236}">
                <a16:creationId xmlns:a16="http://schemas.microsoft.com/office/drawing/2014/main" id="{A0B0085F-BF47-2EA7-D5F5-FD98F41578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001394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389575E1-3389-451A-A5F7-27854C25C5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Rectangle 24">
            <a:extLst>
              <a:ext uri="{FF2B5EF4-FFF2-40B4-BE49-F238E27FC236}">
                <a16:creationId xmlns:a16="http://schemas.microsoft.com/office/drawing/2014/main" id="{A53CCC5C-D88E-40FB-B30B-23DCDBD0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 name="Arc 25">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354F4E26-D1F3-EC07-4782-463CFD06FAD1}"/>
              </a:ext>
            </a:extLst>
          </p:cNvPr>
          <p:cNvSpPr>
            <a:spLocks noGrp="1"/>
          </p:cNvSpPr>
          <p:nvPr>
            <p:ph idx="1"/>
          </p:nvPr>
        </p:nvSpPr>
        <p:spPr>
          <a:xfrm>
            <a:off x="4447308" y="591344"/>
            <a:ext cx="6906491" cy="5585619"/>
          </a:xfrm>
        </p:spPr>
        <p:txBody>
          <a:bodyPr anchor="ctr">
            <a:normAutofit/>
          </a:bodyPr>
          <a:lstStyle/>
          <a:p>
            <a:pPr marL="0" indent="0">
              <a:buNone/>
            </a:pPr>
            <a:r>
              <a:rPr lang="en-US"/>
              <a:t>Questions ?</a:t>
            </a:r>
          </a:p>
        </p:txBody>
      </p:sp>
    </p:spTree>
    <p:extLst>
      <p:ext uri="{BB962C8B-B14F-4D97-AF65-F5344CB8AC3E}">
        <p14:creationId xmlns:p14="http://schemas.microsoft.com/office/powerpoint/2010/main" val="19363687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8299C4-A57F-F76F-A252-0BDFCC66E676}"/>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79EAD09-A52B-3F40-20A0-992FD5B02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Rectangle 24">
            <a:extLst>
              <a:ext uri="{FF2B5EF4-FFF2-40B4-BE49-F238E27FC236}">
                <a16:creationId xmlns:a16="http://schemas.microsoft.com/office/drawing/2014/main" id="{E3C6766D-7230-6D6A-2178-AFEA6D3E88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 name="Arc 25">
            <a:extLst>
              <a:ext uri="{FF2B5EF4-FFF2-40B4-BE49-F238E27FC236}">
                <a16:creationId xmlns:a16="http://schemas.microsoft.com/office/drawing/2014/main" id="{7098CF42-3639-BD0B-AB92-5E94C9F7FB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19BE6953-44A8-E351-F8C5-9B2D6522B55D}"/>
              </a:ext>
            </a:extLst>
          </p:cNvPr>
          <p:cNvSpPr>
            <a:spLocks noGrp="1"/>
          </p:cNvSpPr>
          <p:nvPr>
            <p:ph idx="1"/>
          </p:nvPr>
        </p:nvSpPr>
        <p:spPr>
          <a:xfrm>
            <a:off x="4447308" y="591344"/>
            <a:ext cx="6906491" cy="5585619"/>
          </a:xfrm>
        </p:spPr>
        <p:txBody>
          <a:bodyPr anchor="ctr">
            <a:normAutofit/>
          </a:bodyPr>
          <a:lstStyle/>
          <a:p>
            <a:pPr marL="0" indent="0">
              <a:buNone/>
            </a:pPr>
            <a:r>
              <a:rPr lang="en-US" dirty="0"/>
              <a:t>Thank you</a:t>
            </a:r>
          </a:p>
        </p:txBody>
      </p:sp>
    </p:spTree>
    <p:extLst>
      <p:ext uri="{BB962C8B-B14F-4D97-AF65-F5344CB8AC3E}">
        <p14:creationId xmlns:p14="http://schemas.microsoft.com/office/powerpoint/2010/main" val="14091843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731</TotalTime>
  <Words>1528</Words>
  <Application>Microsoft Office PowerPoint</Application>
  <PresentationFormat>Widescreen</PresentationFormat>
  <Paragraphs>186</Paragraphs>
  <Slides>35</Slides>
  <Notes>6</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35</vt:i4>
      </vt:variant>
    </vt:vector>
  </HeadingPairs>
  <TitlesOfParts>
    <vt:vector size="44" baseType="lpstr">
      <vt:lpstr>Aptos</vt:lpstr>
      <vt:lpstr>Aptos Display</vt:lpstr>
      <vt:lpstr>Aptos Narrow</vt:lpstr>
      <vt:lpstr>Arial</vt:lpstr>
      <vt:lpstr>Calibri</vt:lpstr>
      <vt:lpstr>Consolas</vt:lpstr>
      <vt:lpstr>SFMono-Regular</vt:lpstr>
      <vt:lpstr>Office Theme</vt:lpstr>
      <vt:lpstr>1_Office Theme</vt:lpstr>
      <vt:lpstr>AKS Workshop</vt:lpstr>
      <vt:lpstr>Introduction to AKS</vt:lpstr>
      <vt:lpstr>Azure Kubernetes Service (AKS)</vt:lpstr>
      <vt:lpstr>Container Solutions in Azure</vt:lpstr>
      <vt:lpstr>Use Cases for AKS</vt:lpstr>
      <vt:lpstr>Core AKS Concepts</vt:lpstr>
      <vt:lpstr>Core AKS Concepts</vt:lpstr>
      <vt:lpstr>Core AKS Concepts</vt:lpstr>
      <vt:lpstr>Setting up an AKS Cluster</vt:lpstr>
      <vt:lpstr>Setup an AKS Cluster</vt:lpstr>
      <vt:lpstr>DEMO</vt:lpstr>
      <vt:lpstr>DEMO</vt:lpstr>
      <vt:lpstr>DEMO</vt:lpstr>
      <vt:lpstr>DEMO</vt:lpstr>
      <vt:lpstr>Zone Resiliency for AKS</vt:lpstr>
      <vt:lpstr>Zone Resiliency for AKS</vt:lpstr>
      <vt:lpstr>Zone Resiliency for AKS</vt:lpstr>
      <vt:lpstr>Zone Resiliency for AKS</vt:lpstr>
      <vt:lpstr>Zone Resiliency for AKS</vt:lpstr>
      <vt:lpstr>Zone Spanning</vt:lpstr>
      <vt:lpstr>Zone Spanning - Ensure pods are spread across AZs</vt:lpstr>
      <vt:lpstr>Zone Spanning - Configure AZ-aware networking</vt:lpstr>
      <vt:lpstr>DEMO</vt:lpstr>
      <vt:lpstr>Zone -Aligned</vt:lpstr>
      <vt:lpstr>Cluster Autoscaler and Availability Zones</vt:lpstr>
      <vt:lpstr>DEMO</vt:lpstr>
      <vt:lpstr>Private AKS Cluster</vt:lpstr>
      <vt:lpstr>Private AKS Cluster</vt:lpstr>
      <vt:lpstr>Private AKS Cluster</vt:lpstr>
      <vt:lpstr>Private AKS Cluster</vt:lpstr>
      <vt:lpstr>Private AKS Cluster</vt:lpstr>
      <vt:lpstr>DEMO</vt:lpstr>
      <vt:lpstr>DEMO</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Faik Hakan Bilgen</dc:creator>
  <cp:lastModifiedBy>Faik Hakan Bilgen</cp:lastModifiedBy>
  <cp:revision>1</cp:revision>
  <dcterms:created xsi:type="dcterms:W3CDTF">2026-01-16T08:19:19Z</dcterms:created>
  <dcterms:modified xsi:type="dcterms:W3CDTF">2026-02-03T05:55:37Z</dcterms:modified>
</cp:coreProperties>
</file>