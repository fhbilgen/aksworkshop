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67" r:id="rId3"/>
    <p:sldId id="270" r:id="rId4"/>
    <p:sldId id="269" r:id="rId5"/>
    <p:sldId id="274" r:id="rId6"/>
    <p:sldId id="277" r:id="rId7"/>
    <p:sldId id="279" r:id="rId8"/>
    <p:sldId id="271" r:id="rId9"/>
    <p:sldId id="276" r:id="rId10"/>
    <p:sldId id="280" r:id="rId11"/>
    <p:sldId id="272" r:id="rId12"/>
    <p:sldId id="273" r:id="rId13"/>
    <p:sldId id="275" r:id="rId14"/>
    <p:sldId id="281" r:id="rId15"/>
    <p:sldId id="278" r:id="rId16"/>
    <p:sldId id="282" r:id="rId17"/>
    <p:sldId id="284" r:id="rId18"/>
    <p:sldId id="286" r:id="rId19"/>
    <p:sldId id="348" r:id="rId20"/>
    <p:sldId id="336" r:id="rId21"/>
    <p:sldId id="338" r:id="rId22"/>
    <p:sldId id="350" r:id="rId23"/>
    <p:sldId id="351" r:id="rId24"/>
    <p:sldId id="353" r:id="rId25"/>
    <p:sldId id="354" r:id="rId26"/>
    <p:sldId id="355" r:id="rId27"/>
    <p:sldId id="356" r:id="rId28"/>
    <p:sldId id="357" r:id="rId29"/>
    <p:sldId id="352" r:id="rId30"/>
    <p:sldId id="349" r:id="rId31"/>
    <p:sldId id="341" r:id="rId32"/>
    <p:sldId id="342" r:id="rId33"/>
    <p:sldId id="343" r:id="rId34"/>
    <p:sldId id="345" r:id="rId35"/>
    <p:sldId id="344" r:id="rId36"/>
    <p:sldId id="346" r:id="rId37"/>
    <p:sldId id="285" r:id="rId38"/>
    <p:sldId id="339" r:id="rId39"/>
    <p:sldId id="340" r:id="rId40"/>
    <p:sldId id="334" r:id="rId41"/>
    <p:sldId id="33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BF948F-92FA-4CCB-82AF-65088C23CD36}" v="32" dt="2026-01-22T14:05:29.8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115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k bilgen" userId="9fcb1696e65a161f" providerId="LiveId" clId="{0C3A4C9E-717D-4ADE-97E0-B0AD580B3355}"/>
    <pc:docChg chg="undo custSel addSld delSld modSld sldOrd">
      <pc:chgData name="faik bilgen" userId="9fcb1696e65a161f" providerId="LiveId" clId="{0C3A4C9E-717D-4ADE-97E0-B0AD580B3355}" dt="2026-01-22T14:48:02.165" v="982" actId="20577"/>
      <pc:docMkLst>
        <pc:docMk/>
      </pc:docMkLst>
      <pc:sldChg chg="modSp add mod ord">
        <pc:chgData name="faik bilgen" userId="9fcb1696e65a161f" providerId="LiveId" clId="{0C3A4C9E-717D-4ADE-97E0-B0AD580B3355}" dt="2026-01-21T08:30:52.904" v="364"/>
        <pc:sldMkLst>
          <pc:docMk/>
          <pc:sldMk cId="3366502508" sldId="282"/>
        </pc:sldMkLst>
        <pc:spChg chg="mod">
          <ac:chgData name="faik bilgen" userId="9fcb1696e65a161f" providerId="LiveId" clId="{0C3A4C9E-717D-4ADE-97E0-B0AD580B3355}" dt="2026-01-17T13:59:46.993" v="27" actId="20577"/>
          <ac:spMkLst>
            <pc:docMk/>
            <pc:sldMk cId="3366502508" sldId="282"/>
            <ac:spMk id="2" creationId="{F3CF6751-E3E2-7AB5-B126-BB0AB0551260}"/>
          </ac:spMkLst>
        </pc:spChg>
        <pc:spChg chg="mod">
          <ac:chgData name="faik bilgen" userId="9fcb1696e65a161f" providerId="LiveId" clId="{0C3A4C9E-717D-4ADE-97E0-B0AD580B3355}" dt="2026-01-17T14:13:03.700" v="159" actId="113"/>
          <ac:spMkLst>
            <pc:docMk/>
            <pc:sldMk cId="3366502508" sldId="282"/>
            <ac:spMk id="3" creationId="{2CE31F24-3615-FB64-D8CE-FFA08B237245}"/>
          </ac:spMkLst>
        </pc:spChg>
      </pc:sldChg>
      <pc:sldChg chg="addSp delSp modSp add del mod">
        <pc:chgData name="faik bilgen" userId="9fcb1696e65a161f" providerId="LiveId" clId="{0C3A4C9E-717D-4ADE-97E0-B0AD580B3355}" dt="2026-01-21T08:31:09.515" v="365" actId="47"/>
        <pc:sldMkLst>
          <pc:docMk/>
          <pc:sldMk cId="3611786026" sldId="283"/>
        </pc:sldMkLst>
      </pc:sldChg>
      <pc:sldChg chg="addSp delSp modSp add mod ord">
        <pc:chgData name="faik bilgen" userId="9fcb1696e65a161f" providerId="LiveId" clId="{0C3A4C9E-717D-4ADE-97E0-B0AD580B3355}" dt="2026-01-21T08:29:26.378" v="362"/>
        <pc:sldMkLst>
          <pc:docMk/>
          <pc:sldMk cId="1705256605" sldId="284"/>
        </pc:sldMkLst>
        <pc:spChg chg="mod">
          <ac:chgData name="faik bilgen" userId="9fcb1696e65a161f" providerId="LiveId" clId="{0C3A4C9E-717D-4ADE-97E0-B0AD580B3355}" dt="2026-01-17T14:45:22.754" v="187" actId="20577"/>
          <ac:spMkLst>
            <pc:docMk/>
            <pc:sldMk cId="1705256605" sldId="284"/>
            <ac:spMk id="2" creationId="{9BFADA13-C464-9FAA-7318-6342FAA9B774}"/>
          </ac:spMkLst>
        </pc:spChg>
        <pc:spChg chg="add mod">
          <ac:chgData name="faik bilgen" userId="9fcb1696e65a161f" providerId="LiveId" clId="{0C3A4C9E-717D-4ADE-97E0-B0AD580B3355}" dt="2026-01-17T14:49:09.126" v="239" actId="1035"/>
          <ac:spMkLst>
            <pc:docMk/>
            <pc:sldMk cId="1705256605" sldId="284"/>
            <ac:spMk id="6" creationId="{D43DB3DC-6EB9-D003-9556-84737B5C8059}"/>
          </ac:spMkLst>
        </pc:spChg>
      </pc:sldChg>
      <pc:sldChg chg="modSp add mod ord">
        <pc:chgData name="faik bilgen" userId="9fcb1696e65a161f" providerId="LiveId" clId="{0C3A4C9E-717D-4ADE-97E0-B0AD580B3355}" dt="2026-01-21T08:57:15.287" v="367"/>
        <pc:sldMkLst>
          <pc:docMk/>
          <pc:sldMk cId="4219331966" sldId="285"/>
        </pc:sldMkLst>
        <pc:spChg chg="mod">
          <ac:chgData name="faik bilgen" userId="9fcb1696e65a161f" providerId="LiveId" clId="{0C3A4C9E-717D-4ADE-97E0-B0AD580B3355}" dt="2026-01-17T14:47:58.140" v="205" actId="20577"/>
          <ac:spMkLst>
            <pc:docMk/>
            <pc:sldMk cId="4219331966" sldId="285"/>
            <ac:spMk id="3" creationId="{7E3488EC-D99E-791F-AD39-F7B43F2690EB}"/>
          </ac:spMkLst>
        </pc:spChg>
      </pc:sldChg>
      <pc:sldChg chg="modSp add mod ord">
        <pc:chgData name="faik bilgen" userId="9fcb1696e65a161f" providerId="LiveId" clId="{0C3A4C9E-717D-4ADE-97E0-B0AD580B3355}" dt="2026-01-21T08:29:26.378" v="362"/>
        <pc:sldMkLst>
          <pc:docMk/>
          <pc:sldMk cId="3622638630" sldId="286"/>
        </pc:sldMkLst>
        <pc:spChg chg="mod">
          <ac:chgData name="faik bilgen" userId="9fcb1696e65a161f" providerId="LiveId" clId="{0C3A4C9E-717D-4ADE-97E0-B0AD580B3355}" dt="2026-01-17T14:48:14.712" v="214" actId="20577"/>
          <ac:spMkLst>
            <pc:docMk/>
            <pc:sldMk cId="3622638630" sldId="286"/>
            <ac:spMk id="3" creationId="{6FE15B48-8B42-6AB2-0972-DA13468857A4}"/>
          </ac:spMkLst>
        </pc:spChg>
      </pc:sldChg>
      <pc:sldChg chg="add">
        <pc:chgData name="faik bilgen" userId="9fcb1696e65a161f" providerId="LiveId" clId="{0C3A4C9E-717D-4ADE-97E0-B0AD580B3355}" dt="2026-01-17T14:50:01.142" v="240"/>
        <pc:sldMkLst>
          <pc:docMk/>
          <pc:sldMk cId="1936368771" sldId="334"/>
        </pc:sldMkLst>
      </pc:sldChg>
      <pc:sldChg chg="add">
        <pc:chgData name="faik bilgen" userId="9fcb1696e65a161f" providerId="LiveId" clId="{0C3A4C9E-717D-4ADE-97E0-B0AD580B3355}" dt="2026-01-17T14:50:01.142" v="240"/>
        <pc:sldMkLst>
          <pc:docMk/>
          <pc:sldMk cId="1409184322" sldId="335"/>
        </pc:sldMkLst>
      </pc:sldChg>
      <pc:sldChg chg="modSp add mod ord">
        <pc:chgData name="faik bilgen" userId="9fcb1696e65a161f" providerId="LiveId" clId="{0C3A4C9E-717D-4ADE-97E0-B0AD580B3355}" dt="2026-01-21T08:18:44.907" v="254" actId="20577"/>
        <pc:sldMkLst>
          <pc:docMk/>
          <pc:sldMk cId="4264860730" sldId="336"/>
        </pc:sldMkLst>
        <pc:spChg chg="mod">
          <ac:chgData name="faik bilgen" userId="9fcb1696e65a161f" providerId="LiveId" clId="{0C3A4C9E-717D-4ADE-97E0-B0AD580B3355}" dt="2026-01-21T08:18:44.907" v="254" actId="20577"/>
          <ac:spMkLst>
            <pc:docMk/>
            <pc:sldMk cId="4264860730" sldId="336"/>
            <ac:spMk id="2" creationId="{1AD73D1A-406A-8885-1F3A-06B8BD34B456}"/>
          </ac:spMkLst>
        </pc:spChg>
      </pc:sldChg>
      <pc:sldChg chg="delSp modSp new del mod modNotesTx">
        <pc:chgData name="faik bilgen" userId="9fcb1696e65a161f" providerId="LiveId" clId="{0C3A4C9E-717D-4ADE-97E0-B0AD580B3355}" dt="2026-01-22T07:39:34.994" v="743" actId="47"/>
        <pc:sldMkLst>
          <pc:docMk/>
          <pc:sldMk cId="714618002" sldId="337"/>
        </pc:sldMkLst>
        <pc:spChg chg="mod">
          <ac:chgData name="faik bilgen" userId="9fcb1696e65a161f" providerId="LiveId" clId="{0C3A4C9E-717D-4ADE-97E0-B0AD580B3355}" dt="2026-01-21T08:20:10.078" v="280" actId="20577"/>
          <ac:spMkLst>
            <pc:docMk/>
            <pc:sldMk cId="714618002" sldId="337"/>
            <ac:spMk id="2" creationId="{4C3884BB-F8DE-647B-9B27-734601A4AABD}"/>
          </ac:spMkLst>
        </pc:spChg>
        <pc:spChg chg="del">
          <ac:chgData name="faik bilgen" userId="9fcb1696e65a161f" providerId="LiveId" clId="{0C3A4C9E-717D-4ADE-97E0-B0AD580B3355}" dt="2026-01-22T06:59:32.590" v="732" actId="478"/>
          <ac:spMkLst>
            <pc:docMk/>
            <pc:sldMk cId="714618002" sldId="337"/>
            <ac:spMk id="3" creationId="{169A67F0-B5A6-14C3-9256-EDD6C441DAB2}"/>
          </ac:spMkLst>
        </pc:spChg>
      </pc:sldChg>
      <pc:sldChg chg="addSp modSp add mod setBg">
        <pc:chgData name="faik bilgen" userId="9fcb1696e65a161f" providerId="LiveId" clId="{0C3A4C9E-717D-4ADE-97E0-B0AD580B3355}" dt="2026-01-22T07:48:14.956" v="769" actId="20577"/>
        <pc:sldMkLst>
          <pc:docMk/>
          <pc:sldMk cId="4039414297" sldId="338"/>
        </pc:sldMkLst>
        <pc:spChg chg="mod">
          <ac:chgData name="faik bilgen" userId="9fcb1696e65a161f" providerId="LiveId" clId="{0C3A4C9E-717D-4ADE-97E0-B0AD580B3355}" dt="2026-01-22T07:48:14.956" v="769" actId="20577"/>
          <ac:spMkLst>
            <pc:docMk/>
            <pc:sldMk cId="4039414297" sldId="338"/>
            <ac:spMk id="2" creationId="{CA3DA14E-BDB8-F903-B45D-5517C11032B4}"/>
          </ac:spMkLst>
        </pc:spChg>
        <pc:spChg chg="mod">
          <ac:chgData name="faik bilgen" userId="9fcb1696e65a161f" providerId="LiveId" clId="{0C3A4C9E-717D-4ADE-97E0-B0AD580B3355}" dt="2026-01-22T07:40:52.099" v="758" actId="115"/>
          <ac:spMkLst>
            <pc:docMk/>
            <pc:sldMk cId="4039414297" sldId="338"/>
            <ac:spMk id="3" creationId="{ECA4B29F-1D84-541D-3751-9BB009693EBE}"/>
          </ac:spMkLst>
        </pc:spChg>
        <pc:spChg chg="add">
          <ac:chgData name="faik bilgen" userId="9fcb1696e65a161f" providerId="LiveId" clId="{0C3A4C9E-717D-4ADE-97E0-B0AD580B3355}" dt="2026-01-21T09:00:53.476" v="373" actId="26606"/>
          <ac:spMkLst>
            <pc:docMk/>
            <pc:sldMk cId="4039414297" sldId="338"/>
            <ac:spMk id="8" creationId="{100EDD19-6802-4EC3-95CE-CFFAB042CFD6}"/>
          </ac:spMkLst>
        </pc:spChg>
        <pc:spChg chg="add">
          <ac:chgData name="faik bilgen" userId="9fcb1696e65a161f" providerId="LiveId" clId="{0C3A4C9E-717D-4ADE-97E0-B0AD580B3355}" dt="2026-01-21T09:00:53.476" v="373" actId="26606"/>
          <ac:spMkLst>
            <pc:docMk/>
            <pc:sldMk cId="4039414297" sldId="338"/>
            <ac:spMk id="10" creationId="{DB17E863-922E-4C26-BD64-E8FD41D28661}"/>
          </ac:spMkLst>
        </pc:spChg>
      </pc:sldChg>
      <pc:sldChg chg="modSp add mod">
        <pc:chgData name="faik bilgen" userId="9fcb1696e65a161f" providerId="LiveId" clId="{0C3A4C9E-717D-4ADE-97E0-B0AD580B3355}" dt="2026-01-21T08:20:52.657" v="337" actId="20577"/>
        <pc:sldMkLst>
          <pc:docMk/>
          <pc:sldMk cId="881933350" sldId="339"/>
        </pc:sldMkLst>
        <pc:spChg chg="mod">
          <ac:chgData name="faik bilgen" userId="9fcb1696e65a161f" providerId="LiveId" clId="{0C3A4C9E-717D-4ADE-97E0-B0AD580B3355}" dt="2026-01-21T08:20:52.657" v="337" actId="20577"/>
          <ac:spMkLst>
            <pc:docMk/>
            <pc:sldMk cId="881933350" sldId="339"/>
            <ac:spMk id="2" creationId="{527DCD90-A352-C369-1B92-53D8752F9C1C}"/>
          </ac:spMkLst>
        </pc:spChg>
      </pc:sldChg>
      <pc:sldChg chg="modSp add mod">
        <pc:chgData name="faik bilgen" userId="9fcb1696e65a161f" providerId="LiveId" clId="{0C3A4C9E-717D-4ADE-97E0-B0AD580B3355}" dt="2026-01-21T08:21:22.657" v="360" actId="20577"/>
        <pc:sldMkLst>
          <pc:docMk/>
          <pc:sldMk cId="1742032335" sldId="340"/>
        </pc:sldMkLst>
        <pc:spChg chg="mod">
          <ac:chgData name="faik bilgen" userId="9fcb1696e65a161f" providerId="LiveId" clId="{0C3A4C9E-717D-4ADE-97E0-B0AD580B3355}" dt="2026-01-21T08:21:22.657" v="360" actId="20577"/>
          <ac:spMkLst>
            <pc:docMk/>
            <pc:sldMk cId="1742032335" sldId="340"/>
            <ac:spMk id="2" creationId="{7E6DD2E1-0289-8369-19D8-40826DBB4AC0}"/>
          </ac:spMkLst>
        </pc:spChg>
      </pc:sldChg>
      <pc:sldChg chg="addSp delSp modSp add mod">
        <pc:chgData name="faik bilgen" userId="9fcb1696e65a161f" providerId="LiveId" clId="{0C3A4C9E-717D-4ADE-97E0-B0AD580B3355}" dt="2026-01-21T09:35:36.793" v="477" actId="1582"/>
        <pc:sldMkLst>
          <pc:docMk/>
          <pc:sldMk cId="924432169" sldId="341"/>
        </pc:sldMkLst>
        <pc:spChg chg="del">
          <ac:chgData name="faik bilgen" userId="9fcb1696e65a161f" providerId="LiveId" clId="{0C3A4C9E-717D-4ADE-97E0-B0AD580B3355}" dt="2026-01-21T09:25:46.353" v="400" actId="478"/>
          <ac:spMkLst>
            <pc:docMk/>
            <pc:sldMk cId="924432169" sldId="341"/>
            <ac:spMk id="3" creationId="{4966E575-95E2-CBE5-78E0-446965D38F04}"/>
          </ac:spMkLst>
        </pc:spChg>
        <pc:spChg chg="add del mod">
          <ac:chgData name="faik bilgen" userId="9fcb1696e65a161f" providerId="LiveId" clId="{0C3A4C9E-717D-4ADE-97E0-B0AD580B3355}" dt="2026-01-21T09:25:57.467" v="401" actId="478"/>
          <ac:spMkLst>
            <pc:docMk/>
            <pc:sldMk cId="924432169" sldId="341"/>
            <ac:spMk id="5" creationId="{21E307FC-2FC9-6A36-1705-F13D6D7B05C1}"/>
          </ac:spMkLst>
        </pc:spChg>
        <pc:spChg chg="add mod">
          <ac:chgData name="faik bilgen" userId="9fcb1696e65a161f" providerId="LiveId" clId="{0C3A4C9E-717D-4ADE-97E0-B0AD580B3355}" dt="2026-01-21T09:35:21.363" v="476" actId="20577"/>
          <ac:spMkLst>
            <pc:docMk/>
            <pc:sldMk cId="924432169" sldId="341"/>
            <ac:spMk id="9" creationId="{BF8F1833-75E2-8F2F-6DB9-ACBBC665D090}"/>
          </ac:spMkLst>
        </pc:spChg>
        <pc:spChg chg="add mod">
          <ac:chgData name="faik bilgen" userId="9fcb1696e65a161f" providerId="LiveId" clId="{0C3A4C9E-717D-4ADE-97E0-B0AD580B3355}" dt="2026-01-21T09:33:53.162" v="466" actId="1038"/>
          <ac:spMkLst>
            <pc:docMk/>
            <pc:sldMk cId="924432169" sldId="341"/>
            <ac:spMk id="12" creationId="{93411770-B870-8AA5-41DD-3ECE171BFE57}"/>
          </ac:spMkLst>
        </pc:spChg>
        <pc:spChg chg="add mod">
          <ac:chgData name="faik bilgen" userId="9fcb1696e65a161f" providerId="LiveId" clId="{0C3A4C9E-717D-4ADE-97E0-B0AD580B3355}" dt="2026-01-21T09:35:36.793" v="477" actId="1582"/>
          <ac:spMkLst>
            <pc:docMk/>
            <pc:sldMk cId="924432169" sldId="341"/>
            <ac:spMk id="14" creationId="{1C46D0DC-48FA-96BD-8A76-809C89C0F485}"/>
          </ac:spMkLst>
        </pc:spChg>
        <pc:picChg chg="add mod">
          <ac:chgData name="faik bilgen" userId="9fcb1696e65a161f" providerId="LiveId" clId="{0C3A4C9E-717D-4ADE-97E0-B0AD580B3355}" dt="2026-01-21T09:33:44.365" v="460" actId="408"/>
          <ac:picMkLst>
            <pc:docMk/>
            <pc:sldMk cId="924432169" sldId="341"/>
            <ac:picMk id="6" creationId="{5A171ECD-7226-9DB8-C6A2-94D8A3F17E41}"/>
          </ac:picMkLst>
        </pc:picChg>
      </pc:sldChg>
      <pc:sldChg chg="addSp modSp add mod ord">
        <pc:chgData name="faik bilgen" userId="9fcb1696e65a161f" providerId="LiveId" clId="{0C3A4C9E-717D-4ADE-97E0-B0AD580B3355}" dt="2026-01-21T10:02:48.395" v="541" actId="1037"/>
        <pc:sldMkLst>
          <pc:docMk/>
          <pc:sldMk cId="1272426280" sldId="342"/>
        </pc:sldMkLst>
        <pc:spChg chg="mod">
          <ac:chgData name="faik bilgen" userId="9fcb1696e65a161f" providerId="LiveId" clId="{0C3A4C9E-717D-4ADE-97E0-B0AD580B3355}" dt="2026-01-21T09:40:12.746" v="498" actId="20577"/>
          <ac:spMkLst>
            <pc:docMk/>
            <pc:sldMk cId="1272426280" sldId="342"/>
            <ac:spMk id="2" creationId="{621E0F08-9BCE-C4A0-BDAA-B90EA498C9F0}"/>
          </ac:spMkLst>
        </pc:spChg>
        <pc:spChg chg="mod">
          <ac:chgData name="faik bilgen" userId="9fcb1696e65a161f" providerId="LiveId" clId="{0C3A4C9E-717D-4ADE-97E0-B0AD580B3355}" dt="2026-01-21T10:02:48.395" v="541" actId="1037"/>
          <ac:spMkLst>
            <pc:docMk/>
            <pc:sldMk cId="1272426280" sldId="342"/>
            <ac:spMk id="3" creationId="{71654330-0432-0F31-7ECB-FA96B1923723}"/>
          </ac:spMkLst>
        </pc:spChg>
        <pc:spChg chg="add mod">
          <ac:chgData name="faik bilgen" userId="9fcb1696e65a161f" providerId="LiveId" clId="{0C3A4C9E-717D-4ADE-97E0-B0AD580B3355}" dt="2026-01-21T10:02:48.395" v="541" actId="1037"/>
          <ac:spMkLst>
            <pc:docMk/>
            <pc:sldMk cId="1272426280" sldId="342"/>
            <ac:spMk id="5" creationId="{D38D0601-9194-7F4B-F11F-E1069BD53A3D}"/>
          </ac:spMkLst>
        </pc:spChg>
      </pc:sldChg>
      <pc:sldChg chg="modSp add mod ord">
        <pc:chgData name="faik bilgen" userId="9fcb1696e65a161f" providerId="LiveId" clId="{0C3A4C9E-717D-4ADE-97E0-B0AD580B3355}" dt="2026-01-21T10:12:45.200" v="559" actId="14100"/>
        <pc:sldMkLst>
          <pc:docMk/>
          <pc:sldMk cId="1748941881" sldId="343"/>
        </pc:sldMkLst>
        <pc:spChg chg="mod">
          <ac:chgData name="faik bilgen" userId="9fcb1696e65a161f" providerId="LiveId" clId="{0C3A4C9E-717D-4ADE-97E0-B0AD580B3355}" dt="2026-01-21T10:09:28.542" v="552" actId="20577"/>
          <ac:spMkLst>
            <pc:docMk/>
            <pc:sldMk cId="1748941881" sldId="343"/>
            <ac:spMk id="2" creationId="{AB37ADD0-4127-261F-A1EA-43C437613630}"/>
          </ac:spMkLst>
        </pc:spChg>
        <pc:spChg chg="mod">
          <ac:chgData name="faik bilgen" userId="9fcb1696e65a161f" providerId="LiveId" clId="{0C3A4C9E-717D-4ADE-97E0-B0AD580B3355}" dt="2026-01-21T10:12:45.200" v="559" actId="14100"/>
          <ac:spMkLst>
            <pc:docMk/>
            <pc:sldMk cId="1748941881" sldId="343"/>
            <ac:spMk id="3" creationId="{62C20245-A394-E03C-5C94-8D8936B856F7}"/>
          </ac:spMkLst>
        </pc:spChg>
      </pc:sldChg>
      <pc:sldChg chg="modSp add mod">
        <pc:chgData name="faik bilgen" userId="9fcb1696e65a161f" providerId="LiveId" clId="{0C3A4C9E-717D-4ADE-97E0-B0AD580B3355}" dt="2026-01-21T10:29:15.588" v="657" actId="2711"/>
        <pc:sldMkLst>
          <pc:docMk/>
          <pc:sldMk cId="1736464048" sldId="344"/>
        </pc:sldMkLst>
        <pc:spChg chg="mod">
          <ac:chgData name="faik bilgen" userId="9fcb1696e65a161f" providerId="LiveId" clId="{0C3A4C9E-717D-4ADE-97E0-B0AD580B3355}" dt="2026-01-21T10:25:17.851" v="640" actId="122"/>
          <ac:spMkLst>
            <pc:docMk/>
            <pc:sldMk cId="1736464048" sldId="344"/>
            <ac:spMk id="2" creationId="{B1EDF2F0-A88F-31D4-9006-F1056364103A}"/>
          </ac:spMkLst>
        </pc:spChg>
        <pc:spChg chg="mod">
          <ac:chgData name="faik bilgen" userId="9fcb1696e65a161f" providerId="LiveId" clId="{0C3A4C9E-717D-4ADE-97E0-B0AD580B3355}" dt="2026-01-21T10:29:15.588" v="657" actId="2711"/>
          <ac:spMkLst>
            <pc:docMk/>
            <pc:sldMk cId="1736464048" sldId="344"/>
            <ac:spMk id="3" creationId="{7ED703D1-32C7-9E41-C230-AEB68B3258BA}"/>
          </ac:spMkLst>
        </pc:spChg>
      </pc:sldChg>
      <pc:sldChg chg="addSp delSp modSp add mod">
        <pc:chgData name="faik bilgen" userId="9fcb1696e65a161f" providerId="LiveId" clId="{0C3A4C9E-717D-4ADE-97E0-B0AD580B3355}" dt="2026-01-21T10:20:38.881" v="607" actId="14734"/>
        <pc:sldMkLst>
          <pc:docMk/>
          <pc:sldMk cId="3759393054" sldId="345"/>
        </pc:sldMkLst>
        <pc:spChg chg="del">
          <ac:chgData name="faik bilgen" userId="9fcb1696e65a161f" providerId="LiveId" clId="{0C3A4C9E-717D-4ADE-97E0-B0AD580B3355}" dt="2026-01-21T10:15:43.731" v="564" actId="478"/>
          <ac:spMkLst>
            <pc:docMk/>
            <pc:sldMk cId="3759393054" sldId="345"/>
            <ac:spMk id="3" creationId="{49124808-09E3-604D-C9B3-48C2F634A6BD}"/>
          </ac:spMkLst>
        </pc:spChg>
        <pc:spChg chg="add del mod">
          <ac:chgData name="faik bilgen" userId="9fcb1696e65a161f" providerId="LiveId" clId="{0C3A4C9E-717D-4ADE-97E0-B0AD580B3355}" dt="2026-01-21T10:15:48.082" v="565" actId="478"/>
          <ac:spMkLst>
            <pc:docMk/>
            <pc:sldMk cId="3759393054" sldId="345"/>
            <ac:spMk id="5" creationId="{981916C3-532D-AD8F-AB12-187819C5A115}"/>
          </ac:spMkLst>
        </pc:spChg>
        <pc:graphicFrameChg chg="add mod modGraphic">
          <ac:chgData name="faik bilgen" userId="9fcb1696e65a161f" providerId="LiveId" clId="{0C3A4C9E-717D-4ADE-97E0-B0AD580B3355}" dt="2026-01-21T10:20:38.881" v="607" actId="14734"/>
          <ac:graphicFrameMkLst>
            <pc:docMk/>
            <pc:sldMk cId="3759393054" sldId="345"/>
            <ac:graphicFrameMk id="6" creationId="{C482A447-BF31-E0AF-73CF-614820312BC1}"/>
          </ac:graphicFrameMkLst>
        </pc:graphicFrameChg>
      </pc:sldChg>
      <pc:sldChg chg="modSp add mod">
        <pc:chgData name="faik bilgen" userId="9fcb1696e65a161f" providerId="LiveId" clId="{0C3A4C9E-717D-4ADE-97E0-B0AD580B3355}" dt="2026-01-21T10:30:24.300" v="672" actId="2711"/>
        <pc:sldMkLst>
          <pc:docMk/>
          <pc:sldMk cId="1683472100" sldId="346"/>
        </pc:sldMkLst>
        <pc:spChg chg="mod">
          <ac:chgData name="faik bilgen" userId="9fcb1696e65a161f" providerId="LiveId" clId="{0C3A4C9E-717D-4ADE-97E0-B0AD580B3355}" dt="2026-01-21T10:25:35.668" v="651" actId="20577"/>
          <ac:spMkLst>
            <pc:docMk/>
            <pc:sldMk cId="1683472100" sldId="346"/>
            <ac:spMk id="2" creationId="{7F25C16B-F650-4564-21C9-A928F8D6CDDE}"/>
          </ac:spMkLst>
        </pc:spChg>
        <pc:spChg chg="mod">
          <ac:chgData name="faik bilgen" userId="9fcb1696e65a161f" providerId="LiveId" clId="{0C3A4C9E-717D-4ADE-97E0-B0AD580B3355}" dt="2026-01-21T10:30:24.300" v="672" actId="2711"/>
          <ac:spMkLst>
            <pc:docMk/>
            <pc:sldMk cId="1683472100" sldId="346"/>
            <ac:spMk id="3" creationId="{6D1FFBE7-6414-13BD-7998-ECB9DC0406DF}"/>
          </ac:spMkLst>
        </pc:spChg>
      </pc:sldChg>
      <pc:sldChg chg="addSp delSp modSp add del mod ord">
        <pc:chgData name="faik bilgen" userId="9fcb1696e65a161f" providerId="LiveId" clId="{0C3A4C9E-717D-4ADE-97E0-B0AD580B3355}" dt="2026-01-21T18:39:17.230" v="731" actId="47"/>
        <pc:sldMkLst>
          <pc:docMk/>
          <pc:sldMk cId="3205854411" sldId="347"/>
        </pc:sldMkLst>
        <pc:spChg chg="mod">
          <ac:chgData name="faik bilgen" userId="9fcb1696e65a161f" providerId="LiveId" clId="{0C3A4C9E-717D-4ADE-97E0-B0AD580B3355}" dt="2026-01-21T18:15:48.818" v="701" actId="20577"/>
          <ac:spMkLst>
            <pc:docMk/>
            <pc:sldMk cId="3205854411" sldId="347"/>
            <ac:spMk id="2" creationId="{D6D20C31-3FBA-098A-CE5D-D7BE8789D96C}"/>
          </ac:spMkLst>
        </pc:spChg>
        <pc:spChg chg="add mod">
          <ac:chgData name="faik bilgen" userId="9fcb1696e65a161f" providerId="LiveId" clId="{0C3A4C9E-717D-4ADE-97E0-B0AD580B3355}" dt="2026-01-21T18:15:52.655" v="702" actId="478"/>
          <ac:spMkLst>
            <pc:docMk/>
            <pc:sldMk cId="3205854411" sldId="347"/>
            <ac:spMk id="4" creationId="{E79B85E2-0243-2972-64FD-A031288D2697}"/>
          </ac:spMkLst>
        </pc:spChg>
        <pc:spChg chg="del">
          <ac:chgData name="faik bilgen" userId="9fcb1696e65a161f" providerId="LiveId" clId="{0C3A4C9E-717D-4ADE-97E0-B0AD580B3355}" dt="2026-01-21T18:15:52.655" v="702" actId="478"/>
          <ac:spMkLst>
            <pc:docMk/>
            <pc:sldMk cId="3205854411" sldId="347"/>
            <ac:spMk id="6" creationId="{88626BC3-2AA0-937D-9F4D-EB432CD9F4F6}"/>
          </ac:spMkLst>
        </pc:spChg>
      </pc:sldChg>
      <pc:sldChg chg="modSp add mod">
        <pc:chgData name="faik bilgen" userId="9fcb1696e65a161f" providerId="LiveId" clId="{0C3A4C9E-717D-4ADE-97E0-B0AD580B3355}" dt="2026-01-21T18:39:13.125" v="730" actId="20577"/>
        <pc:sldMkLst>
          <pc:docMk/>
          <pc:sldMk cId="1846933840" sldId="348"/>
        </pc:sldMkLst>
        <pc:spChg chg="mod">
          <ac:chgData name="faik bilgen" userId="9fcb1696e65a161f" providerId="LiveId" clId="{0C3A4C9E-717D-4ADE-97E0-B0AD580B3355}" dt="2026-01-21T18:39:13.125" v="730" actId="20577"/>
          <ac:spMkLst>
            <pc:docMk/>
            <pc:sldMk cId="1846933840" sldId="348"/>
            <ac:spMk id="3" creationId="{C8FCFCBD-A7E9-718F-C9AF-573C3F8ADD00}"/>
          </ac:spMkLst>
        </pc:spChg>
      </pc:sldChg>
      <pc:sldChg chg="add">
        <pc:chgData name="faik bilgen" userId="9fcb1696e65a161f" providerId="LiveId" clId="{0C3A4C9E-717D-4ADE-97E0-B0AD580B3355}" dt="2026-01-22T07:39:07.873" v="737" actId="2890"/>
        <pc:sldMkLst>
          <pc:docMk/>
          <pc:sldMk cId="4049085469" sldId="349"/>
        </pc:sldMkLst>
      </pc:sldChg>
      <pc:sldChg chg="modSp add mod">
        <pc:chgData name="faik bilgen" userId="9fcb1696e65a161f" providerId="LiveId" clId="{0C3A4C9E-717D-4ADE-97E0-B0AD580B3355}" dt="2026-01-22T07:54:50.912" v="786" actId="20577"/>
        <pc:sldMkLst>
          <pc:docMk/>
          <pc:sldMk cId="2403650166" sldId="350"/>
        </pc:sldMkLst>
        <pc:spChg chg="mod">
          <ac:chgData name="faik bilgen" userId="9fcb1696e65a161f" providerId="LiveId" clId="{0C3A4C9E-717D-4ADE-97E0-B0AD580B3355}" dt="2026-01-22T07:54:50.912" v="786" actId="20577"/>
          <ac:spMkLst>
            <pc:docMk/>
            <pc:sldMk cId="2403650166" sldId="350"/>
            <ac:spMk id="2" creationId="{3516B9D4-874E-0DCF-12AA-F35F13419CEA}"/>
          </ac:spMkLst>
        </pc:spChg>
        <pc:spChg chg="mod">
          <ac:chgData name="faik bilgen" userId="9fcb1696e65a161f" providerId="LiveId" clId="{0C3A4C9E-717D-4ADE-97E0-B0AD580B3355}" dt="2026-01-22T07:44:53.559" v="763" actId="113"/>
          <ac:spMkLst>
            <pc:docMk/>
            <pc:sldMk cId="2403650166" sldId="350"/>
            <ac:spMk id="3" creationId="{DDD6D53B-FAFB-78AA-A016-93EF8AE886A5}"/>
          </ac:spMkLst>
        </pc:spChg>
      </pc:sldChg>
      <pc:sldChg chg="modSp add mod">
        <pc:chgData name="faik bilgen" userId="9fcb1696e65a161f" providerId="LiveId" clId="{0C3A4C9E-717D-4ADE-97E0-B0AD580B3355}" dt="2026-01-22T07:56:20.827" v="825" actId="113"/>
        <pc:sldMkLst>
          <pc:docMk/>
          <pc:sldMk cId="2248039879" sldId="351"/>
        </pc:sldMkLst>
        <pc:spChg chg="mod">
          <ac:chgData name="faik bilgen" userId="9fcb1696e65a161f" providerId="LiveId" clId="{0C3A4C9E-717D-4ADE-97E0-B0AD580B3355}" dt="2026-01-22T07:55:16.664" v="818" actId="20577"/>
          <ac:spMkLst>
            <pc:docMk/>
            <pc:sldMk cId="2248039879" sldId="351"/>
            <ac:spMk id="2" creationId="{3408F62D-3C7D-2A24-5DD1-17FB50EE0D6B}"/>
          </ac:spMkLst>
        </pc:spChg>
        <pc:spChg chg="mod">
          <ac:chgData name="faik bilgen" userId="9fcb1696e65a161f" providerId="LiveId" clId="{0C3A4C9E-717D-4ADE-97E0-B0AD580B3355}" dt="2026-01-22T07:56:20.827" v="825" actId="113"/>
          <ac:spMkLst>
            <pc:docMk/>
            <pc:sldMk cId="2248039879" sldId="351"/>
            <ac:spMk id="3" creationId="{904365B9-275D-A2E6-D96B-4EAA25C6C00F}"/>
          </ac:spMkLst>
        </pc:spChg>
      </pc:sldChg>
      <pc:sldChg chg="new">
        <pc:chgData name="faik bilgen" userId="9fcb1696e65a161f" providerId="LiveId" clId="{0C3A4C9E-717D-4ADE-97E0-B0AD580B3355}" dt="2026-01-22T07:55:01.898" v="788" actId="680"/>
        <pc:sldMkLst>
          <pc:docMk/>
          <pc:sldMk cId="867718174" sldId="352"/>
        </pc:sldMkLst>
      </pc:sldChg>
      <pc:sldChg chg="modSp add mod">
        <pc:chgData name="faik bilgen" userId="9fcb1696e65a161f" providerId="LiveId" clId="{0C3A4C9E-717D-4ADE-97E0-B0AD580B3355}" dt="2026-01-22T07:57:26.841" v="831" actId="113"/>
        <pc:sldMkLst>
          <pc:docMk/>
          <pc:sldMk cId="355707827" sldId="353"/>
        </pc:sldMkLst>
        <pc:spChg chg="mod">
          <ac:chgData name="faik bilgen" userId="9fcb1696e65a161f" providerId="LiveId" clId="{0C3A4C9E-717D-4ADE-97E0-B0AD580B3355}" dt="2026-01-22T07:57:26.841" v="831" actId="113"/>
          <ac:spMkLst>
            <pc:docMk/>
            <pc:sldMk cId="355707827" sldId="353"/>
            <ac:spMk id="3" creationId="{DF0D8B72-0150-6AEF-5F3D-9429FCF68C51}"/>
          </ac:spMkLst>
        </pc:spChg>
      </pc:sldChg>
      <pc:sldChg chg="modSp add mod">
        <pc:chgData name="faik bilgen" userId="9fcb1696e65a161f" providerId="LiveId" clId="{0C3A4C9E-717D-4ADE-97E0-B0AD580B3355}" dt="2026-01-22T07:59:35.595" v="853" actId="27636"/>
        <pc:sldMkLst>
          <pc:docMk/>
          <pc:sldMk cId="665587087" sldId="354"/>
        </pc:sldMkLst>
        <pc:spChg chg="mod">
          <ac:chgData name="faik bilgen" userId="9fcb1696e65a161f" providerId="LiveId" clId="{0C3A4C9E-717D-4ADE-97E0-B0AD580B3355}" dt="2026-01-22T07:58:34.995" v="846" actId="20577"/>
          <ac:spMkLst>
            <pc:docMk/>
            <pc:sldMk cId="665587087" sldId="354"/>
            <ac:spMk id="2" creationId="{B49D81C2-1F51-21F9-06C6-D25884E6C6C3}"/>
          </ac:spMkLst>
        </pc:spChg>
        <pc:spChg chg="mod">
          <ac:chgData name="faik bilgen" userId="9fcb1696e65a161f" providerId="LiveId" clId="{0C3A4C9E-717D-4ADE-97E0-B0AD580B3355}" dt="2026-01-22T07:59:35.595" v="853" actId="27636"/>
          <ac:spMkLst>
            <pc:docMk/>
            <pc:sldMk cId="665587087" sldId="354"/>
            <ac:spMk id="3" creationId="{7A7047D0-B9A0-BAE7-9465-99C7E0C70DB0}"/>
          </ac:spMkLst>
        </pc:spChg>
      </pc:sldChg>
      <pc:sldChg chg="modSp add mod">
        <pc:chgData name="faik bilgen" userId="9fcb1696e65a161f" providerId="LiveId" clId="{0C3A4C9E-717D-4ADE-97E0-B0AD580B3355}" dt="2026-01-22T08:03:27.885" v="894" actId="113"/>
        <pc:sldMkLst>
          <pc:docMk/>
          <pc:sldMk cId="909968728" sldId="355"/>
        </pc:sldMkLst>
        <pc:spChg chg="mod">
          <ac:chgData name="faik bilgen" userId="9fcb1696e65a161f" providerId="LiveId" clId="{0C3A4C9E-717D-4ADE-97E0-B0AD580B3355}" dt="2026-01-22T08:01:28.652" v="874" actId="20577"/>
          <ac:spMkLst>
            <pc:docMk/>
            <pc:sldMk cId="909968728" sldId="355"/>
            <ac:spMk id="2" creationId="{D84D12D7-13CE-6FE2-F90C-2ECC3A08D0C1}"/>
          </ac:spMkLst>
        </pc:spChg>
        <pc:spChg chg="mod">
          <ac:chgData name="faik bilgen" userId="9fcb1696e65a161f" providerId="LiveId" clId="{0C3A4C9E-717D-4ADE-97E0-B0AD580B3355}" dt="2026-01-22T08:03:27.885" v="894" actId="113"/>
          <ac:spMkLst>
            <pc:docMk/>
            <pc:sldMk cId="909968728" sldId="355"/>
            <ac:spMk id="3" creationId="{8AD5CBBE-C89A-C128-F239-1C0C63992C0D}"/>
          </ac:spMkLst>
        </pc:spChg>
      </pc:sldChg>
      <pc:sldChg chg="addSp delSp modSp add mod">
        <pc:chgData name="faik bilgen" userId="9fcb1696e65a161f" providerId="LiveId" clId="{0C3A4C9E-717D-4ADE-97E0-B0AD580B3355}" dt="2026-01-22T14:06:33.173" v="956" actId="207"/>
        <pc:sldMkLst>
          <pc:docMk/>
          <pc:sldMk cId="1653473167" sldId="356"/>
        </pc:sldMkLst>
        <pc:spChg chg="mod">
          <ac:chgData name="faik bilgen" userId="9fcb1696e65a161f" providerId="LiveId" clId="{0C3A4C9E-717D-4ADE-97E0-B0AD580B3355}" dt="2026-01-22T14:00:50.140" v="910" actId="20577"/>
          <ac:spMkLst>
            <pc:docMk/>
            <pc:sldMk cId="1653473167" sldId="356"/>
            <ac:spMk id="2" creationId="{55CB01FC-78D5-9A35-3F86-C96E1D8B840F}"/>
          </ac:spMkLst>
        </pc:spChg>
        <pc:spChg chg="del">
          <ac:chgData name="faik bilgen" userId="9fcb1696e65a161f" providerId="LiveId" clId="{0C3A4C9E-717D-4ADE-97E0-B0AD580B3355}" dt="2026-01-22T14:02:45.157" v="911" actId="478"/>
          <ac:spMkLst>
            <pc:docMk/>
            <pc:sldMk cId="1653473167" sldId="356"/>
            <ac:spMk id="3" creationId="{C801431B-8C88-4004-B4E6-8DF3B7CAD522}"/>
          </ac:spMkLst>
        </pc:spChg>
        <pc:spChg chg="add del mod">
          <ac:chgData name="faik bilgen" userId="9fcb1696e65a161f" providerId="LiveId" clId="{0C3A4C9E-717D-4ADE-97E0-B0AD580B3355}" dt="2026-01-22T14:02:47.987" v="912" actId="478"/>
          <ac:spMkLst>
            <pc:docMk/>
            <pc:sldMk cId="1653473167" sldId="356"/>
            <ac:spMk id="5" creationId="{2D1ACD60-2BD1-C677-7F1B-26AC25BFFEBE}"/>
          </ac:spMkLst>
        </pc:spChg>
        <pc:spChg chg="add del mod">
          <ac:chgData name="faik bilgen" userId="9fcb1696e65a161f" providerId="LiveId" clId="{0C3A4C9E-717D-4ADE-97E0-B0AD580B3355}" dt="2026-01-22T14:03:11.725" v="918" actId="478"/>
          <ac:spMkLst>
            <pc:docMk/>
            <pc:sldMk cId="1653473167" sldId="356"/>
            <ac:spMk id="6" creationId="{5267B6E6-4985-5CDE-7D26-6A1587F0B40D}"/>
          </ac:spMkLst>
        </pc:spChg>
        <pc:spChg chg="add mod">
          <ac:chgData name="faik bilgen" userId="9fcb1696e65a161f" providerId="LiveId" clId="{0C3A4C9E-717D-4ADE-97E0-B0AD580B3355}" dt="2026-01-22T14:06:33.173" v="956" actId="207"/>
          <ac:spMkLst>
            <pc:docMk/>
            <pc:sldMk cId="1653473167" sldId="356"/>
            <ac:spMk id="7" creationId="{12E8C2A4-BBEF-217D-8518-58101601F9A6}"/>
          </ac:spMkLst>
        </pc:spChg>
        <pc:spChg chg="add mod">
          <ac:chgData name="faik bilgen" userId="9fcb1696e65a161f" providerId="LiveId" clId="{0C3A4C9E-717D-4ADE-97E0-B0AD580B3355}" dt="2026-01-22T14:06:33.173" v="956" actId="207"/>
          <ac:spMkLst>
            <pc:docMk/>
            <pc:sldMk cId="1653473167" sldId="356"/>
            <ac:spMk id="9" creationId="{0294B7A2-7542-003F-7355-DB4DE502DF87}"/>
          </ac:spMkLst>
        </pc:spChg>
        <pc:spChg chg="add mod">
          <ac:chgData name="faik bilgen" userId="9fcb1696e65a161f" providerId="LiveId" clId="{0C3A4C9E-717D-4ADE-97E0-B0AD580B3355}" dt="2026-01-22T14:06:33.173" v="956" actId="207"/>
          <ac:spMkLst>
            <pc:docMk/>
            <pc:sldMk cId="1653473167" sldId="356"/>
            <ac:spMk id="11" creationId="{BFA01447-51E8-965F-CC02-D2834DBD5869}"/>
          </ac:spMkLst>
        </pc:spChg>
        <pc:spChg chg="add mod">
          <ac:chgData name="faik bilgen" userId="9fcb1696e65a161f" providerId="LiveId" clId="{0C3A4C9E-717D-4ADE-97E0-B0AD580B3355}" dt="2026-01-22T14:06:33.173" v="956" actId="207"/>
          <ac:spMkLst>
            <pc:docMk/>
            <pc:sldMk cId="1653473167" sldId="356"/>
            <ac:spMk id="12" creationId="{DEBEE02A-3553-EC70-D229-BFE2A2D4B055}"/>
          </ac:spMkLst>
        </pc:spChg>
      </pc:sldChg>
      <pc:sldChg chg="modSp add mod ord">
        <pc:chgData name="faik bilgen" userId="9fcb1696e65a161f" providerId="LiveId" clId="{0C3A4C9E-717D-4ADE-97E0-B0AD580B3355}" dt="2026-01-22T14:48:02.165" v="982" actId="20577"/>
        <pc:sldMkLst>
          <pc:docMk/>
          <pc:sldMk cId="2861536219" sldId="357"/>
        </pc:sldMkLst>
        <pc:spChg chg="mod">
          <ac:chgData name="faik bilgen" userId="9fcb1696e65a161f" providerId="LiveId" clId="{0C3A4C9E-717D-4ADE-97E0-B0AD580B3355}" dt="2026-01-22T14:48:02.165" v="982" actId="20577"/>
          <ac:spMkLst>
            <pc:docMk/>
            <pc:sldMk cId="2861536219" sldId="357"/>
            <ac:spMk id="3" creationId="{FB12C2C2-2737-0022-764D-89997709AB99}"/>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BA27B7-CE71-487F-B688-6790437F23F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ED5EB5AA-1F52-46FB-B107-66AE245EE9BE}">
      <dgm:prSet/>
      <dgm:spPr/>
      <dgm:t>
        <a:bodyPr/>
        <a:lstStyle/>
        <a:p>
          <a:r>
            <a:rPr lang="en-US"/>
            <a:t>In </a:t>
          </a:r>
          <a:r>
            <a:rPr lang="en-US" b="1"/>
            <a:t>Azure Kubernetes Service (AKS)</a:t>
          </a:r>
          <a:r>
            <a:rPr lang="en-US"/>
            <a:t>, a </a:t>
          </a:r>
          <a:r>
            <a:rPr lang="en-US" b="1"/>
            <a:t>node pool</a:t>
          </a:r>
          <a:r>
            <a:rPr lang="en-US"/>
            <a:t> is a </a:t>
          </a:r>
          <a:r>
            <a:rPr lang="en-US" b="1"/>
            <a:t>group of worker nodes (VMs) that share the same configuration</a:t>
          </a:r>
          <a:r>
            <a:rPr lang="en-US"/>
            <a:t> (VM size, OS type, disk settings, labels/taints, scaling rules, etc.). </a:t>
          </a:r>
        </a:p>
      </dgm:t>
    </dgm:pt>
    <dgm:pt modelId="{0649746A-07EA-4D59-8065-6FA2AE0C5F36}" type="parTrans" cxnId="{D05D389F-7DDE-4733-B14A-3FE940BD6EBC}">
      <dgm:prSet/>
      <dgm:spPr/>
      <dgm:t>
        <a:bodyPr/>
        <a:lstStyle/>
        <a:p>
          <a:endParaRPr lang="en-US"/>
        </a:p>
      </dgm:t>
    </dgm:pt>
    <dgm:pt modelId="{95CFA7F6-CB26-4254-ACCA-20B78D1A8B6B}" type="sibTrans" cxnId="{D05D389F-7DDE-4733-B14A-3FE940BD6EBC}">
      <dgm:prSet/>
      <dgm:spPr/>
      <dgm:t>
        <a:bodyPr/>
        <a:lstStyle/>
        <a:p>
          <a:endParaRPr lang="en-US"/>
        </a:p>
      </dgm:t>
    </dgm:pt>
    <dgm:pt modelId="{6FC10BFC-77C8-4423-A4C7-095532419F48}">
      <dgm:prSet/>
      <dgm:spPr/>
      <dgm:t>
        <a:bodyPr/>
        <a:lstStyle/>
        <a:p>
          <a:r>
            <a:rPr lang="en-US"/>
            <a:t>You use node pools to run both </a:t>
          </a:r>
          <a:r>
            <a:rPr lang="en-US" b="1"/>
            <a:t>Kubernetes system components</a:t>
          </a:r>
          <a:r>
            <a:rPr lang="en-US"/>
            <a:t> and </a:t>
          </a:r>
          <a:r>
            <a:rPr lang="en-US" b="1"/>
            <a:t>your workloads</a:t>
          </a:r>
          <a:r>
            <a:rPr lang="en-US"/>
            <a:t>, while managing them as a unit (scale, upgrade, replace).</a:t>
          </a:r>
        </a:p>
      </dgm:t>
    </dgm:pt>
    <dgm:pt modelId="{296B9AA4-5B06-4210-B097-7C1994C5CE3D}" type="parTrans" cxnId="{76BCFBA1-7297-48C2-868E-95CA982175F8}">
      <dgm:prSet/>
      <dgm:spPr/>
      <dgm:t>
        <a:bodyPr/>
        <a:lstStyle/>
        <a:p>
          <a:endParaRPr lang="en-US"/>
        </a:p>
      </dgm:t>
    </dgm:pt>
    <dgm:pt modelId="{3DC6EC2B-AFA5-4A36-9301-9CD32C75C48E}" type="sibTrans" cxnId="{76BCFBA1-7297-48C2-868E-95CA982175F8}">
      <dgm:prSet/>
      <dgm:spPr/>
      <dgm:t>
        <a:bodyPr/>
        <a:lstStyle/>
        <a:p>
          <a:endParaRPr lang="en-US"/>
        </a:p>
      </dgm:t>
    </dgm:pt>
    <dgm:pt modelId="{8D51A01C-6948-479B-B805-F8B7FE031CFA}" type="pres">
      <dgm:prSet presAssocID="{A1BA27B7-CE71-487F-B688-6790437F23FF}" presName="vert0" presStyleCnt="0">
        <dgm:presLayoutVars>
          <dgm:dir/>
          <dgm:animOne val="branch"/>
          <dgm:animLvl val="lvl"/>
        </dgm:presLayoutVars>
      </dgm:prSet>
      <dgm:spPr/>
    </dgm:pt>
    <dgm:pt modelId="{50EDB88A-67BA-4499-91DE-0BEB5956068C}" type="pres">
      <dgm:prSet presAssocID="{ED5EB5AA-1F52-46FB-B107-66AE245EE9BE}" presName="thickLine" presStyleLbl="alignNode1" presStyleIdx="0" presStyleCnt="2"/>
      <dgm:spPr/>
    </dgm:pt>
    <dgm:pt modelId="{BB97D2C1-0427-4644-9B8D-D6F5317D994C}" type="pres">
      <dgm:prSet presAssocID="{ED5EB5AA-1F52-46FB-B107-66AE245EE9BE}" presName="horz1" presStyleCnt="0"/>
      <dgm:spPr/>
    </dgm:pt>
    <dgm:pt modelId="{10B2A6CA-F463-4FEB-A92B-0972F0381157}" type="pres">
      <dgm:prSet presAssocID="{ED5EB5AA-1F52-46FB-B107-66AE245EE9BE}" presName="tx1" presStyleLbl="revTx" presStyleIdx="0" presStyleCnt="2"/>
      <dgm:spPr/>
    </dgm:pt>
    <dgm:pt modelId="{ABC41DB4-E3EA-40DA-B52C-FEC915352DBC}" type="pres">
      <dgm:prSet presAssocID="{ED5EB5AA-1F52-46FB-B107-66AE245EE9BE}" presName="vert1" presStyleCnt="0"/>
      <dgm:spPr/>
    </dgm:pt>
    <dgm:pt modelId="{A8E98079-39BC-42AE-BEDE-C16FD987D3F7}" type="pres">
      <dgm:prSet presAssocID="{6FC10BFC-77C8-4423-A4C7-095532419F48}" presName="thickLine" presStyleLbl="alignNode1" presStyleIdx="1" presStyleCnt="2"/>
      <dgm:spPr/>
    </dgm:pt>
    <dgm:pt modelId="{0FBA8EA6-8C0D-4843-ACDA-8DDBD4F1B370}" type="pres">
      <dgm:prSet presAssocID="{6FC10BFC-77C8-4423-A4C7-095532419F48}" presName="horz1" presStyleCnt="0"/>
      <dgm:spPr/>
    </dgm:pt>
    <dgm:pt modelId="{B2FAA0F6-2971-4B6D-A65B-D59E0586DE86}" type="pres">
      <dgm:prSet presAssocID="{6FC10BFC-77C8-4423-A4C7-095532419F48}" presName="tx1" presStyleLbl="revTx" presStyleIdx="1" presStyleCnt="2"/>
      <dgm:spPr/>
    </dgm:pt>
    <dgm:pt modelId="{9B6A964D-7206-49D1-8A28-12D1F24781FB}" type="pres">
      <dgm:prSet presAssocID="{6FC10BFC-77C8-4423-A4C7-095532419F48}" presName="vert1" presStyleCnt="0"/>
      <dgm:spPr/>
    </dgm:pt>
  </dgm:ptLst>
  <dgm:cxnLst>
    <dgm:cxn modelId="{689C8E5D-0FD2-401F-991F-F0E736C1BBBA}" type="presOf" srcId="{6FC10BFC-77C8-4423-A4C7-095532419F48}" destId="{B2FAA0F6-2971-4B6D-A65B-D59E0586DE86}" srcOrd="0" destOrd="0" presId="urn:microsoft.com/office/officeart/2008/layout/LinedList"/>
    <dgm:cxn modelId="{3DC7BB67-FFE9-42F0-AAAB-BACAEA16C870}" type="presOf" srcId="{A1BA27B7-CE71-487F-B688-6790437F23FF}" destId="{8D51A01C-6948-479B-B805-F8B7FE031CFA}" srcOrd="0" destOrd="0" presId="urn:microsoft.com/office/officeart/2008/layout/LinedList"/>
    <dgm:cxn modelId="{D3686274-76E4-449E-9BAA-B8EA5D6538B0}" type="presOf" srcId="{ED5EB5AA-1F52-46FB-B107-66AE245EE9BE}" destId="{10B2A6CA-F463-4FEB-A92B-0972F0381157}" srcOrd="0" destOrd="0" presId="urn:microsoft.com/office/officeart/2008/layout/LinedList"/>
    <dgm:cxn modelId="{D05D389F-7DDE-4733-B14A-3FE940BD6EBC}" srcId="{A1BA27B7-CE71-487F-B688-6790437F23FF}" destId="{ED5EB5AA-1F52-46FB-B107-66AE245EE9BE}" srcOrd="0" destOrd="0" parTransId="{0649746A-07EA-4D59-8065-6FA2AE0C5F36}" sibTransId="{95CFA7F6-CB26-4254-ACCA-20B78D1A8B6B}"/>
    <dgm:cxn modelId="{76BCFBA1-7297-48C2-868E-95CA982175F8}" srcId="{A1BA27B7-CE71-487F-B688-6790437F23FF}" destId="{6FC10BFC-77C8-4423-A4C7-095532419F48}" srcOrd="1" destOrd="0" parTransId="{296B9AA4-5B06-4210-B097-7C1994C5CE3D}" sibTransId="{3DC6EC2B-AFA5-4A36-9301-9CD32C75C48E}"/>
    <dgm:cxn modelId="{EE521228-5549-44AE-910B-C5D50C925226}" type="presParOf" srcId="{8D51A01C-6948-479B-B805-F8B7FE031CFA}" destId="{50EDB88A-67BA-4499-91DE-0BEB5956068C}" srcOrd="0" destOrd="0" presId="urn:microsoft.com/office/officeart/2008/layout/LinedList"/>
    <dgm:cxn modelId="{F95219FE-F86C-4C95-9F5D-791FDEAC86AB}" type="presParOf" srcId="{8D51A01C-6948-479B-B805-F8B7FE031CFA}" destId="{BB97D2C1-0427-4644-9B8D-D6F5317D994C}" srcOrd="1" destOrd="0" presId="urn:microsoft.com/office/officeart/2008/layout/LinedList"/>
    <dgm:cxn modelId="{071C0B26-679B-4C6A-B58B-3B1FBB6D5E63}" type="presParOf" srcId="{BB97D2C1-0427-4644-9B8D-D6F5317D994C}" destId="{10B2A6CA-F463-4FEB-A92B-0972F0381157}" srcOrd="0" destOrd="0" presId="urn:microsoft.com/office/officeart/2008/layout/LinedList"/>
    <dgm:cxn modelId="{CFBCA4CE-A6F6-45C5-B8DC-7BA846F35E0D}" type="presParOf" srcId="{BB97D2C1-0427-4644-9B8D-D6F5317D994C}" destId="{ABC41DB4-E3EA-40DA-B52C-FEC915352DBC}" srcOrd="1" destOrd="0" presId="urn:microsoft.com/office/officeart/2008/layout/LinedList"/>
    <dgm:cxn modelId="{2B76CE00-0FAD-4D57-A7AD-D3441F4545FA}" type="presParOf" srcId="{8D51A01C-6948-479B-B805-F8B7FE031CFA}" destId="{A8E98079-39BC-42AE-BEDE-C16FD987D3F7}" srcOrd="2" destOrd="0" presId="urn:microsoft.com/office/officeart/2008/layout/LinedList"/>
    <dgm:cxn modelId="{C64D2656-CE1F-43AC-9928-4762991C7FA1}" type="presParOf" srcId="{8D51A01C-6948-479B-B805-F8B7FE031CFA}" destId="{0FBA8EA6-8C0D-4843-ACDA-8DDBD4F1B370}" srcOrd="3" destOrd="0" presId="urn:microsoft.com/office/officeart/2008/layout/LinedList"/>
    <dgm:cxn modelId="{097FBC6C-D556-456E-BDB2-C0D02F4AAAE1}" type="presParOf" srcId="{0FBA8EA6-8C0D-4843-ACDA-8DDBD4F1B370}" destId="{B2FAA0F6-2971-4B6D-A65B-D59E0586DE86}" srcOrd="0" destOrd="0" presId="urn:microsoft.com/office/officeart/2008/layout/LinedList"/>
    <dgm:cxn modelId="{C947839F-5A1B-4270-8D32-40448F2EA3E8}" type="presParOf" srcId="{0FBA8EA6-8C0D-4843-ACDA-8DDBD4F1B370}" destId="{9B6A964D-7206-49D1-8A28-12D1F24781F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352BBA-696E-49AD-8E4B-A2DB13D1BB4E}" type="doc">
      <dgm:prSet loTypeId="urn:microsoft.com/office/officeart/2018/2/layout/IconCircleList" loCatId="icon" qsTypeId="urn:microsoft.com/office/officeart/2005/8/quickstyle/simple1" qsCatId="simple" csTypeId="urn:microsoft.com/office/officeart/2005/8/colors/colorful5" csCatId="colorful" phldr="1"/>
      <dgm:spPr/>
      <dgm:t>
        <a:bodyPr/>
        <a:lstStyle/>
        <a:p>
          <a:endParaRPr lang="en-US"/>
        </a:p>
      </dgm:t>
    </dgm:pt>
    <dgm:pt modelId="{72681AA3-C977-4C5A-8544-C590B5239933}">
      <dgm:prSet/>
      <dgm:spPr/>
      <dgm:t>
        <a:bodyPr/>
        <a:lstStyle/>
        <a:p>
          <a:pPr>
            <a:lnSpc>
              <a:spcPct val="100000"/>
            </a:lnSpc>
          </a:pPr>
          <a:r>
            <a:rPr lang="en-US" b="1"/>
            <a:t>Scale</a:t>
          </a:r>
          <a:r>
            <a:rPr lang="en-US"/>
            <a:t> node count (manually or with cluster autoscaler rules per pool).</a:t>
          </a:r>
        </a:p>
      </dgm:t>
    </dgm:pt>
    <dgm:pt modelId="{42666404-442E-40AD-ADDE-A808E5EA0BAC}" type="parTrans" cxnId="{07DA7A2C-4762-48F9-8CC8-488280506377}">
      <dgm:prSet/>
      <dgm:spPr/>
      <dgm:t>
        <a:bodyPr/>
        <a:lstStyle/>
        <a:p>
          <a:endParaRPr lang="en-US"/>
        </a:p>
      </dgm:t>
    </dgm:pt>
    <dgm:pt modelId="{955EDEE2-114D-4523-B3E9-E8282A4A349F}" type="sibTrans" cxnId="{07DA7A2C-4762-48F9-8CC8-488280506377}">
      <dgm:prSet/>
      <dgm:spPr/>
      <dgm:t>
        <a:bodyPr/>
        <a:lstStyle/>
        <a:p>
          <a:pPr>
            <a:lnSpc>
              <a:spcPct val="100000"/>
            </a:lnSpc>
          </a:pPr>
          <a:endParaRPr lang="en-US"/>
        </a:p>
      </dgm:t>
    </dgm:pt>
    <dgm:pt modelId="{78EE957A-9433-4491-8A77-9DEFF45E5C17}">
      <dgm:prSet/>
      <dgm:spPr/>
      <dgm:t>
        <a:bodyPr/>
        <a:lstStyle/>
        <a:p>
          <a:pPr>
            <a:lnSpc>
              <a:spcPct val="100000"/>
            </a:lnSpc>
          </a:pPr>
          <a:r>
            <a:rPr lang="en-US" b="1"/>
            <a:t>Upgrade</a:t>
          </a:r>
          <a:r>
            <a:rPr lang="en-US"/>
            <a:t> nodes in a controlled way (rolling upgrades, surge settings, drain/soak behavior).</a:t>
          </a:r>
        </a:p>
      </dgm:t>
    </dgm:pt>
    <dgm:pt modelId="{4D0D8B4C-E5D9-466F-B5E0-C32381AEF9AD}" type="parTrans" cxnId="{9084E3E7-485B-4547-80C9-628363F39FFA}">
      <dgm:prSet/>
      <dgm:spPr/>
      <dgm:t>
        <a:bodyPr/>
        <a:lstStyle/>
        <a:p>
          <a:endParaRPr lang="en-US"/>
        </a:p>
      </dgm:t>
    </dgm:pt>
    <dgm:pt modelId="{B4041E72-98C8-4953-A0C6-B905BC062A90}" type="sibTrans" cxnId="{9084E3E7-485B-4547-80C9-628363F39FFA}">
      <dgm:prSet/>
      <dgm:spPr/>
      <dgm:t>
        <a:bodyPr/>
        <a:lstStyle/>
        <a:p>
          <a:pPr>
            <a:lnSpc>
              <a:spcPct val="100000"/>
            </a:lnSpc>
          </a:pPr>
          <a:endParaRPr lang="en-US"/>
        </a:p>
      </dgm:t>
    </dgm:pt>
    <dgm:pt modelId="{6720E7A8-F8D3-4853-AE35-F2DFC39C0835}">
      <dgm:prSet/>
      <dgm:spPr/>
      <dgm:t>
        <a:bodyPr/>
        <a:lstStyle/>
        <a:p>
          <a:pPr>
            <a:lnSpc>
              <a:spcPct val="100000"/>
            </a:lnSpc>
          </a:pPr>
          <a:r>
            <a:rPr lang="en-US" b="1"/>
            <a:t>Isolate workloads</a:t>
          </a:r>
          <a:r>
            <a:rPr lang="en-US"/>
            <a:t> using </a:t>
          </a:r>
          <a:r>
            <a:rPr lang="en-US" b="1"/>
            <a:t>labels/taints</a:t>
          </a:r>
          <a:r>
            <a:rPr lang="en-US"/>
            <a:t> (e.g., dedicated pools for system, ingress, batch, GPU, Windows, etc.).</a:t>
          </a:r>
        </a:p>
      </dgm:t>
    </dgm:pt>
    <dgm:pt modelId="{4FAB36D1-359B-4293-856C-C123A880502B}" type="parTrans" cxnId="{0CBFFE55-7360-420F-AC93-342D5F98EDE4}">
      <dgm:prSet/>
      <dgm:spPr/>
      <dgm:t>
        <a:bodyPr/>
        <a:lstStyle/>
        <a:p>
          <a:endParaRPr lang="en-US"/>
        </a:p>
      </dgm:t>
    </dgm:pt>
    <dgm:pt modelId="{BBDAF71E-80E8-4771-B846-93A9C77D5267}" type="sibTrans" cxnId="{0CBFFE55-7360-420F-AC93-342D5F98EDE4}">
      <dgm:prSet/>
      <dgm:spPr/>
      <dgm:t>
        <a:bodyPr/>
        <a:lstStyle/>
        <a:p>
          <a:pPr>
            <a:lnSpc>
              <a:spcPct val="100000"/>
            </a:lnSpc>
          </a:pPr>
          <a:endParaRPr lang="en-US"/>
        </a:p>
      </dgm:t>
    </dgm:pt>
    <dgm:pt modelId="{0D1BD271-9033-47DE-BF0B-9C96E13B5BF0}">
      <dgm:prSet/>
      <dgm:spPr/>
      <dgm:t>
        <a:bodyPr/>
        <a:lstStyle/>
        <a:p>
          <a:pPr>
            <a:lnSpc>
              <a:spcPct val="100000"/>
            </a:lnSpc>
          </a:pPr>
          <a:r>
            <a:rPr lang="en-US" b="1"/>
            <a:t>Choose OS + image/disk behavior</a:t>
          </a:r>
          <a:r>
            <a:rPr lang="en-US"/>
            <a:t> (Linux/Windows; options like ephemeral OS disks are available when creating/adding pools).</a:t>
          </a:r>
        </a:p>
      </dgm:t>
    </dgm:pt>
    <dgm:pt modelId="{AFC04FC9-8BF3-440C-8B36-20E5BE728661}" type="parTrans" cxnId="{30569C90-BB4B-4508-88EE-8F621AED6E28}">
      <dgm:prSet/>
      <dgm:spPr/>
      <dgm:t>
        <a:bodyPr/>
        <a:lstStyle/>
        <a:p>
          <a:endParaRPr lang="en-US"/>
        </a:p>
      </dgm:t>
    </dgm:pt>
    <dgm:pt modelId="{FBFE8F9B-D916-42DE-A804-26C118A2F599}" type="sibTrans" cxnId="{30569C90-BB4B-4508-88EE-8F621AED6E28}">
      <dgm:prSet/>
      <dgm:spPr/>
      <dgm:t>
        <a:bodyPr/>
        <a:lstStyle/>
        <a:p>
          <a:endParaRPr lang="en-US"/>
        </a:p>
      </dgm:t>
    </dgm:pt>
    <dgm:pt modelId="{B9DDB117-0405-491F-BED1-B520A6203C38}" type="pres">
      <dgm:prSet presAssocID="{AB352BBA-696E-49AD-8E4B-A2DB13D1BB4E}" presName="root" presStyleCnt="0">
        <dgm:presLayoutVars>
          <dgm:dir/>
          <dgm:resizeHandles val="exact"/>
        </dgm:presLayoutVars>
      </dgm:prSet>
      <dgm:spPr/>
    </dgm:pt>
    <dgm:pt modelId="{FDB027FF-707D-4795-8FD5-F541B6DFFB77}" type="pres">
      <dgm:prSet presAssocID="{AB352BBA-696E-49AD-8E4B-A2DB13D1BB4E}" presName="container" presStyleCnt="0">
        <dgm:presLayoutVars>
          <dgm:dir/>
          <dgm:resizeHandles val="exact"/>
        </dgm:presLayoutVars>
      </dgm:prSet>
      <dgm:spPr/>
    </dgm:pt>
    <dgm:pt modelId="{8973155D-44B1-40E4-95A7-8C7C5DC9B75A}" type="pres">
      <dgm:prSet presAssocID="{72681AA3-C977-4C5A-8544-C590B5239933}" presName="compNode" presStyleCnt="0"/>
      <dgm:spPr/>
    </dgm:pt>
    <dgm:pt modelId="{9BA82766-3AC7-4E21-AC5F-48679A53FFC8}" type="pres">
      <dgm:prSet presAssocID="{72681AA3-C977-4C5A-8544-C590B5239933}" presName="iconBgRect" presStyleLbl="bgShp" presStyleIdx="0" presStyleCnt="4"/>
      <dgm:spPr/>
    </dgm:pt>
    <dgm:pt modelId="{406864A5-9B84-4AAE-B03B-23BE60F72BBE}" type="pres">
      <dgm:prSet presAssocID="{72681AA3-C977-4C5A-8544-C590B523993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CAA6E662-C7A1-43B0-BEEC-2F30DB9955C2}" type="pres">
      <dgm:prSet presAssocID="{72681AA3-C977-4C5A-8544-C590B5239933}" presName="spaceRect" presStyleCnt="0"/>
      <dgm:spPr/>
    </dgm:pt>
    <dgm:pt modelId="{EE4DED68-B0EF-45D3-A4EA-B249F55BC885}" type="pres">
      <dgm:prSet presAssocID="{72681AA3-C977-4C5A-8544-C590B5239933}" presName="textRect" presStyleLbl="revTx" presStyleIdx="0" presStyleCnt="4">
        <dgm:presLayoutVars>
          <dgm:chMax val="1"/>
          <dgm:chPref val="1"/>
        </dgm:presLayoutVars>
      </dgm:prSet>
      <dgm:spPr/>
    </dgm:pt>
    <dgm:pt modelId="{011C0F09-BED8-4DD2-96EB-2D1FA682C5B2}" type="pres">
      <dgm:prSet presAssocID="{955EDEE2-114D-4523-B3E9-E8282A4A349F}" presName="sibTrans" presStyleLbl="sibTrans2D1" presStyleIdx="0" presStyleCnt="0"/>
      <dgm:spPr/>
    </dgm:pt>
    <dgm:pt modelId="{FCCE71E5-80A4-443D-B812-527E63059ECA}" type="pres">
      <dgm:prSet presAssocID="{78EE957A-9433-4491-8A77-9DEFF45E5C17}" presName="compNode" presStyleCnt="0"/>
      <dgm:spPr/>
    </dgm:pt>
    <dgm:pt modelId="{B3664408-CE5E-4485-A4D2-C7CAF1766C10}" type="pres">
      <dgm:prSet presAssocID="{78EE957A-9433-4491-8A77-9DEFF45E5C17}" presName="iconBgRect" presStyleLbl="bgShp" presStyleIdx="1" presStyleCnt="4"/>
      <dgm:spPr/>
    </dgm:pt>
    <dgm:pt modelId="{CB62B4C3-EADF-4E71-9F80-2D9F997ABD45}" type="pres">
      <dgm:prSet presAssocID="{78EE957A-9433-4491-8A77-9DEFF45E5C1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0C670279-1FA4-4E3F-9754-05FFA4487A7A}" type="pres">
      <dgm:prSet presAssocID="{78EE957A-9433-4491-8A77-9DEFF45E5C17}" presName="spaceRect" presStyleCnt="0"/>
      <dgm:spPr/>
    </dgm:pt>
    <dgm:pt modelId="{7C863D20-ECED-4EBC-9025-E8E581429AD5}" type="pres">
      <dgm:prSet presAssocID="{78EE957A-9433-4491-8A77-9DEFF45E5C17}" presName="textRect" presStyleLbl="revTx" presStyleIdx="1" presStyleCnt="4">
        <dgm:presLayoutVars>
          <dgm:chMax val="1"/>
          <dgm:chPref val="1"/>
        </dgm:presLayoutVars>
      </dgm:prSet>
      <dgm:spPr/>
    </dgm:pt>
    <dgm:pt modelId="{007A25CD-2B06-4397-845F-6B5037E8C9A6}" type="pres">
      <dgm:prSet presAssocID="{B4041E72-98C8-4953-A0C6-B905BC062A90}" presName="sibTrans" presStyleLbl="sibTrans2D1" presStyleIdx="0" presStyleCnt="0"/>
      <dgm:spPr/>
    </dgm:pt>
    <dgm:pt modelId="{A0FCB7A8-9C5F-4078-8C70-96E4A0A1E1D5}" type="pres">
      <dgm:prSet presAssocID="{6720E7A8-F8D3-4853-AE35-F2DFC39C0835}" presName="compNode" presStyleCnt="0"/>
      <dgm:spPr/>
    </dgm:pt>
    <dgm:pt modelId="{4BF23104-0771-47C1-9EAB-29D3628E30AE}" type="pres">
      <dgm:prSet presAssocID="{6720E7A8-F8D3-4853-AE35-F2DFC39C0835}" presName="iconBgRect" presStyleLbl="bgShp" presStyleIdx="2" presStyleCnt="4"/>
      <dgm:spPr/>
    </dgm:pt>
    <dgm:pt modelId="{47EA2422-3E0A-43FE-9606-24C56069C54D}" type="pres">
      <dgm:prSet presAssocID="{6720E7A8-F8D3-4853-AE35-F2DFC39C083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ee with hive"/>
        </a:ext>
      </dgm:extLst>
    </dgm:pt>
    <dgm:pt modelId="{7514C9DC-896B-4E54-BC40-AAE1851CFE88}" type="pres">
      <dgm:prSet presAssocID="{6720E7A8-F8D3-4853-AE35-F2DFC39C0835}" presName="spaceRect" presStyleCnt="0"/>
      <dgm:spPr/>
    </dgm:pt>
    <dgm:pt modelId="{D7E2F196-2589-497D-9672-F07BEC49C1A0}" type="pres">
      <dgm:prSet presAssocID="{6720E7A8-F8D3-4853-AE35-F2DFC39C0835}" presName="textRect" presStyleLbl="revTx" presStyleIdx="2" presStyleCnt="4">
        <dgm:presLayoutVars>
          <dgm:chMax val="1"/>
          <dgm:chPref val="1"/>
        </dgm:presLayoutVars>
      </dgm:prSet>
      <dgm:spPr/>
    </dgm:pt>
    <dgm:pt modelId="{F65B085E-CCF7-45B9-97CD-9C89A66A1ECF}" type="pres">
      <dgm:prSet presAssocID="{BBDAF71E-80E8-4771-B846-93A9C77D5267}" presName="sibTrans" presStyleLbl="sibTrans2D1" presStyleIdx="0" presStyleCnt="0"/>
      <dgm:spPr/>
    </dgm:pt>
    <dgm:pt modelId="{7D5A9155-D088-4543-80C6-22E29C129795}" type="pres">
      <dgm:prSet presAssocID="{0D1BD271-9033-47DE-BF0B-9C96E13B5BF0}" presName="compNode" presStyleCnt="0"/>
      <dgm:spPr/>
    </dgm:pt>
    <dgm:pt modelId="{8C869BAB-84D6-453E-82AD-AC065E1765BB}" type="pres">
      <dgm:prSet presAssocID="{0D1BD271-9033-47DE-BF0B-9C96E13B5BF0}" presName="iconBgRect" presStyleLbl="bgShp" presStyleIdx="3" presStyleCnt="4"/>
      <dgm:spPr/>
    </dgm:pt>
    <dgm:pt modelId="{0D1C05A6-4923-4C10-AAC8-70436301C0CD}" type="pres">
      <dgm:prSet presAssocID="{0D1BD271-9033-47DE-BF0B-9C96E13B5BF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isk"/>
        </a:ext>
      </dgm:extLst>
    </dgm:pt>
    <dgm:pt modelId="{5CDB66F0-F0A7-4C46-A056-F19AFD45040A}" type="pres">
      <dgm:prSet presAssocID="{0D1BD271-9033-47DE-BF0B-9C96E13B5BF0}" presName="spaceRect" presStyleCnt="0"/>
      <dgm:spPr/>
    </dgm:pt>
    <dgm:pt modelId="{08579434-F38A-431D-8DA3-F05BFABE528C}" type="pres">
      <dgm:prSet presAssocID="{0D1BD271-9033-47DE-BF0B-9C96E13B5BF0}" presName="textRect" presStyleLbl="revTx" presStyleIdx="3" presStyleCnt="4">
        <dgm:presLayoutVars>
          <dgm:chMax val="1"/>
          <dgm:chPref val="1"/>
        </dgm:presLayoutVars>
      </dgm:prSet>
      <dgm:spPr/>
    </dgm:pt>
  </dgm:ptLst>
  <dgm:cxnLst>
    <dgm:cxn modelId="{7E810609-05DC-4356-B2AF-9422315EB281}" type="presOf" srcId="{72681AA3-C977-4C5A-8544-C590B5239933}" destId="{EE4DED68-B0EF-45D3-A4EA-B249F55BC885}" srcOrd="0" destOrd="0" presId="urn:microsoft.com/office/officeart/2018/2/layout/IconCircleList"/>
    <dgm:cxn modelId="{F9B19219-E0CD-44CE-8514-FCF364469E47}" type="presOf" srcId="{BBDAF71E-80E8-4771-B846-93A9C77D5267}" destId="{F65B085E-CCF7-45B9-97CD-9C89A66A1ECF}" srcOrd="0" destOrd="0" presId="urn:microsoft.com/office/officeart/2018/2/layout/IconCircleList"/>
    <dgm:cxn modelId="{C522461A-D420-4051-B4B3-E9EC7C6606E4}" type="presOf" srcId="{AB352BBA-696E-49AD-8E4B-A2DB13D1BB4E}" destId="{B9DDB117-0405-491F-BED1-B520A6203C38}" srcOrd="0" destOrd="0" presId="urn:microsoft.com/office/officeart/2018/2/layout/IconCircleList"/>
    <dgm:cxn modelId="{07DA7A2C-4762-48F9-8CC8-488280506377}" srcId="{AB352BBA-696E-49AD-8E4B-A2DB13D1BB4E}" destId="{72681AA3-C977-4C5A-8544-C590B5239933}" srcOrd="0" destOrd="0" parTransId="{42666404-442E-40AD-ADDE-A808E5EA0BAC}" sibTransId="{955EDEE2-114D-4523-B3E9-E8282A4A349F}"/>
    <dgm:cxn modelId="{0CBFFE55-7360-420F-AC93-342D5F98EDE4}" srcId="{AB352BBA-696E-49AD-8E4B-A2DB13D1BB4E}" destId="{6720E7A8-F8D3-4853-AE35-F2DFC39C0835}" srcOrd="2" destOrd="0" parTransId="{4FAB36D1-359B-4293-856C-C123A880502B}" sibTransId="{BBDAF71E-80E8-4771-B846-93A9C77D5267}"/>
    <dgm:cxn modelId="{EC374856-DF35-446B-A25B-62473E699FF2}" type="presOf" srcId="{955EDEE2-114D-4523-B3E9-E8282A4A349F}" destId="{011C0F09-BED8-4DD2-96EB-2D1FA682C5B2}" srcOrd="0" destOrd="0" presId="urn:microsoft.com/office/officeart/2018/2/layout/IconCircleList"/>
    <dgm:cxn modelId="{F3BE277F-18A5-41C4-8AE2-89CD5B695028}" type="presOf" srcId="{78EE957A-9433-4491-8A77-9DEFF45E5C17}" destId="{7C863D20-ECED-4EBC-9025-E8E581429AD5}" srcOrd="0" destOrd="0" presId="urn:microsoft.com/office/officeart/2018/2/layout/IconCircleList"/>
    <dgm:cxn modelId="{30569C90-BB4B-4508-88EE-8F621AED6E28}" srcId="{AB352BBA-696E-49AD-8E4B-A2DB13D1BB4E}" destId="{0D1BD271-9033-47DE-BF0B-9C96E13B5BF0}" srcOrd="3" destOrd="0" parTransId="{AFC04FC9-8BF3-440C-8B36-20E5BE728661}" sibTransId="{FBFE8F9B-D916-42DE-A804-26C118A2F599}"/>
    <dgm:cxn modelId="{E27DBCAB-B4F7-4B94-9A9E-BF311B5B2263}" type="presOf" srcId="{0D1BD271-9033-47DE-BF0B-9C96E13B5BF0}" destId="{08579434-F38A-431D-8DA3-F05BFABE528C}" srcOrd="0" destOrd="0" presId="urn:microsoft.com/office/officeart/2018/2/layout/IconCircleList"/>
    <dgm:cxn modelId="{3BBA98D5-26D8-40E6-8A45-B10C8890A9C0}" type="presOf" srcId="{B4041E72-98C8-4953-A0C6-B905BC062A90}" destId="{007A25CD-2B06-4397-845F-6B5037E8C9A6}" srcOrd="0" destOrd="0" presId="urn:microsoft.com/office/officeart/2018/2/layout/IconCircleList"/>
    <dgm:cxn modelId="{9E2A3FD9-11FB-43A9-9D7D-5E1DC845A9ED}" type="presOf" srcId="{6720E7A8-F8D3-4853-AE35-F2DFC39C0835}" destId="{D7E2F196-2589-497D-9672-F07BEC49C1A0}" srcOrd="0" destOrd="0" presId="urn:microsoft.com/office/officeart/2018/2/layout/IconCircleList"/>
    <dgm:cxn modelId="{9084E3E7-485B-4547-80C9-628363F39FFA}" srcId="{AB352BBA-696E-49AD-8E4B-A2DB13D1BB4E}" destId="{78EE957A-9433-4491-8A77-9DEFF45E5C17}" srcOrd="1" destOrd="0" parTransId="{4D0D8B4C-E5D9-466F-B5E0-C32381AEF9AD}" sibTransId="{B4041E72-98C8-4953-A0C6-B905BC062A90}"/>
    <dgm:cxn modelId="{564D9EC5-C13D-4658-9A90-321289FB1BAF}" type="presParOf" srcId="{B9DDB117-0405-491F-BED1-B520A6203C38}" destId="{FDB027FF-707D-4795-8FD5-F541B6DFFB77}" srcOrd="0" destOrd="0" presId="urn:microsoft.com/office/officeart/2018/2/layout/IconCircleList"/>
    <dgm:cxn modelId="{970E095E-8F91-4E8C-9613-C56FF7B05F2A}" type="presParOf" srcId="{FDB027FF-707D-4795-8FD5-F541B6DFFB77}" destId="{8973155D-44B1-40E4-95A7-8C7C5DC9B75A}" srcOrd="0" destOrd="0" presId="urn:microsoft.com/office/officeart/2018/2/layout/IconCircleList"/>
    <dgm:cxn modelId="{5879C193-2418-40DA-A8E7-08A0054A2259}" type="presParOf" srcId="{8973155D-44B1-40E4-95A7-8C7C5DC9B75A}" destId="{9BA82766-3AC7-4E21-AC5F-48679A53FFC8}" srcOrd="0" destOrd="0" presId="urn:microsoft.com/office/officeart/2018/2/layout/IconCircleList"/>
    <dgm:cxn modelId="{56E446E9-66A3-44A3-8D42-BB70C9B08150}" type="presParOf" srcId="{8973155D-44B1-40E4-95A7-8C7C5DC9B75A}" destId="{406864A5-9B84-4AAE-B03B-23BE60F72BBE}" srcOrd="1" destOrd="0" presId="urn:microsoft.com/office/officeart/2018/2/layout/IconCircleList"/>
    <dgm:cxn modelId="{63CE2E3C-5DB6-4DE9-B975-62DD0812D70A}" type="presParOf" srcId="{8973155D-44B1-40E4-95A7-8C7C5DC9B75A}" destId="{CAA6E662-C7A1-43B0-BEEC-2F30DB9955C2}" srcOrd="2" destOrd="0" presId="urn:microsoft.com/office/officeart/2018/2/layout/IconCircleList"/>
    <dgm:cxn modelId="{C65BE03A-C820-413E-B470-8AC9BAA913F8}" type="presParOf" srcId="{8973155D-44B1-40E4-95A7-8C7C5DC9B75A}" destId="{EE4DED68-B0EF-45D3-A4EA-B249F55BC885}" srcOrd="3" destOrd="0" presId="urn:microsoft.com/office/officeart/2018/2/layout/IconCircleList"/>
    <dgm:cxn modelId="{EC9483C9-D8A5-4B99-87BA-B4BF5986DAEB}" type="presParOf" srcId="{FDB027FF-707D-4795-8FD5-F541B6DFFB77}" destId="{011C0F09-BED8-4DD2-96EB-2D1FA682C5B2}" srcOrd="1" destOrd="0" presId="urn:microsoft.com/office/officeart/2018/2/layout/IconCircleList"/>
    <dgm:cxn modelId="{DCC5E8A0-9A0F-4B2E-A70D-380A06944361}" type="presParOf" srcId="{FDB027FF-707D-4795-8FD5-F541B6DFFB77}" destId="{FCCE71E5-80A4-443D-B812-527E63059ECA}" srcOrd="2" destOrd="0" presId="urn:microsoft.com/office/officeart/2018/2/layout/IconCircleList"/>
    <dgm:cxn modelId="{95535422-AF48-4706-80CB-7495492AF394}" type="presParOf" srcId="{FCCE71E5-80A4-443D-B812-527E63059ECA}" destId="{B3664408-CE5E-4485-A4D2-C7CAF1766C10}" srcOrd="0" destOrd="0" presId="urn:microsoft.com/office/officeart/2018/2/layout/IconCircleList"/>
    <dgm:cxn modelId="{62291BF5-3228-482D-9889-85E9B3A56D93}" type="presParOf" srcId="{FCCE71E5-80A4-443D-B812-527E63059ECA}" destId="{CB62B4C3-EADF-4E71-9F80-2D9F997ABD45}" srcOrd="1" destOrd="0" presId="urn:microsoft.com/office/officeart/2018/2/layout/IconCircleList"/>
    <dgm:cxn modelId="{2496F590-4793-42FA-9EB5-11DC3A8047B0}" type="presParOf" srcId="{FCCE71E5-80A4-443D-B812-527E63059ECA}" destId="{0C670279-1FA4-4E3F-9754-05FFA4487A7A}" srcOrd="2" destOrd="0" presId="urn:microsoft.com/office/officeart/2018/2/layout/IconCircleList"/>
    <dgm:cxn modelId="{1DD9B067-CEFE-4E82-8010-AA1C2685446B}" type="presParOf" srcId="{FCCE71E5-80A4-443D-B812-527E63059ECA}" destId="{7C863D20-ECED-4EBC-9025-E8E581429AD5}" srcOrd="3" destOrd="0" presId="urn:microsoft.com/office/officeart/2018/2/layout/IconCircleList"/>
    <dgm:cxn modelId="{AD976BF8-CBC4-47E2-8464-BB7AE002B1C3}" type="presParOf" srcId="{FDB027FF-707D-4795-8FD5-F541B6DFFB77}" destId="{007A25CD-2B06-4397-845F-6B5037E8C9A6}" srcOrd="3" destOrd="0" presId="urn:microsoft.com/office/officeart/2018/2/layout/IconCircleList"/>
    <dgm:cxn modelId="{B4D4D003-877C-4BA5-B043-5921E86D53D5}" type="presParOf" srcId="{FDB027FF-707D-4795-8FD5-F541B6DFFB77}" destId="{A0FCB7A8-9C5F-4078-8C70-96E4A0A1E1D5}" srcOrd="4" destOrd="0" presId="urn:microsoft.com/office/officeart/2018/2/layout/IconCircleList"/>
    <dgm:cxn modelId="{8E400835-1337-458D-B461-556371F9BDD4}" type="presParOf" srcId="{A0FCB7A8-9C5F-4078-8C70-96E4A0A1E1D5}" destId="{4BF23104-0771-47C1-9EAB-29D3628E30AE}" srcOrd="0" destOrd="0" presId="urn:microsoft.com/office/officeart/2018/2/layout/IconCircleList"/>
    <dgm:cxn modelId="{25CCC09B-8D36-4FA7-95F1-0FD72D8C5649}" type="presParOf" srcId="{A0FCB7A8-9C5F-4078-8C70-96E4A0A1E1D5}" destId="{47EA2422-3E0A-43FE-9606-24C56069C54D}" srcOrd="1" destOrd="0" presId="urn:microsoft.com/office/officeart/2018/2/layout/IconCircleList"/>
    <dgm:cxn modelId="{88D6BF25-D084-4423-A3F4-AE11A4047AC6}" type="presParOf" srcId="{A0FCB7A8-9C5F-4078-8C70-96E4A0A1E1D5}" destId="{7514C9DC-896B-4E54-BC40-AAE1851CFE88}" srcOrd="2" destOrd="0" presId="urn:microsoft.com/office/officeart/2018/2/layout/IconCircleList"/>
    <dgm:cxn modelId="{B016EFCA-AD34-4F36-A8E7-94C096DFDC61}" type="presParOf" srcId="{A0FCB7A8-9C5F-4078-8C70-96E4A0A1E1D5}" destId="{D7E2F196-2589-497D-9672-F07BEC49C1A0}" srcOrd="3" destOrd="0" presId="urn:microsoft.com/office/officeart/2018/2/layout/IconCircleList"/>
    <dgm:cxn modelId="{59502660-866A-4756-B5C4-92E993FBBF4A}" type="presParOf" srcId="{FDB027FF-707D-4795-8FD5-F541B6DFFB77}" destId="{F65B085E-CCF7-45B9-97CD-9C89A66A1ECF}" srcOrd="5" destOrd="0" presId="urn:microsoft.com/office/officeart/2018/2/layout/IconCircleList"/>
    <dgm:cxn modelId="{D9F52E16-31B8-413D-AC4F-E387E73C616D}" type="presParOf" srcId="{FDB027FF-707D-4795-8FD5-F541B6DFFB77}" destId="{7D5A9155-D088-4543-80C6-22E29C129795}" srcOrd="6" destOrd="0" presId="urn:microsoft.com/office/officeart/2018/2/layout/IconCircleList"/>
    <dgm:cxn modelId="{7430348E-DCA2-4DFD-9B9E-7A8D77EAC670}" type="presParOf" srcId="{7D5A9155-D088-4543-80C6-22E29C129795}" destId="{8C869BAB-84D6-453E-82AD-AC065E1765BB}" srcOrd="0" destOrd="0" presId="urn:microsoft.com/office/officeart/2018/2/layout/IconCircleList"/>
    <dgm:cxn modelId="{F9D00BD4-A7C9-46F3-BAE5-F3FD2A1DB0CD}" type="presParOf" srcId="{7D5A9155-D088-4543-80C6-22E29C129795}" destId="{0D1C05A6-4923-4C10-AAC8-70436301C0CD}" srcOrd="1" destOrd="0" presId="urn:microsoft.com/office/officeart/2018/2/layout/IconCircleList"/>
    <dgm:cxn modelId="{097ACF9C-444A-4FD4-B431-0CDC6D8994C3}" type="presParOf" srcId="{7D5A9155-D088-4543-80C6-22E29C129795}" destId="{5CDB66F0-F0A7-4C46-A056-F19AFD45040A}" srcOrd="2" destOrd="0" presId="urn:microsoft.com/office/officeart/2018/2/layout/IconCircleList"/>
    <dgm:cxn modelId="{344DB4B2-5565-4343-A67E-6F551FA7A600}" type="presParOf" srcId="{7D5A9155-D088-4543-80C6-22E29C129795}" destId="{08579434-F38A-431D-8DA3-F05BFABE528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DB88A-67BA-4499-91DE-0BEB5956068C}">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B2A6CA-F463-4FEB-A92B-0972F0381157}">
      <dsp:nvSpPr>
        <dsp:cNvPr id="0" name=""/>
        <dsp:cNvSpPr/>
      </dsp:nvSpPr>
      <dsp:spPr>
        <a:xfrm>
          <a:off x="0" y="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In </a:t>
          </a:r>
          <a:r>
            <a:rPr lang="en-US" sz="3000" b="1" kern="1200"/>
            <a:t>Azure Kubernetes Service (AKS)</a:t>
          </a:r>
          <a:r>
            <a:rPr lang="en-US" sz="3000" kern="1200"/>
            <a:t>, a </a:t>
          </a:r>
          <a:r>
            <a:rPr lang="en-US" sz="3000" b="1" kern="1200"/>
            <a:t>node pool</a:t>
          </a:r>
          <a:r>
            <a:rPr lang="en-US" sz="3000" kern="1200"/>
            <a:t> is a </a:t>
          </a:r>
          <a:r>
            <a:rPr lang="en-US" sz="3000" b="1" kern="1200"/>
            <a:t>group of worker nodes (VMs) that share the same configuration</a:t>
          </a:r>
          <a:r>
            <a:rPr lang="en-US" sz="3000" kern="1200"/>
            <a:t> (VM size, OS type, disk settings, labels/taints, scaling rules, etc.). </a:t>
          </a:r>
        </a:p>
      </dsp:txBody>
      <dsp:txXfrm>
        <a:off x="0" y="0"/>
        <a:ext cx="6900512" cy="2768070"/>
      </dsp:txXfrm>
    </dsp:sp>
    <dsp:sp modelId="{A8E98079-39BC-42AE-BEDE-C16FD987D3F7}">
      <dsp:nvSpPr>
        <dsp:cNvPr id="0" name=""/>
        <dsp:cNvSpPr/>
      </dsp:nvSpPr>
      <dsp:spPr>
        <a:xfrm>
          <a:off x="0" y="2768070"/>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FAA0F6-2971-4B6D-A65B-D59E0586DE86}">
      <dsp:nvSpPr>
        <dsp:cNvPr id="0" name=""/>
        <dsp:cNvSpPr/>
      </dsp:nvSpPr>
      <dsp:spPr>
        <a:xfrm>
          <a:off x="0" y="2768070"/>
          <a:ext cx="6900512" cy="2768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You use node pools to run both </a:t>
          </a:r>
          <a:r>
            <a:rPr lang="en-US" sz="3000" b="1" kern="1200"/>
            <a:t>Kubernetes system components</a:t>
          </a:r>
          <a:r>
            <a:rPr lang="en-US" sz="3000" kern="1200"/>
            <a:t> and </a:t>
          </a:r>
          <a:r>
            <a:rPr lang="en-US" sz="3000" b="1" kern="1200"/>
            <a:t>your workloads</a:t>
          </a:r>
          <a:r>
            <a:rPr lang="en-US" sz="3000" kern="1200"/>
            <a:t>, while managing them as a unit (scale, upgrade, replace).</a:t>
          </a:r>
        </a:p>
      </dsp:txBody>
      <dsp:txXfrm>
        <a:off x="0" y="2768070"/>
        <a:ext cx="6900512" cy="27680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82766-3AC7-4E21-AC5F-48679A53FFC8}">
      <dsp:nvSpPr>
        <dsp:cNvPr id="0" name=""/>
        <dsp:cNvSpPr/>
      </dsp:nvSpPr>
      <dsp:spPr>
        <a:xfrm>
          <a:off x="212335" y="302868"/>
          <a:ext cx="1335915" cy="1335915"/>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6864A5-9B84-4AAE-B03B-23BE60F72BBE}">
      <dsp:nvSpPr>
        <dsp:cNvPr id="0" name=""/>
        <dsp:cNvSpPr/>
      </dsp:nvSpPr>
      <dsp:spPr>
        <a:xfrm>
          <a:off x="492877" y="583410"/>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4DED68-B0EF-45D3-A4EA-B249F55BC885}">
      <dsp:nvSpPr>
        <dsp:cNvPr id="0" name=""/>
        <dsp:cNvSpPr/>
      </dsp:nvSpPr>
      <dsp:spPr>
        <a:xfrm>
          <a:off x="1834517" y="30286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Scale</a:t>
          </a:r>
          <a:r>
            <a:rPr lang="en-US" sz="1700" kern="1200"/>
            <a:t> node count (manually or with cluster autoscaler rules per pool).</a:t>
          </a:r>
        </a:p>
      </dsp:txBody>
      <dsp:txXfrm>
        <a:off x="1834517" y="302868"/>
        <a:ext cx="3148942" cy="1335915"/>
      </dsp:txXfrm>
    </dsp:sp>
    <dsp:sp modelId="{B3664408-CE5E-4485-A4D2-C7CAF1766C10}">
      <dsp:nvSpPr>
        <dsp:cNvPr id="0" name=""/>
        <dsp:cNvSpPr/>
      </dsp:nvSpPr>
      <dsp:spPr>
        <a:xfrm>
          <a:off x="5532139" y="302868"/>
          <a:ext cx="1335915" cy="1335915"/>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62B4C3-EADF-4E71-9F80-2D9F997ABD45}">
      <dsp:nvSpPr>
        <dsp:cNvPr id="0" name=""/>
        <dsp:cNvSpPr/>
      </dsp:nvSpPr>
      <dsp:spPr>
        <a:xfrm>
          <a:off x="5812681" y="583410"/>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863D20-ECED-4EBC-9025-E8E581429AD5}">
      <dsp:nvSpPr>
        <dsp:cNvPr id="0" name=""/>
        <dsp:cNvSpPr/>
      </dsp:nvSpPr>
      <dsp:spPr>
        <a:xfrm>
          <a:off x="7154322" y="30286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Upgrade</a:t>
          </a:r>
          <a:r>
            <a:rPr lang="en-US" sz="1700" kern="1200"/>
            <a:t> nodes in a controlled way (rolling upgrades, surge settings, drain/soak behavior).</a:t>
          </a:r>
        </a:p>
      </dsp:txBody>
      <dsp:txXfrm>
        <a:off x="7154322" y="302868"/>
        <a:ext cx="3148942" cy="1335915"/>
      </dsp:txXfrm>
    </dsp:sp>
    <dsp:sp modelId="{4BF23104-0771-47C1-9EAB-29D3628E30AE}">
      <dsp:nvSpPr>
        <dsp:cNvPr id="0" name=""/>
        <dsp:cNvSpPr/>
      </dsp:nvSpPr>
      <dsp:spPr>
        <a:xfrm>
          <a:off x="212335" y="2310092"/>
          <a:ext cx="1335915" cy="1335915"/>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EA2422-3E0A-43FE-9606-24C56069C54D}">
      <dsp:nvSpPr>
        <dsp:cNvPr id="0" name=""/>
        <dsp:cNvSpPr/>
      </dsp:nvSpPr>
      <dsp:spPr>
        <a:xfrm>
          <a:off x="492877" y="259063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E2F196-2589-497D-9672-F07BEC49C1A0}">
      <dsp:nvSpPr>
        <dsp:cNvPr id="0" name=""/>
        <dsp:cNvSpPr/>
      </dsp:nvSpPr>
      <dsp:spPr>
        <a:xfrm>
          <a:off x="1834517" y="231009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Isolate workloads</a:t>
          </a:r>
          <a:r>
            <a:rPr lang="en-US" sz="1700" kern="1200"/>
            <a:t> using </a:t>
          </a:r>
          <a:r>
            <a:rPr lang="en-US" sz="1700" b="1" kern="1200"/>
            <a:t>labels/taints</a:t>
          </a:r>
          <a:r>
            <a:rPr lang="en-US" sz="1700" kern="1200"/>
            <a:t> (e.g., dedicated pools for system, ingress, batch, GPU, Windows, etc.).</a:t>
          </a:r>
        </a:p>
      </dsp:txBody>
      <dsp:txXfrm>
        <a:off x="1834517" y="2310092"/>
        <a:ext cx="3148942" cy="1335915"/>
      </dsp:txXfrm>
    </dsp:sp>
    <dsp:sp modelId="{8C869BAB-84D6-453E-82AD-AC065E1765BB}">
      <dsp:nvSpPr>
        <dsp:cNvPr id="0" name=""/>
        <dsp:cNvSpPr/>
      </dsp:nvSpPr>
      <dsp:spPr>
        <a:xfrm>
          <a:off x="5532139" y="2310092"/>
          <a:ext cx="1335915" cy="1335915"/>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1C05A6-4923-4C10-AAC8-70436301C0CD}">
      <dsp:nvSpPr>
        <dsp:cNvPr id="0" name=""/>
        <dsp:cNvSpPr/>
      </dsp:nvSpPr>
      <dsp:spPr>
        <a:xfrm>
          <a:off x="5812681" y="259063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579434-F38A-431D-8DA3-F05BFABE528C}">
      <dsp:nvSpPr>
        <dsp:cNvPr id="0" name=""/>
        <dsp:cNvSpPr/>
      </dsp:nvSpPr>
      <dsp:spPr>
        <a:xfrm>
          <a:off x="7154322" y="231009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Choose OS + image/disk behavior</a:t>
          </a:r>
          <a:r>
            <a:rPr lang="en-US" sz="1700" kern="1200"/>
            <a:t> (Linux/Windows; options like ephemeral OS disks are available when creating/adding pools).</a:t>
          </a:r>
        </a:p>
      </dsp:txBody>
      <dsp:txXfrm>
        <a:off x="7154322" y="231009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266B9D-508F-48CB-9113-B05E77538490}"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40A45-BA3F-4500-B423-F972FAA6BEEA}" type="slidenum">
              <a:rPr lang="en-US" smtClean="0"/>
              <a:t>‹#›</a:t>
            </a:fld>
            <a:endParaRPr lang="en-US"/>
          </a:p>
        </p:txBody>
      </p:sp>
    </p:spTree>
    <p:extLst>
      <p:ext uri="{BB962C8B-B14F-4D97-AF65-F5344CB8AC3E}">
        <p14:creationId xmlns:p14="http://schemas.microsoft.com/office/powerpoint/2010/main" val="4135402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VPA assigns resource requests during pod creation and updates existing pods using the preferred update mechanism. Auto, which is equivalent to Recreate, is the default mode. Once restart-free, or in-place, updates of pod requests are available, it can be used as the preferred update mechanism by the Auto mode. With the Auto mode, VPA evicts a pod if it needs to change its resource requests. It might cause the pods to be restarted all at once, which can cause application inconsistencies. You can limit restarts and maintain consistency in this situation using a </a:t>
            </a:r>
            <a:r>
              <a:rPr lang="en-US" dirty="0" err="1"/>
              <a:t>PodDisruptionBudget</a:t>
            </a:r>
            <a:r>
              <a:rPr lang="en-US" dirty="0"/>
              <a:t>.</a:t>
            </a:r>
          </a:p>
          <a:p>
            <a:endParaRPr lang="en-US" dirty="0"/>
          </a:p>
          <a:p>
            <a:r>
              <a:rPr lang="en-US" dirty="0"/>
              <a:t>Recreate: VPA assigns resource requests during pod creation and updates existing pods by evicting them when the requested resources differ significantly from the new recommendations (respecting the </a:t>
            </a:r>
            <a:r>
              <a:rPr lang="en-US" dirty="0" err="1"/>
              <a:t>PodDisruptionBudget</a:t>
            </a:r>
            <a:r>
              <a:rPr lang="en-US" dirty="0"/>
              <a:t>, if defined). You should only use this mode if you need to ensure that the pods are restarted whenever the resource request changes. Otherwise, we recommend using Auto mode, which takes advantage of restart-free updates once available.</a:t>
            </a:r>
          </a:p>
          <a:p>
            <a:endParaRPr lang="en-US" dirty="0"/>
          </a:p>
          <a:p>
            <a:r>
              <a:rPr lang="en-US" dirty="0"/>
              <a:t>Initial: VPA only assigns resource requests during pod creation. It doesn't update existing pods. This mode is useful for testing and understanding the VPA behavior without affecting the running pods.</a:t>
            </a:r>
          </a:p>
          <a:p>
            <a:endParaRPr lang="en-US" dirty="0"/>
          </a:p>
          <a:p>
            <a:r>
              <a:rPr lang="en-US" dirty="0"/>
              <a:t>Off: VPA doesn't automatically change the resource requirements of the pods. The recommendations are calculated and can be inspected in the VPA object.</a:t>
            </a:r>
          </a:p>
        </p:txBody>
      </p:sp>
      <p:sp>
        <p:nvSpPr>
          <p:cNvPr id="4" name="Slide Number Placeholder 3"/>
          <p:cNvSpPr>
            <a:spLocks noGrp="1"/>
          </p:cNvSpPr>
          <p:nvPr>
            <p:ph type="sldNum" sz="quarter" idx="5"/>
          </p:nvPr>
        </p:nvSpPr>
        <p:spPr/>
        <p:txBody>
          <a:bodyPr/>
          <a:lstStyle/>
          <a:p>
            <a:fld id="{11B40A45-BA3F-4500-B423-F972FAA6BEEA}" type="slidenum">
              <a:rPr lang="en-US" smtClean="0"/>
              <a:t>27</a:t>
            </a:fld>
            <a:endParaRPr lang="en-US"/>
          </a:p>
        </p:txBody>
      </p:sp>
    </p:spTree>
    <p:extLst>
      <p:ext uri="{BB962C8B-B14F-4D97-AF65-F5344CB8AC3E}">
        <p14:creationId xmlns:p14="http://schemas.microsoft.com/office/powerpoint/2010/main" val="106019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7A376-8521-6577-2D07-990054A88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01D1AD-C5AE-D5D5-8AEB-3CF00915D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218E4-0D79-BDF6-8381-F4230E4C160D}"/>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5" name="Footer Placeholder 4">
            <a:extLst>
              <a:ext uri="{FF2B5EF4-FFF2-40B4-BE49-F238E27FC236}">
                <a16:creationId xmlns:a16="http://schemas.microsoft.com/office/drawing/2014/main" id="{12E1445C-3C43-0979-3BC3-3C50A3764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579E-F99E-72F7-92FC-E65D1F06D8D2}"/>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730668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3A46-966F-0889-0D6C-46EF223F7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490CF1-7AE8-CB01-72A6-3E5EC146C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82178-CB10-3C0D-9F26-FF03AA7D10AA}"/>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5" name="Footer Placeholder 4">
            <a:extLst>
              <a:ext uri="{FF2B5EF4-FFF2-40B4-BE49-F238E27FC236}">
                <a16:creationId xmlns:a16="http://schemas.microsoft.com/office/drawing/2014/main" id="{F606E56D-AAF0-53B1-2EB3-2B05DB7BE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8C5A6-8A41-BFE5-5181-AD86B0150CF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154320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4A1F-F392-185D-224B-A830DD235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E378F9-DE95-A055-2AC6-E7157142E7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63784-AC7B-9035-BD5F-CA457D8DE724}"/>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5" name="Footer Placeholder 4">
            <a:extLst>
              <a:ext uri="{FF2B5EF4-FFF2-40B4-BE49-F238E27FC236}">
                <a16:creationId xmlns:a16="http://schemas.microsoft.com/office/drawing/2014/main" id="{A2E98C38-8659-E5D3-AA01-9DBE632E3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600AF-5C3D-1998-F8D6-2A1AD019587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395739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FF7E-5293-08F1-D9A1-3A1680CEEC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F6F1-FDCC-6B3B-E060-DBA64E0B8A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695A3E-2804-E8CE-36A7-16F0D67A02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52C1A7-880C-CD35-6519-B44C1C001F65}"/>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6" name="Footer Placeholder 5">
            <a:extLst>
              <a:ext uri="{FF2B5EF4-FFF2-40B4-BE49-F238E27FC236}">
                <a16:creationId xmlns:a16="http://schemas.microsoft.com/office/drawing/2014/main" id="{1787389A-7BA7-00F2-9F0C-3FF625C376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9FFEB-E07F-475A-DC43-D784B049344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054337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AF15-66DF-0200-BF84-20E7FCAE16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C9DF7-FFE2-ACA5-598F-2E8D05F02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1AC6B-6EB4-8880-6CF2-B757060F06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57C6A-70C4-5D49-7AA6-616292306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BEDBF-9DCC-3C70-9011-CC3E8927C1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2DCA26-C658-60E2-1424-45272CAB1A0C}"/>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8" name="Footer Placeholder 7">
            <a:extLst>
              <a:ext uri="{FF2B5EF4-FFF2-40B4-BE49-F238E27FC236}">
                <a16:creationId xmlns:a16="http://schemas.microsoft.com/office/drawing/2014/main" id="{EDDD7996-8661-7137-DBB1-48A6E8A73D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E27E70-8897-E13C-10F1-24FFB6B1B6F5}"/>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25512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71C0-5D8F-1D28-606D-4024F95F39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450D43-A793-90E4-6A35-09A203BFF80D}"/>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4" name="Footer Placeholder 3">
            <a:extLst>
              <a:ext uri="{FF2B5EF4-FFF2-40B4-BE49-F238E27FC236}">
                <a16:creationId xmlns:a16="http://schemas.microsoft.com/office/drawing/2014/main" id="{63D43902-4D2D-7893-9F50-76AD330273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BBF6F-A580-C66C-7FD8-0CD657578728}"/>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525479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9A4C65-793A-0452-3B22-EF9BAA6ABE5F}"/>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3" name="Footer Placeholder 2">
            <a:extLst>
              <a:ext uri="{FF2B5EF4-FFF2-40B4-BE49-F238E27FC236}">
                <a16:creationId xmlns:a16="http://schemas.microsoft.com/office/drawing/2014/main" id="{21B1979F-ACA8-3AB5-9C5B-FFA463C1DF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B4F9D8-209E-4082-0939-7461D157A06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306381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0A0C-21B5-5B1E-1A71-72C64E1C55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10992-4A91-CA9A-6790-69C97B74C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F628-8009-4622-AD04-87974ADF9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9F7B8-21E1-FDBD-DF34-35B77CC99023}"/>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6" name="Footer Placeholder 5">
            <a:extLst>
              <a:ext uri="{FF2B5EF4-FFF2-40B4-BE49-F238E27FC236}">
                <a16:creationId xmlns:a16="http://schemas.microsoft.com/office/drawing/2014/main" id="{DF8FEC55-0B6B-4ADF-137A-EDE9BBC3C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617AA9-A09D-95A1-845A-002841584FD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770643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A1C2-1457-BA97-E02B-7478A5F75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5BB29C-956B-CB9A-82C7-D1A75368E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1E78F4-29DC-15C6-EB91-0CB176A9F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62D2E-911E-E254-4D20-F879D0105D5A}"/>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6" name="Footer Placeholder 5">
            <a:extLst>
              <a:ext uri="{FF2B5EF4-FFF2-40B4-BE49-F238E27FC236}">
                <a16:creationId xmlns:a16="http://schemas.microsoft.com/office/drawing/2014/main" id="{8A272F32-771C-2443-DCDF-49353E2801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AD2F7-6465-65FF-9CBC-7F6BF47056E3}"/>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209270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E70-A6AC-9EA6-A861-3E9FAA9E70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81546D-E49F-3CBD-23CB-6B06B2C4FF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91AD8-77DA-E023-CE62-8DB5F66E06B6}"/>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5" name="Footer Placeholder 4">
            <a:extLst>
              <a:ext uri="{FF2B5EF4-FFF2-40B4-BE49-F238E27FC236}">
                <a16:creationId xmlns:a16="http://schemas.microsoft.com/office/drawing/2014/main" id="{3F1C62C2-A50D-B686-F94E-63E71CD7A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FBBC1-AC3E-2F70-80F3-F31F052F84A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597129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8C326-4850-1342-F77B-8A9CFA2B5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7BE1D-65FF-135C-6662-09A7BCF03C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94B37-9ED6-9087-1C2A-E654A453F1BD}"/>
              </a:ext>
            </a:extLst>
          </p:cNvPr>
          <p:cNvSpPr>
            <a:spLocks noGrp="1"/>
          </p:cNvSpPr>
          <p:nvPr>
            <p:ph type="dt" sz="half" idx="10"/>
          </p:nvPr>
        </p:nvSpPr>
        <p:spPr/>
        <p:txBody>
          <a:bodyPr/>
          <a:lstStyle/>
          <a:p>
            <a:fld id="{B9268321-C9E7-441E-8ECB-F5B48CA38B30}" type="datetimeFigureOut">
              <a:rPr lang="en-US" smtClean="0"/>
              <a:t>1/22/2026</a:t>
            </a:fld>
            <a:endParaRPr lang="en-US"/>
          </a:p>
        </p:txBody>
      </p:sp>
      <p:sp>
        <p:nvSpPr>
          <p:cNvPr id="5" name="Footer Placeholder 4">
            <a:extLst>
              <a:ext uri="{FF2B5EF4-FFF2-40B4-BE49-F238E27FC236}">
                <a16:creationId xmlns:a16="http://schemas.microsoft.com/office/drawing/2014/main" id="{B67920E9-EEE5-167B-DD70-3972F6A3C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42915-24C5-13A7-5B23-4A192DA2465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228285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0354D-51EE-E6D6-CC86-FEEF104B1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925FF8-2273-6FDB-FD37-C132E518F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069AE-095C-7EFB-19E6-EB2833555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268321-C9E7-441E-8ECB-F5B48CA38B30}" type="datetimeFigureOut">
              <a:rPr lang="en-US" smtClean="0"/>
              <a:t>1/22/2026</a:t>
            </a:fld>
            <a:endParaRPr lang="en-US"/>
          </a:p>
        </p:txBody>
      </p:sp>
      <p:sp>
        <p:nvSpPr>
          <p:cNvPr id="5" name="Footer Placeholder 4">
            <a:extLst>
              <a:ext uri="{FF2B5EF4-FFF2-40B4-BE49-F238E27FC236}">
                <a16:creationId xmlns:a16="http://schemas.microsoft.com/office/drawing/2014/main" id="{54A3A893-A31D-AEFC-084A-9F7122082C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753884-7504-3E14-2818-7885D95322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04913-403C-4409-88C9-C8B79CC53BC2}" type="slidenum">
              <a:rPr lang="en-US" smtClean="0"/>
              <a:t>‹#›</a:t>
            </a:fld>
            <a:endParaRPr lang="en-US"/>
          </a:p>
        </p:txBody>
      </p:sp>
    </p:spTree>
    <p:extLst>
      <p:ext uri="{BB962C8B-B14F-4D97-AF65-F5344CB8AC3E}">
        <p14:creationId xmlns:p14="http://schemas.microsoft.com/office/powerpoint/2010/main" val="1550485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kubernetes/autoscaler/blob/master/cluster-autoscaler/FAQ.md#what-are-expander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92AE-673E-92C5-303F-25E8450BD96A}"/>
              </a:ext>
            </a:extLst>
          </p:cNvPr>
          <p:cNvSpPr>
            <a:spLocks noGrp="1"/>
          </p:cNvSpPr>
          <p:nvPr>
            <p:ph type="ctrTitle"/>
          </p:nvPr>
        </p:nvSpPr>
        <p:spPr/>
        <p:txBody>
          <a:bodyPr/>
          <a:lstStyle/>
          <a:p>
            <a:r>
              <a:rPr lang="en-US" dirty="0"/>
              <a:t>AKS Workshop</a:t>
            </a:r>
          </a:p>
        </p:txBody>
      </p:sp>
      <p:sp>
        <p:nvSpPr>
          <p:cNvPr id="3" name="Subtitle 2">
            <a:extLst>
              <a:ext uri="{FF2B5EF4-FFF2-40B4-BE49-F238E27FC236}">
                <a16:creationId xmlns:a16="http://schemas.microsoft.com/office/drawing/2014/main" id="{300EBB44-02B4-0E0C-DADA-EC740183DF9D}"/>
              </a:ext>
            </a:extLst>
          </p:cNvPr>
          <p:cNvSpPr>
            <a:spLocks noGrp="1"/>
          </p:cNvSpPr>
          <p:nvPr>
            <p:ph type="subTitle" idx="1"/>
          </p:nvPr>
        </p:nvSpPr>
        <p:spPr/>
        <p:txBody>
          <a:bodyPr/>
          <a:lstStyle/>
          <a:p>
            <a:r>
              <a:rPr lang="en-US" dirty="0"/>
              <a:t>Faik Hakan Bilgen, </a:t>
            </a:r>
          </a:p>
          <a:p>
            <a:r>
              <a:rPr lang="en-US" dirty="0"/>
              <a:t>Sr. CSA, Microsoft</a:t>
            </a:r>
          </a:p>
        </p:txBody>
      </p:sp>
    </p:spTree>
    <p:extLst>
      <p:ext uri="{BB962C8B-B14F-4D97-AF65-F5344CB8AC3E}">
        <p14:creationId xmlns:p14="http://schemas.microsoft.com/office/powerpoint/2010/main" val="178528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F7A6B2-4CB7-A0DE-FF18-791F9572D386}"/>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Node Pools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2393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541D8B-A5E3-0566-7DE2-67149D272081}"/>
              </a:ext>
            </a:extLst>
          </p:cNvPr>
          <p:cNvSpPr>
            <a:spLocks noGrp="1"/>
          </p:cNvSpPr>
          <p:nvPr>
            <p:ph type="title"/>
          </p:nvPr>
        </p:nvSpPr>
        <p:spPr>
          <a:xfrm>
            <a:off x="635000" y="640823"/>
            <a:ext cx="3418659" cy="5583148"/>
          </a:xfrm>
        </p:spPr>
        <p:txBody>
          <a:bodyPr anchor="ctr">
            <a:normAutofit/>
          </a:bodyPr>
          <a:lstStyle/>
          <a:p>
            <a:r>
              <a:rPr lang="en-US" sz="5400"/>
              <a:t>What are the Node Pools?</a:t>
            </a:r>
          </a:p>
        </p:txBody>
      </p:sp>
      <p:sp>
        <p:nvSpPr>
          <p:cNvPr id="1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Content Placeholder 2">
            <a:extLst>
              <a:ext uri="{FF2B5EF4-FFF2-40B4-BE49-F238E27FC236}">
                <a16:creationId xmlns:a16="http://schemas.microsoft.com/office/drawing/2014/main" id="{F0A15B44-8040-9AC0-9387-944300101A20}"/>
              </a:ext>
            </a:extLst>
          </p:cNvPr>
          <p:cNvGraphicFramePr>
            <a:graphicFrameLocks noGrp="1"/>
          </p:cNvGraphicFramePr>
          <p:nvPr>
            <p:ph idx="1"/>
            <p:extLst>
              <p:ext uri="{D42A27DB-BD31-4B8C-83A1-F6EECF244321}">
                <p14:modId xmlns:p14="http://schemas.microsoft.com/office/powerpoint/2010/main" val="153833387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3496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775033-B39F-A0E0-F5DD-8A5E717719B3}"/>
              </a:ext>
            </a:extLst>
          </p:cNvPr>
          <p:cNvSpPr>
            <a:spLocks noGrp="1"/>
          </p:cNvSpPr>
          <p:nvPr>
            <p:ph type="title"/>
          </p:nvPr>
        </p:nvSpPr>
        <p:spPr>
          <a:xfrm>
            <a:off x="838200" y="365125"/>
            <a:ext cx="10515600" cy="1325563"/>
          </a:xfrm>
        </p:spPr>
        <p:txBody>
          <a:bodyPr>
            <a:normAutofit/>
          </a:bodyPr>
          <a:lstStyle/>
          <a:p>
            <a:r>
              <a:rPr lang="en-US" sz="5400"/>
              <a:t>Node Pool – Core Functionality</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8FC6FFF-5C14-00E6-DEE7-0F99CE91297E}"/>
              </a:ext>
            </a:extLst>
          </p:cNvPr>
          <p:cNvGraphicFramePr>
            <a:graphicFrameLocks noGrp="1"/>
          </p:cNvGraphicFramePr>
          <p:nvPr>
            <p:ph idx="1"/>
            <p:extLst>
              <p:ext uri="{D42A27DB-BD31-4B8C-83A1-F6EECF244321}">
                <p14:modId xmlns:p14="http://schemas.microsoft.com/office/powerpoint/2010/main" val="1828684159"/>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9989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9149DD-8BB7-1EAE-4C79-A44E2E30068A}"/>
              </a:ext>
            </a:extLst>
          </p:cNvPr>
          <p:cNvSpPr>
            <a:spLocks noGrp="1"/>
          </p:cNvSpPr>
          <p:nvPr>
            <p:ph type="title"/>
          </p:nvPr>
        </p:nvSpPr>
        <p:spPr>
          <a:xfrm>
            <a:off x="838200" y="365125"/>
            <a:ext cx="10515600" cy="1325563"/>
          </a:xfrm>
        </p:spPr>
        <p:txBody>
          <a:bodyPr>
            <a:normAutofit/>
          </a:bodyPr>
          <a:lstStyle/>
          <a:p>
            <a:r>
              <a:rPr lang="en-US" sz="5400"/>
              <a:t>Role of Node Pools</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32FE40-9216-3877-8297-23F75598F452}"/>
              </a:ext>
            </a:extLst>
          </p:cNvPr>
          <p:cNvSpPr>
            <a:spLocks noGrp="1"/>
          </p:cNvSpPr>
          <p:nvPr>
            <p:ph idx="1"/>
          </p:nvPr>
        </p:nvSpPr>
        <p:spPr>
          <a:xfrm>
            <a:off x="838200" y="2028774"/>
            <a:ext cx="10515600" cy="4251960"/>
          </a:xfrm>
        </p:spPr>
        <p:txBody>
          <a:bodyPr>
            <a:normAutofit/>
          </a:bodyPr>
          <a:lstStyle/>
          <a:p>
            <a:pPr marL="0" indent="0">
              <a:spcBef>
                <a:spcPts val="1200"/>
              </a:spcBef>
              <a:buNone/>
            </a:pPr>
            <a:r>
              <a:rPr lang="en-US" sz="2200" dirty="0"/>
              <a:t>Think of an AKS cluster as:</a:t>
            </a:r>
          </a:p>
          <a:p>
            <a:pPr lvl="1">
              <a:spcBef>
                <a:spcPts val="1200"/>
              </a:spcBef>
            </a:pPr>
            <a:r>
              <a:rPr lang="en-US" sz="2200" b="1" dirty="0"/>
              <a:t>Control plane</a:t>
            </a:r>
            <a:r>
              <a:rPr lang="en-US" sz="2200" dirty="0"/>
              <a:t> (managed by Azure)</a:t>
            </a:r>
          </a:p>
          <a:p>
            <a:pPr lvl="1">
              <a:spcBef>
                <a:spcPts val="1200"/>
              </a:spcBef>
            </a:pPr>
            <a:r>
              <a:rPr lang="en-US" sz="2200" b="1" dirty="0"/>
              <a:t>One or more node pools</a:t>
            </a:r>
            <a:r>
              <a:rPr lang="en-US" sz="2200" dirty="0"/>
              <a:t> (your worker capacity)</a:t>
            </a:r>
          </a:p>
          <a:p>
            <a:pPr marL="0" indent="0">
              <a:spcBef>
                <a:spcPts val="1200"/>
              </a:spcBef>
              <a:buNone/>
            </a:pPr>
            <a:r>
              <a:rPr lang="en-US" sz="2200" dirty="0"/>
              <a:t>Node pools are how you:</a:t>
            </a:r>
          </a:p>
          <a:p>
            <a:pPr lvl="1">
              <a:spcBef>
                <a:spcPts val="1200"/>
              </a:spcBef>
            </a:pPr>
            <a:r>
              <a:rPr lang="en-US" sz="2200" dirty="0"/>
              <a:t>Provide different “shapes” of compute (CPU/memory-heavy, GPU, Windows, etc.),</a:t>
            </a:r>
          </a:p>
          <a:p>
            <a:pPr lvl="1">
              <a:spcBef>
                <a:spcPts val="1200"/>
              </a:spcBef>
            </a:pPr>
            <a:r>
              <a:rPr lang="en-US" sz="2200" dirty="0"/>
              <a:t>Isolate noisy neighbors,</a:t>
            </a:r>
          </a:p>
          <a:p>
            <a:pPr lvl="1">
              <a:spcBef>
                <a:spcPts val="1200"/>
              </a:spcBef>
            </a:pPr>
            <a:r>
              <a:rPr lang="en-US" sz="2200" dirty="0"/>
              <a:t>Control upgrades safely (upgrade one pool at a time),</a:t>
            </a:r>
          </a:p>
          <a:p>
            <a:pPr lvl="1">
              <a:spcBef>
                <a:spcPts val="1200"/>
              </a:spcBef>
            </a:pPr>
            <a:r>
              <a:rPr lang="en-US" sz="2200" dirty="0"/>
              <a:t>Align with availability/reliability goals (e.g., zone-aware pools).</a:t>
            </a:r>
          </a:p>
          <a:p>
            <a:pPr marL="0" indent="0">
              <a:buNone/>
            </a:pPr>
            <a:endParaRPr lang="en-US" sz="2200" dirty="0"/>
          </a:p>
        </p:txBody>
      </p:sp>
    </p:spTree>
    <p:extLst>
      <p:ext uri="{BB962C8B-B14F-4D97-AF65-F5344CB8AC3E}">
        <p14:creationId xmlns:p14="http://schemas.microsoft.com/office/powerpoint/2010/main" val="612358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D7899-7AFB-EDF5-2D83-3AF68E652042}"/>
              </a:ext>
            </a:extLst>
          </p:cNvPr>
          <p:cNvSpPr>
            <a:spLocks noGrp="1"/>
          </p:cNvSpPr>
          <p:nvPr>
            <p:ph type="title"/>
          </p:nvPr>
        </p:nvSpPr>
        <p:spPr>
          <a:xfrm>
            <a:off x="838200" y="365125"/>
            <a:ext cx="10515600" cy="1325563"/>
          </a:xfrm>
        </p:spPr>
        <p:txBody>
          <a:bodyPr>
            <a:normAutofit/>
          </a:bodyPr>
          <a:lstStyle/>
          <a:p>
            <a:r>
              <a:rPr lang="en-US" sz="5400"/>
              <a:t>Node Pools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38FF405A-6C75-0B44-08DA-DC78FCB3243E}"/>
              </a:ext>
            </a:extLst>
          </p:cNvPr>
          <p:cNvSpPr>
            <a:spLocks noGrp="1"/>
          </p:cNvSpPr>
          <p:nvPr>
            <p:ph idx="1"/>
          </p:nvPr>
        </p:nvSpPr>
        <p:spPr>
          <a:xfrm>
            <a:off x="838199" y="2197738"/>
            <a:ext cx="11088757" cy="4251960"/>
          </a:xfrm>
        </p:spPr>
        <p:txBody>
          <a:bodyPr>
            <a:normAutofit/>
          </a:bodyPr>
          <a:lstStyle/>
          <a:p>
            <a:pPr>
              <a:spcAft>
                <a:spcPts val="600"/>
              </a:spcAft>
            </a:pPr>
            <a:r>
              <a:rPr lang="en-US" sz="2400" dirty="0"/>
              <a:t>The AKS cluster must use the Standard SKU load balancer to use multiple node pools. This feature isn't supported with Basic SKU load balancers.</a:t>
            </a:r>
          </a:p>
          <a:p>
            <a:pPr>
              <a:spcAft>
                <a:spcPts val="600"/>
              </a:spcAft>
            </a:pPr>
            <a:r>
              <a:rPr lang="en-US" sz="2400" dirty="0"/>
              <a:t>The AKS cluster must use Virtual Machine Scale Sets for the nodes.</a:t>
            </a:r>
          </a:p>
          <a:p>
            <a:pPr>
              <a:spcAft>
                <a:spcPts val="600"/>
              </a:spcAft>
            </a:pPr>
            <a:r>
              <a:rPr lang="en-US" sz="2400" dirty="0"/>
              <a:t>All node pools must reside in the same virtual network.</a:t>
            </a:r>
          </a:p>
          <a:p>
            <a:pPr>
              <a:spcAft>
                <a:spcPts val="600"/>
              </a:spcAft>
            </a:pPr>
            <a:r>
              <a:rPr lang="en-US" sz="2400" dirty="0"/>
              <a:t>You can't change the virtual machine (VM) size of a node pool after you create it.</a:t>
            </a:r>
          </a:p>
          <a:p>
            <a:r>
              <a:rPr lang="en-US" sz="2400" dirty="0"/>
              <a:t>When you create multiple node pools at cluster creation time, the Kubernetes versions for the node pools must match the version set for the control plane. You can make updates after provisioning the cluster using per node pool operations.</a:t>
            </a:r>
          </a:p>
        </p:txBody>
      </p:sp>
    </p:spTree>
    <p:extLst>
      <p:ext uri="{BB962C8B-B14F-4D97-AF65-F5344CB8AC3E}">
        <p14:creationId xmlns:p14="http://schemas.microsoft.com/office/powerpoint/2010/main" val="3842696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B108BA-CE66-2908-88CD-284D3F55490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BE0EBD9-543C-DF01-01FB-12871320253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Creating Node Pools</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0744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1C7848-32E7-6008-4D6D-C35BF30B146B}"/>
              </a:ext>
            </a:extLst>
          </p:cNvPr>
          <p:cNvSpPr>
            <a:spLocks noGrp="1"/>
          </p:cNvSpPr>
          <p:nvPr>
            <p:ph type="title"/>
          </p:nvPr>
        </p:nvSpPr>
        <p:spPr>
          <a:xfrm>
            <a:off x="838200" y="365125"/>
            <a:ext cx="10515600" cy="1325563"/>
          </a:xfrm>
        </p:spPr>
        <p:txBody>
          <a:bodyPr>
            <a:normAutofit/>
          </a:bodyPr>
          <a:lstStyle/>
          <a:p>
            <a:r>
              <a:rPr lang="en-US" sz="5400"/>
              <a:t>Node Pool Types</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951A02-0D04-3561-B915-0E412BEBF915}"/>
              </a:ext>
            </a:extLst>
          </p:cNvPr>
          <p:cNvSpPr>
            <a:spLocks noGrp="1"/>
          </p:cNvSpPr>
          <p:nvPr>
            <p:ph idx="1"/>
          </p:nvPr>
        </p:nvSpPr>
        <p:spPr>
          <a:xfrm>
            <a:off x="838200" y="2028774"/>
            <a:ext cx="10515600" cy="4251960"/>
          </a:xfrm>
        </p:spPr>
        <p:txBody>
          <a:bodyPr>
            <a:normAutofit/>
          </a:bodyPr>
          <a:lstStyle/>
          <a:p>
            <a:pPr marL="0" indent="0">
              <a:buNone/>
            </a:pPr>
            <a:r>
              <a:rPr lang="en-US" sz="2200" b="1" dirty="0"/>
              <a:t>System vs User node pools</a:t>
            </a:r>
          </a:p>
          <a:p>
            <a:pPr marL="0" indent="0">
              <a:spcAft>
                <a:spcPts val="1200"/>
              </a:spcAft>
              <a:buNone/>
            </a:pPr>
            <a:r>
              <a:rPr lang="en-US" sz="2200" dirty="0"/>
              <a:t>AKS has two node pool </a:t>
            </a:r>
            <a:r>
              <a:rPr lang="en-US" sz="2200" b="1" dirty="0"/>
              <a:t>modes</a:t>
            </a:r>
            <a:r>
              <a:rPr lang="en-US" sz="2200" dirty="0"/>
              <a:t>:</a:t>
            </a:r>
          </a:p>
          <a:p>
            <a:pPr lvl="1"/>
            <a:r>
              <a:rPr lang="en-US" sz="2200" b="1" dirty="0"/>
              <a:t>System node pools</a:t>
            </a:r>
            <a:r>
              <a:rPr lang="en-US" sz="2200" dirty="0"/>
              <a:t> meant to host </a:t>
            </a:r>
            <a:r>
              <a:rPr lang="en-US" sz="2200" b="1" dirty="0"/>
              <a:t>critical system pods</a:t>
            </a:r>
            <a:r>
              <a:rPr lang="en-US" sz="2200" dirty="0"/>
              <a:t> (like </a:t>
            </a:r>
            <a:r>
              <a:rPr lang="en-US" sz="2200" dirty="0" err="1"/>
              <a:t>CoreDNS</a:t>
            </a:r>
            <a:r>
              <a:rPr lang="en-US" sz="2200" dirty="0"/>
              <a:t>, metrics-server). Best practice is to keep system components on dedicated capacity.</a:t>
            </a:r>
          </a:p>
          <a:p>
            <a:pPr lvl="1"/>
            <a:r>
              <a:rPr lang="en-US" sz="2200" b="1" dirty="0"/>
              <a:t>User node pools</a:t>
            </a:r>
            <a:r>
              <a:rPr lang="en-US" sz="2200" dirty="0"/>
              <a:t>: intended for </a:t>
            </a:r>
            <a:r>
              <a:rPr lang="en-US" sz="2200" b="1" dirty="0"/>
              <a:t>application pods</a:t>
            </a:r>
            <a:r>
              <a:rPr lang="en-US" sz="2200" dirty="0"/>
              <a:t>.</a:t>
            </a:r>
          </a:p>
          <a:p>
            <a:pPr marL="0" indent="0">
              <a:buNone/>
            </a:pPr>
            <a:endParaRPr lang="en-US" sz="2200" dirty="0"/>
          </a:p>
          <a:p>
            <a:pPr marL="0" indent="0">
              <a:buNone/>
            </a:pPr>
            <a:r>
              <a:rPr lang="en-US" sz="2200" dirty="0"/>
              <a:t>This distinction matters for reliability/operations: you generally don’t want your app scaling/evictions to starve the platform pods.</a:t>
            </a:r>
          </a:p>
          <a:p>
            <a:pPr marL="0" indent="0">
              <a:buNone/>
            </a:pPr>
            <a:endParaRPr lang="en-US" sz="2200" dirty="0"/>
          </a:p>
          <a:p>
            <a:pPr>
              <a:lnSpc>
                <a:spcPts val="1425"/>
              </a:lnSpc>
              <a:buNone/>
            </a:pPr>
            <a:r>
              <a:rPr lang="en-US" sz="2400" b="0" dirty="0" err="1">
                <a:solidFill>
                  <a:srgbClr val="CE9178"/>
                </a:solidFill>
                <a:effectLst/>
                <a:latin typeface="Consolas" panose="020B0609020204030204" pitchFamily="49" charset="0"/>
              </a:rPr>
              <a:t>CriticalAddonsOnly</a:t>
            </a:r>
            <a:r>
              <a:rPr lang="en-US" sz="2400" b="0" dirty="0">
                <a:solidFill>
                  <a:srgbClr val="CE9178"/>
                </a:solidFill>
                <a:effectLst/>
                <a:latin typeface="Consolas" panose="020B0609020204030204" pitchFamily="49" charset="0"/>
              </a:rPr>
              <a:t>=</a:t>
            </a:r>
            <a:r>
              <a:rPr lang="en-US" sz="2400" b="0" dirty="0" err="1">
                <a:solidFill>
                  <a:srgbClr val="569CD6"/>
                </a:solidFill>
                <a:effectLst/>
                <a:latin typeface="Consolas" panose="020B0609020204030204" pitchFamily="49" charset="0"/>
              </a:rPr>
              <a:t>true</a:t>
            </a:r>
            <a:r>
              <a:rPr lang="en-US" sz="2400" b="0" dirty="0" err="1">
                <a:solidFill>
                  <a:srgbClr val="CE9178"/>
                </a:solidFill>
                <a:effectLst/>
                <a:latin typeface="Consolas" panose="020B0609020204030204" pitchFamily="49" charset="0"/>
              </a:rPr>
              <a:t>:NoSchedule</a:t>
            </a:r>
            <a:endParaRPr lang="en-US" sz="2400" b="0" dirty="0">
              <a:solidFill>
                <a:srgbClr val="D4D4D4"/>
              </a:solidFill>
              <a:effectLst/>
              <a:latin typeface="Consolas" panose="020B0609020204030204" pitchFamily="49" charset="0"/>
            </a:endParaRPr>
          </a:p>
          <a:p>
            <a:pPr marL="0" indent="0">
              <a:buNone/>
            </a:pPr>
            <a:endParaRPr lang="en-US" sz="2200" dirty="0"/>
          </a:p>
        </p:txBody>
      </p:sp>
    </p:spTree>
    <p:extLst>
      <p:ext uri="{BB962C8B-B14F-4D97-AF65-F5344CB8AC3E}">
        <p14:creationId xmlns:p14="http://schemas.microsoft.com/office/powerpoint/2010/main" val="3498216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5FD7A5-A0D9-95CF-C334-946D9702BF6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1E1385E-5043-ED5A-C5D2-C0488A3B05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B8835-705B-C04B-E0F7-50ABC3E1C154}"/>
              </a:ext>
            </a:extLst>
          </p:cNvPr>
          <p:cNvSpPr>
            <a:spLocks noGrp="1"/>
          </p:cNvSpPr>
          <p:nvPr>
            <p:ph type="title"/>
          </p:nvPr>
        </p:nvSpPr>
        <p:spPr>
          <a:xfrm>
            <a:off x="838200" y="365125"/>
            <a:ext cx="10515600" cy="1325563"/>
          </a:xfrm>
        </p:spPr>
        <p:txBody>
          <a:bodyPr>
            <a:normAutofit/>
          </a:bodyPr>
          <a:lstStyle/>
          <a:p>
            <a:r>
              <a:rPr lang="en-US" sz="5400" dirty="0"/>
              <a:t>System Node Pools</a:t>
            </a:r>
          </a:p>
        </p:txBody>
      </p:sp>
      <p:sp>
        <p:nvSpPr>
          <p:cNvPr id="17" name="sketch line">
            <a:extLst>
              <a:ext uri="{FF2B5EF4-FFF2-40B4-BE49-F238E27FC236}">
                <a16:creationId xmlns:a16="http://schemas.microsoft.com/office/drawing/2014/main" id="{F93EB6F1-22D3-7B59-B5A0-079B4E3774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BF8D70-5021-2E9A-ADEC-6A67E70F63A6}"/>
              </a:ext>
            </a:extLst>
          </p:cNvPr>
          <p:cNvSpPr>
            <a:spLocks noGrp="1"/>
          </p:cNvSpPr>
          <p:nvPr>
            <p:ph idx="1"/>
          </p:nvPr>
        </p:nvSpPr>
        <p:spPr>
          <a:xfrm>
            <a:off x="838201" y="2028774"/>
            <a:ext cx="3982278" cy="1861753"/>
          </a:xfrm>
        </p:spPr>
        <p:txBody>
          <a:bodyPr>
            <a:normAutofit/>
          </a:bodyPr>
          <a:lstStyle/>
          <a:p>
            <a:r>
              <a:rPr lang="en-US" sz="2400" dirty="0"/>
              <a:t>Must support min 30 pods</a:t>
            </a:r>
          </a:p>
          <a:p>
            <a:r>
              <a:rPr lang="en-US" sz="2400" dirty="0"/>
              <a:t>Must be running Linux</a:t>
            </a:r>
          </a:p>
          <a:p>
            <a:r>
              <a:rPr lang="en-US" sz="2400" dirty="0"/>
              <a:t>At least 2 nodes</a:t>
            </a:r>
          </a:p>
          <a:p>
            <a:r>
              <a:rPr lang="en-US" sz="2400" dirty="0"/>
              <a:t>Min 4 vCPU and 4 GB</a:t>
            </a:r>
          </a:p>
          <a:p>
            <a:endParaRPr lang="en-US" sz="2400" dirty="0"/>
          </a:p>
        </p:txBody>
      </p:sp>
      <p:sp>
        <p:nvSpPr>
          <p:cNvPr id="4" name="TextBox 3">
            <a:extLst>
              <a:ext uri="{FF2B5EF4-FFF2-40B4-BE49-F238E27FC236}">
                <a16:creationId xmlns:a16="http://schemas.microsoft.com/office/drawing/2014/main" id="{3367DFE3-629C-2392-1951-92D4132A03D9}"/>
              </a:ext>
            </a:extLst>
          </p:cNvPr>
          <p:cNvSpPr txBox="1"/>
          <p:nvPr/>
        </p:nvSpPr>
        <p:spPr>
          <a:xfrm>
            <a:off x="838200" y="3890527"/>
            <a:ext cx="4771050" cy="2554545"/>
          </a:xfrm>
          <a:prstGeom prst="rect">
            <a:avLst/>
          </a:prstGeom>
          <a:noFill/>
        </p:spPr>
        <p:txBody>
          <a:bodyPr wrap="none" rtlCol="0">
            <a:spAutoFit/>
          </a:bodyPr>
          <a:lstStyle/>
          <a:p>
            <a:r>
              <a:rPr lang="en-US" sz="2000" dirty="0"/>
              <a:t>… </a:t>
            </a:r>
          </a:p>
          <a:p>
            <a:r>
              <a:rPr lang="en-US" sz="2000" dirty="0"/>
              <a:t>  </a:t>
            </a:r>
            <a:r>
              <a:rPr lang="en-US" sz="2000" dirty="0">
                <a:highlight>
                  <a:srgbClr val="FFFF00"/>
                </a:highlight>
              </a:rPr>
              <a:t>"mode": "System",</a:t>
            </a:r>
          </a:p>
          <a:p>
            <a:r>
              <a:rPr lang="en-US" sz="2000" dirty="0"/>
              <a:t>  </a:t>
            </a:r>
            <a:r>
              <a:rPr lang="en-US" sz="2000" dirty="0">
                <a:highlight>
                  <a:srgbClr val="FFFF00"/>
                </a:highlight>
              </a:rPr>
              <a:t>"name": "</a:t>
            </a:r>
            <a:r>
              <a:rPr lang="en-US" sz="2000" dirty="0" err="1">
                <a:highlight>
                  <a:srgbClr val="FFFF00"/>
                </a:highlight>
              </a:rPr>
              <a:t>systempool</a:t>
            </a:r>
            <a:r>
              <a:rPr lang="en-US" sz="2000" dirty="0">
                <a:highlight>
                  <a:srgbClr val="FFFF00"/>
                </a:highlight>
              </a:rPr>
              <a:t>",</a:t>
            </a:r>
          </a:p>
          <a:p>
            <a:r>
              <a:rPr lang="en-US" sz="2000" dirty="0"/>
              <a:t>  …</a:t>
            </a:r>
          </a:p>
          <a:p>
            <a:r>
              <a:rPr lang="en-US" sz="2000" dirty="0"/>
              <a:t>  "</a:t>
            </a:r>
            <a:r>
              <a:rPr lang="en-US" sz="2000" dirty="0" err="1"/>
              <a:t>nodeTaints</a:t>
            </a:r>
            <a:r>
              <a:rPr lang="en-US" sz="2000" dirty="0"/>
              <a:t>": [</a:t>
            </a:r>
          </a:p>
          <a:p>
            <a:r>
              <a:rPr lang="en-US" sz="2000" dirty="0"/>
              <a:t>    </a:t>
            </a:r>
            <a:r>
              <a:rPr lang="en-US" sz="2000" dirty="0">
                <a:highlight>
                  <a:srgbClr val="FFFF00"/>
                </a:highlight>
              </a:rPr>
              <a:t>"</a:t>
            </a:r>
            <a:r>
              <a:rPr lang="en-US" sz="2000" dirty="0" err="1">
                <a:highlight>
                  <a:srgbClr val="FFFF00"/>
                </a:highlight>
              </a:rPr>
              <a:t>CriticalAddonsOnly</a:t>
            </a:r>
            <a:r>
              <a:rPr lang="en-US" sz="2000" dirty="0">
                <a:highlight>
                  <a:srgbClr val="FFFF00"/>
                </a:highlight>
              </a:rPr>
              <a:t>=</a:t>
            </a:r>
            <a:r>
              <a:rPr lang="en-US" sz="2000" dirty="0" err="1">
                <a:highlight>
                  <a:srgbClr val="FFFF00"/>
                </a:highlight>
              </a:rPr>
              <a:t>true:NoSchedule</a:t>
            </a:r>
            <a:r>
              <a:rPr lang="en-US" sz="2000" dirty="0">
                <a:highlight>
                  <a:srgbClr val="FFFF00"/>
                </a:highlight>
              </a:rPr>
              <a:t>"</a:t>
            </a:r>
          </a:p>
          <a:p>
            <a:r>
              <a:rPr lang="en-US" sz="2000" dirty="0"/>
              <a:t>  ],</a:t>
            </a:r>
          </a:p>
          <a:p>
            <a:r>
              <a:rPr lang="en-US" sz="2000" dirty="0"/>
              <a:t>…</a:t>
            </a:r>
          </a:p>
        </p:txBody>
      </p:sp>
      <p:sp>
        <p:nvSpPr>
          <p:cNvPr id="5" name="Content Placeholder 2">
            <a:extLst>
              <a:ext uri="{FF2B5EF4-FFF2-40B4-BE49-F238E27FC236}">
                <a16:creationId xmlns:a16="http://schemas.microsoft.com/office/drawing/2014/main" id="{496921FA-D64A-2E76-B317-58AF58475614}"/>
              </a:ext>
            </a:extLst>
          </p:cNvPr>
          <p:cNvSpPr txBox="1">
            <a:spLocks/>
          </p:cNvSpPr>
          <p:nvPr/>
        </p:nvSpPr>
        <p:spPr>
          <a:xfrm>
            <a:off x="5218043" y="2028773"/>
            <a:ext cx="6510131" cy="1861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You can delete the system node pool if you have another system node pool to take its place in the AKS cluster. Otherwise, you can't delete the system node pool.</a:t>
            </a:r>
          </a:p>
        </p:txBody>
      </p:sp>
    </p:spTree>
    <p:extLst>
      <p:ext uri="{BB962C8B-B14F-4D97-AF65-F5344CB8AC3E}">
        <p14:creationId xmlns:p14="http://schemas.microsoft.com/office/powerpoint/2010/main" val="1495505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4B174C-01C2-451B-1DFC-BC4D4860617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E4985C-91DE-3139-647A-25E4EEC09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3E193B-F098-322B-441F-548D657C48EF}"/>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E4B95596-46B0-5907-861B-BB7E7C0A801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System Node Pools</a:t>
            </a:r>
          </a:p>
        </p:txBody>
      </p:sp>
      <p:sp>
        <p:nvSpPr>
          <p:cNvPr id="10" name="sketch line">
            <a:extLst>
              <a:ext uri="{FF2B5EF4-FFF2-40B4-BE49-F238E27FC236}">
                <a16:creationId xmlns:a16="http://schemas.microsoft.com/office/drawing/2014/main" id="{9E12D8AE-3BEF-8235-100F-B4EC192FE9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9315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F9A83D-F5B0-DB7B-FEB9-42D00122B485}"/>
              </a:ext>
            </a:extLst>
          </p:cNvPr>
          <p:cNvSpPr>
            <a:spLocks noGrp="1"/>
          </p:cNvSpPr>
          <p:nvPr>
            <p:ph type="title"/>
          </p:nvPr>
        </p:nvSpPr>
        <p:spPr>
          <a:xfrm>
            <a:off x="838200" y="365125"/>
            <a:ext cx="10515600" cy="1325563"/>
          </a:xfrm>
        </p:spPr>
        <p:txBody>
          <a:bodyPr>
            <a:normAutofit/>
          </a:bodyPr>
          <a:lstStyle/>
          <a:p>
            <a:r>
              <a:rPr lang="en-US" sz="5400"/>
              <a:t>Node Pool Types</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C0D3D9-0B5F-4F19-76C6-8680325163A3}"/>
              </a:ext>
            </a:extLst>
          </p:cNvPr>
          <p:cNvSpPr>
            <a:spLocks noGrp="1"/>
          </p:cNvSpPr>
          <p:nvPr>
            <p:ph idx="1"/>
          </p:nvPr>
        </p:nvSpPr>
        <p:spPr>
          <a:xfrm>
            <a:off x="838200" y="2028774"/>
            <a:ext cx="10515600" cy="4251960"/>
          </a:xfrm>
        </p:spPr>
        <p:txBody>
          <a:bodyPr>
            <a:normAutofit/>
          </a:bodyPr>
          <a:lstStyle/>
          <a:p>
            <a:pPr marL="0" indent="0">
              <a:buNone/>
            </a:pPr>
            <a:r>
              <a:rPr lang="en-US" sz="2200" b="1" dirty="0"/>
              <a:t>Linux vs Windows node pools</a:t>
            </a:r>
          </a:p>
          <a:p>
            <a:pPr>
              <a:spcBef>
                <a:spcPts val="2400"/>
              </a:spcBef>
            </a:pPr>
            <a:r>
              <a:rPr lang="en-US" sz="2200" dirty="0"/>
              <a:t>AKS supports adding node pools with </a:t>
            </a:r>
            <a:r>
              <a:rPr lang="en-US" sz="2200" b="1" dirty="0"/>
              <a:t>Linux or Windows</a:t>
            </a:r>
            <a:r>
              <a:rPr lang="en-US" sz="2200" dirty="0"/>
              <a:t> OS types (commonly used when you need Windows container)</a:t>
            </a:r>
          </a:p>
          <a:p>
            <a:pPr>
              <a:spcBef>
                <a:spcPts val="2400"/>
              </a:spcBef>
            </a:pPr>
            <a:r>
              <a:rPr lang="en-US" sz="2200" dirty="0"/>
              <a:t>The name of a node pool can only contain lower case alphanumeric characters and must begin with a lowercase letter.</a:t>
            </a:r>
          </a:p>
          <a:p>
            <a:pPr>
              <a:spcBef>
                <a:spcPts val="2400"/>
              </a:spcBef>
            </a:pPr>
            <a:r>
              <a:rPr lang="en-US" sz="2200" dirty="0"/>
              <a:t>For Linux node pools, the length must be between 1-12 characters</a:t>
            </a:r>
          </a:p>
          <a:p>
            <a:pPr>
              <a:spcBef>
                <a:spcPts val="2400"/>
              </a:spcBef>
            </a:pPr>
            <a:r>
              <a:rPr lang="en-US" sz="2200" dirty="0"/>
              <a:t>For Windows node pools, the length must be between 1-6 characters</a:t>
            </a:r>
          </a:p>
          <a:p>
            <a:pPr marL="0" indent="0">
              <a:buNone/>
            </a:pPr>
            <a:endParaRPr lang="en-US" sz="2200" dirty="0"/>
          </a:p>
        </p:txBody>
      </p:sp>
    </p:spTree>
    <p:extLst>
      <p:ext uri="{BB962C8B-B14F-4D97-AF65-F5344CB8AC3E}">
        <p14:creationId xmlns:p14="http://schemas.microsoft.com/office/powerpoint/2010/main" val="4275700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F1941A-B372-995B-6115-7C7A0F5B6D16}"/>
              </a:ext>
            </a:extLst>
          </p:cNvPr>
          <p:cNvSpPr>
            <a:spLocks noGrp="1"/>
          </p:cNvSpPr>
          <p:nvPr>
            <p:ph type="title"/>
          </p:nvPr>
        </p:nvSpPr>
        <p:spPr>
          <a:xfrm>
            <a:off x="838200" y="365125"/>
            <a:ext cx="10515600" cy="1325563"/>
          </a:xfrm>
        </p:spPr>
        <p:txBody>
          <a:bodyPr>
            <a:normAutofit/>
          </a:bodyPr>
          <a:lstStyle/>
          <a:p>
            <a:r>
              <a:rPr lang="en-US" sz="5400"/>
              <a:t>Node Pool Types</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55BEC1-706E-171B-A530-83533B9D15EC}"/>
              </a:ext>
            </a:extLst>
          </p:cNvPr>
          <p:cNvSpPr>
            <a:spLocks noGrp="1"/>
          </p:cNvSpPr>
          <p:nvPr>
            <p:ph idx="1"/>
          </p:nvPr>
        </p:nvSpPr>
        <p:spPr>
          <a:xfrm>
            <a:off x="838200" y="2028774"/>
            <a:ext cx="10515600" cy="2433896"/>
          </a:xfrm>
        </p:spPr>
        <p:txBody>
          <a:bodyPr>
            <a:normAutofit/>
          </a:bodyPr>
          <a:lstStyle/>
          <a:p>
            <a:pPr marL="0" indent="0">
              <a:spcAft>
                <a:spcPts val="1200"/>
              </a:spcAft>
              <a:buNone/>
            </a:pPr>
            <a:r>
              <a:rPr lang="en-US" sz="2200" dirty="0"/>
              <a:t>A </a:t>
            </a:r>
            <a:r>
              <a:rPr lang="en-US" sz="2200" b="1" dirty="0"/>
              <a:t>Spot node pool</a:t>
            </a:r>
            <a:r>
              <a:rPr lang="en-US" sz="2200" dirty="0"/>
              <a:t> uses </a:t>
            </a:r>
            <a:r>
              <a:rPr lang="en-US" sz="2200" b="1" dirty="0"/>
              <a:t>Azure Spot VM scale sets</a:t>
            </a:r>
            <a:r>
              <a:rPr lang="en-US" sz="2200" dirty="0"/>
              <a:t> (cheaper, but can be evicted). This is great for interruption-tolerant workloads (batch, CI, stateless workers), and commonly paired with autoscaling + scheduling constraints. </a:t>
            </a:r>
          </a:p>
          <a:p>
            <a:pPr marL="0" indent="0">
              <a:spcAft>
                <a:spcPts val="1200"/>
              </a:spcAft>
              <a:buNone/>
            </a:pPr>
            <a:r>
              <a:rPr lang="en-US" sz="2200" dirty="0"/>
              <a:t>Practical pattern: keep “baseline” capacity on Regular pools; burst on Spot pools with appropriate taints/tolerations.</a:t>
            </a:r>
          </a:p>
          <a:p>
            <a:pPr marL="0" indent="0">
              <a:buNone/>
            </a:pPr>
            <a:endParaRPr lang="en-US" sz="2200" dirty="0"/>
          </a:p>
        </p:txBody>
      </p:sp>
    </p:spTree>
    <p:extLst>
      <p:ext uri="{BB962C8B-B14F-4D97-AF65-F5344CB8AC3E}">
        <p14:creationId xmlns:p14="http://schemas.microsoft.com/office/powerpoint/2010/main" val="2080183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D8F6A6-993F-85A4-478E-053D8D0A5EFC}"/>
              </a:ext>
            </a:extLst>
          </p:cNvPr>
          <p:cNvSpPr>
            <a:spLocks noGrp="1"/>
          </p:cNvSpPr>
          <p:nvPr>
            <p:ph type="title"/>
          </p:nvPr>
        </p:nvSpPr>
        <p:spPr>
          <a:xfrm>
            <a:off x="838200" y="365125"/>
            <a:ext cx="10515600" cy="1325563"/>
          </a:xfrm>
        </p:spPr>
        <p:txBody>
          <a:bodyPr>
            <a:normAutofit/>
          </a:bodyPr>
          <a:lstStyle/>
          <a:p>
            <a:r>
              <a:rPr lang="en-US" sz="5000"/>
              <a:t>Common AKS node pool design patterns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DE3F96-4146-3DB7-A408-9B91FEC871D5}"/>
              </a:ext>
            </a:extLst>
          </p:cNvPr>
          <p:cNvSpPr>
            <a:spLocks noGrp="1"/>
          </p:cNvSpPr>
          <p:nvPr>
            <p:ph idx="1"/>
          </p:nvPr>
        </p:nvSpPr>
        <p:spPr>
          <a:xfrm>
            <a:off x="838200" y="2028774"/>
            <a:ext cx="10515600" cy="4251960"/>
          </a:xfrm>
        </p:spPr>
        <p:txBody>
          <a:bodyPr>
            <a:normAutofit/>
          </a:bodyPr>
          <a:lstStyle/>
          <a:p>
            <a:pPr>
              <a:spcAft>
                <a:spcPts val="600"/>
              </a:spcAft>
            </a:pPr>
            <a:r>
              <a:rPr lang="en-US" sz="2200" b="1" dirty="0"/>
              <a:t>Dedicated system pool</a:t>
            </a:r>
            <a:r>
              <a:rPr lang="en-US" sz="2200" dirty="0"/>
              <a:t> (small/steady; avoid running heavy apps there).</a:t>
            </a:r>
          </a:p>
          <a:p>
            <a:pPr>
              <a:spcAft>
                <a:spcPts val="600"/>
              </a:spcAft>
            </a:pPr>
            <a:r>
              <a:rPr lang="en-US" sz="2200" b="1" dirty="0"/>
              <a:t>General-purpose app pool</a:t>
            </a:r>
            <a:r>
              <a:rPr lang="en-US" sz="2200" dirty="0"/>
              <a:t> (your default workload landing zone).</a:t>
            </a:r>
          </a:p>
          <a:p>
            <a:pPr>
              <a:spcAft>
                <a:spcPts val="600"/>
              </a:spcAft>
            </a:pPr>
            <a:r>
              <a:rPr lang="en-US" sz="2200" b="1" dirty="0"/>
              <a:t>Spot pool</a:t>
            </a:r>
            <a:r>
              <a:rPr lang="en-US" sz="2200" dirty="0"/>
              <a:t> for burst/batch/stateless.</a:t>
            </a:r>
          </a:p>
          <a:p>
            <a:pPr>
              <a:spcAft>
                <a:spcPts val="600"/>
              </a:spcAft>
            </a:pPr>
            <a:r>
              <a:rPr lang="en-US" sz="2200" b="1" dirty="0"/>
              <a:t>Windows pool</a:t>
            </a:r>
            <a:r>
              <a:rPr lang="en-US" sz="2200" dirty="0"/>
              <a:t> only if you need Windows containers.</a:t>
            </a:r>
          </a:p>
          <a:p>
            <a:pPr>
              <a:spcAft>
                <a:spcPts val="600"/>
              </a:spcAft>
            </a:pPr>
            <a:r>
              <a:rPr lang="en-US" sz="2200" b="1" dirty="0"/>
              <a:t>Specialized pools</a:t>
            </a:r>
            <a:r>
              <a:rPr lang="en-US" sz="2200" dirty="0"/>
              <a:t> (GPU, high-memory, IO-optimized) with taints + tolerations to keep scheduling intentional.</a:t>
            </a:r>
          </a:p>
          <a:p>
            <a:pPr marL="0" indent="0">
              <a:buNone/>
            </a:pPr>
            <a:endParaRPr lang="en-US" sz="2200" dirty="0"/>
          </a:p>
        </p:txBody>
      </p:sp>
    </p:spTree>
    <p:extLst>
      <p:ext uri="{BB962C8B-B14F-4D97-AF65-F5344CB8AC3E}">
        <p14:creationId xmlns:p14="http://schemas.microsoft.com/office/powerpoint/2010/main" val="3629431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DF388C-5115-DA41-73C2-29E529B3DF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1411C4-426B-9D22-A186-7DED72D782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623F5-FBE3-258B-179D-41639E0B497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E9A90AF-4786-1939-96FC-BCC6BA730EB7}"/>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Spot Node Pools</a:t>
            </a:r>
          </a:p>
        </p:txBody>
      </p:sp>
      <p:sp>
        <p:nvSpPr>
          <p:cNvPr id="10" name="sketch line">
            <a:extLst>
              <a:ext uri="{FF2B5EF4-FFF2-40B4-BE49-F238E27FC236}">
                <a16:creationId xmlns:a16="http://schemas.microsoft.com/office/drawing/2014/main" id="{7C5F80BC-E3FC-918F-C563-D682D71B0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1680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6C5C2E-EE72-737D-5AD9-55D3086940A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9FE60D-A4A8-4E2E-14D0-90CD1D882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FCFD2C-62A3-9408-4081-783E59745431}"/>
              </a:ext>
            </a:extLst>
          </p:cNvPr>
          <p:cNvSpPr>
            <a:spLocks noGrp="1"/>
          </p:cNvSpPr>
          <p:nvPr>
            <p:ph type="title"/>
          </p:nvPr>
        </p:nvSpPr>
        <p:spPr>
          <a:xfrm>
            <a:off x="838200" y="365125"/>
            <a:ext cx="10515600" cy="1325563"/>
          </a:xfrm>
        </p:spPr>
        <p:txBody>
          <a:bodyPr>
            <a:normAutofit/>
          </a:bodyPr>
          <a:lstStyle/>
          <a:p>
            <a:r>
              <a:rPr lang="en-US" sz="5000" dirty="0"/>
              <a:t>VM Series with GPU Support</a:t>
            </a:r>
          </a:p>
        </p:txBody>
      </p:sp>
      <p:sp>
        <p:nvSpPr>
          <p:cNvPr id="10" name="sketch line">
            <a:extLst>
              <a:ext uri="{FF2B5EF4-FFF2-40B4-BE49-F238E27FC236}">
                <a16:creationId xmlns:a16="http://schemas.microsoft.com/office/drawing/2014/main" id="{546E2F9B-AC85-FAC1-5208-9EB1F9F49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02A85862-09DB-3209-FDA6-D1A223271C49}"/>
              </a:ext>
            </a:extLst>
          </p:cNvPr>
          <p:cNvGraphicFramePr>
            <a:graphicFrameLocks noGrp="1"/>
          </p:cNvGraphicFramePr>
          <p:nvPr>
            <p:ph idx="1"/>
          </p:nvPr>
        </p:nvGraphicFramePr>
        <p:xfrm>
          <a:off x="838200" y="2583974"/>
          <a:ext cx="10515600" cy="2834640"/>
        </p:xfrm>
        <a:graphic>
          <a:graphicData uri="http://schemas.openxmlformats.org/drawingml/2006/table">
            <a:tbl>
              <a:tblPr/>
              <a:tblGrid>
                <a:gridCol w="2628900">
                  <a:extLst>
                    <a:ext uri="{9D8B030D-6E8A-4147-A177-3AD203B41FA5}">
                      <a16:colId xmlns:a16="http://schemas.microsoft.com/office/drawing/2014/main" val="2000268856"/>
                    </a:ext>
                  </a:extLst>
                </a:gridCol>
                <a:gridCol w="2628900">
                  <a:extLst>
                    <a:ext uri="{9D8B030D-6E8A-4147-A177-3AD203B41FA5}">
                      <a16:colId xmlns:a16="http://schemas.microsoft.com/office/drawing/2014/main" val="2650236821"/>
                    </a:ext>
                  </a:extLst>
                </a:gridCol>
                <a:gridCol w="2628900">
                  <a:extLst>
                    <a:ext uri="{9D8B030D-6E8A-4147-A177-3AD203B41FA5}">
                      <a16:colId xmlns:a16="http://schemas.microsoft.com/office/drawing/2014/main" val="3630882563"/>
                    </a:ext>
                  </a:extLst>
                </a:gridCol>
                <a:gridCol w="2628900">
                  <a:extLst>
                    <a:ext uri="{9D8B030D-6E8A-4147-A177-3AD203B41FA5}">
                      <a16:colId xmlns:a16="http://schemas.microsoft.com/office/drawing/2014/main" val="1563818507"/>
                    </a:ext>
                  </a:extLst>
                </a:gridCol>
              </a:tblGrid>
              <a:tr h="0">
                <a:tc>
                  <a:txBody>
                    <a:bodyPr/>
                    <a:lstStyle/>
                    <a:p>
                      <a:pPr rtl="0">
                        <a:buNone/>
                      </a:pPr>
                      <a:r>
                        <a:rPr lang="en-US" b="1">
                          <a:solidFill>
                            <a:srgbClr val="1F1F1F"/>
                          </a:solidFill>
                          <a:effectLst/>
                          <a:latin typeface="Google Sans Text"/>
                        </a:rPr>
                        <a:t>VM Series</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GPU Model</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Primary Use Case</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Supports Partial GPU?</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32621544"/>
                  </a:ext>
                </a:extLst>
              </a:tr>
              <a:tr h="0">
                <a:tc>
                  <a:txBody>
                    <a:bodyPr/>
                    <a:lstStyle/>
                    <a:p>
                      <a:pPr rtl="0">
                        <a:buNone/>
                      </a:pPr>
                      <a:r>
                        <a:rPr lang="en-US" b="1">
                          <a:solidFill>
                            <a:srgbClr val="1F1F1F"/>
                          </a:solidFill>
                          <a:effectLst/>
                          <a:latin typeface="Google Sans Text"/>
                        </a:rPr>
                        <a:t>NCasT4</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NVIDIA T4</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AI Inference / Cost-effective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No</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07610449"/>
                  </a:ext>
                </a:extLst>
              </a:tr>
              <a:tr h="0">
                <a:tc>
                  <a:txBody>
                    <a:bodyPr/>
                    <a:lstStyle/>
                    <a:p>
                      <a:pPr rtl="0">
                        <a:buNone/>
                      </a:pPr>
                      <a:r>
                        <a:rPr lang="en-US" b="1">
                          <a:solidFill>
                            <a:srgbClr val="1F1F1F"/>
                          </a:solidFill>
                          <a:effectLst/>
                          <a:latin typeface="Google Sans Text"/>
                        </a:rPr>
                        <a:t>NCads H100</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NVIDIA H100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Enterprise AI Training</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No</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52000803"/>
                  </a:ext>
                </a:extLst>
              </a:tr>
              <a:tr h="0">
                <a:tc>
                  <a:txBody>
                    <a:bodyPr/>
                    <a:lstStyle/>
                    <a:p>
                      <a:pPr rtl="0">
                        <a:buNone/>
                      </a:pPr>
                      <a:r>
                        <a:rPr lang="en-US" b="1">
                          <a:solidFill>
                            <a:srgbClr val="1F1F1F"/>
                          </a:solidFill>
                          <a:effectLst/>
                          <a:latin typeface="Google Sans Text"/>
                        </a:rPr>
                        <a:t>ND H100</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8x NVIDIA H100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LLM / Supercomputing</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No</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41717409"/>
                  </a:ext>
                </a:extLst>
              </a:tr>
              <a:tr h="0">
                <a:tc>
                  <a:txBody>
                    <a:bodyPr/>
                    <a:lstStyle/>
                    <a:p>
                      <a:pPr rtl="0">
                        <a:buNone/>
                      </a:pPr>
                      <a:r>
                        <a:rPr lang="en-US" b="1">
                          <a:solidFill>
                            <a:srgbClr val="1F1F1F"/>
                          </a:solidFill>
                          <a:effectLst/>
                          <a:latin typeface="Google Sans Text"/>
                        </a:rPr>
                        <a:t>NVads A10</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NVIDIA A10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3D Design / VDI</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a:solidFill>
                            <a:srgbClr val="1F1F1F"/>
                          </a:solidFill>
                          <a:effectLst/>
                          <a:latin typeface="Google Sans Text"/>
                        </a:rPr>
                        <a:t>Yes</a:t>
                      </a:r>
                      <a:r>
                        <a:rPr lang="en-US">
                          <a:solidFill>
                            <a:srgbClr val="1F1F1F"/>
                          </a:solidFill>
                          <a:effectLst/>
                          <a:latin typeface="Google Sans Text"/>
                        </a:rPr>
                        <a:t> (1/6 to 1 GPU)</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65302716"/>
                  </a:ext>
                </a:extLst>
              </a:tr>
              <a:tr h="0">
                <a:tc>
                  <a:txBody>
                    <a:bodyPr/>
                    <a:lstStyle/>
                    <a:p>
                      <a:pPr rtl="0">
                        <a:buNone/>
                      </a:pPr>
                      <a:r>
                        <a:rPr lang="en-US" b="1">
                          <a:solidFill>
                            <a:srgbClr val="1F1F1F"/>
                          </a:solidFill>
                          <a:effectLst/>
                          <a:latin typeface="Google Sans Text"/>
                        </a:rPr>
                        <a:t>NGads</a:t>
                      </a:r>
                      <a:endParaRPr lang="en-US">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AMD Radeon V620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Cloud Gaming</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b="1" dirty="0">
                          <a:solidFill>
                            <a:srgbClr val="1F1F1F"/>
                          </a:solidFill>
                          <a:effectLst/>
                          <a:latin typeface="Google Sans Text"/>
                        </a:rPr>
                        <a:t>Yes</a:t>
                      </a:r>
                      <a:r>
                        <a:rPr lang="en-US" dirty="0">
                          <a:solidFill>
                            <a:srgbClr val="1F1F1F"/>
                          </a:solidFill>
                          <a:effectLst/>
                          <a:latin typeface="Google Sans Text"/>
                        </a:rPr>
                        <a:t> (1/4 to 1 GPU)</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02420007"/>
                  </a:ext>
                </a:extLst>
              </a:tr>
            </a:tbl>
          </a:graphicData>
        </a:graphic>
      </p:graphicFrame>
    </p:spTree>
    <p:extLst>
      <p:ext uri="{BB962C8B-B14F-4D97-AF65-F5344CB8AC3E}">
        <p14:creationId xmlns:p14="http://schemas.microsoft.com/office/powerpoint/2010/main" val="1870557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9C6C66-E436-738D-AEAF-B75DB43E728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81E6395-6153-4928-ABD6-6AD5742C1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CF6751-E3E2-7AB5-B126-BB0AB0551260}"/>
              </a:ext>
            </a:extLst>
          </p:cNvPr>
          <p:cNvSpPr>
            <a:spLocks noGrp="1"/>
          </p:cNvSpPr>
          <p:nvPr>
            <p:ph type="title"/>
          </p:nvPr>
        </p:nvSpPr>
        <p:spPr>
          <a:xfrm>
            <a:off x="838200" y="365125"/>
            <a:ext cx="10515600" cy="1325563"/>
          </a:xfrm>
        </p:spPr>
        <p:txBody>
          <a:bodyPr>
            <a:normAutofit/>
          </a:bodyPr>
          <a:lstStyle/>
          <a:p>
            <a:r>
              <a:rPr lang="en-US" sz="5000" dirty="0"/>
              <a:t>Scale Node Pools in AKS</a:t>
            </a:r>
          </a:p>
        </p:txBody>
      </p:sp>
      <p:sp>
        <p:nvSpPr>
          <p:cNvPr id="10" name="sketch line">
            <a:extLst>
              <a:ext uri="{FF2B5EF4-FFF2-40B4-BE49-F238E27FC236}">
                <a16:creationId xmlns:a16="http://schemas.microsoft.com/office/drawing/2014/main" id="{050B0B97-8A97-FE75-1CA7-6BC6713FC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CE31F24-3615-FB64-D8CE-FFA08B237245}"/>
              </a:ext>
            </a:extLst>
          </p:cNvPr>
          <p:cNvSpPr>
            <a:spLocks noGrp="1"/>
          </p:cNvSpPr>
          <p:nvPr>
            <p:ph idx="1"/>
          </p:nvPr>
        </p:nvSpPr>
        <p:spPr>
          <a:xfrm>
            <a:off x="838200" y="2028774"/>
            <a:ext cx="10515600" cy="4690078"/>
          </a:xfrm>
        </p:spPr>
        <p:txBody>
          <a:bodyPr>
            <a:normAutofit fontScale="92500" lnSpcReduction="20000"/>
          </a:bodyPr>
          <a:lstStyle/>
          <a:p>
            <a:pPr>
              <a:spcAft>
                <a:spcPts val="600"/>
              </a:spcAft>
            </a:pPr>
            <a:r>
              <a:rPr lang="en-US" sz="2200" b="1" dirty="0"/>
              <a:t>Scale a node pool</a:t>
            </a:r>
            <a:r>
              <a:rPr lang="en-US" sz="2200" dirty="0"/>
              <a:t> </a:t>
            </a:r>
            <a:r>
              <a:rPr lang="en-US" sz="2200" b="1" dirty="0"/>
              <a:t>manually</a:t>
            </a:r>
            <a:r>
              <a:rPr lang="en-US" sz="2200" dirty="0"/>
              <a:t> </a:t>
            </a:r>
          </a:p>
          <a:p>
            <a:pPr marL="0" indent="0">
              <a:lnSpc>
                <a:spcPct val="110000"/>
              </a:lnSpc>
              <a:spcBef>
                <a:spcPts val="0"/>
              </a:spcBef>
              <a:buNone/>
            </a:pPr>
            <a:r>
              <a:rPr lang="en-US" sz="1900" dirty="0" err="1">
                <a:latin typeface="Consolas" panose="020B0609020204030204" pitchFamily="49" charset="0"/>
              </a:rPr>
              <a:t>az</a:t>
            </a:r>
            <a:r>
              <a:rPr lang="en-US" sz="1900" dirty="0">
                <a:latin typeface="Consolas" panose="020B0609020204030204" pitchFamily="49" charset="0"/>
              </a:rPr>
              <a:t> </a:t>
            </a:r>
            <a:r>
              <a:rPr lang="en-US" sz="1900" dirty="0" err="1">
                <a:latin typeface="Consolas" panose="020B0609020204030204" pitchFamily="49" charset="0"/>
              </a:rPr>
              <a:t>aks</a:t>
            </a:r>
            <a:r>
              <a:rPr lang="en-US" sz="1900" dirty="0">
                <a:latin typeface="Consolas" panose="020B0609020204030204" pitchFamily="49" charset="0"/>
              </a:rPr>
              <a:t> </a:t>
            </a:r>
            <a:r>
              <a:rPr lang="en-US" sz="1900" dirty="0" err="1">
                <a:latin typeface="Consolas" panose="020B0609020204030204" pitchFamily="49" charset="0"/>
              </a:rPr>
              <a:t>nodepool</a:t>
            </a:r>
            <a:r>
              <a:rPr lang="en-US" sz="1900" dirty="0">
                <a:latin typeface="Consolas" panose="020B0609020204030204" pitchFamily="49" charset="0"/>
              </a:rPr>
              <a:t> scale </a:t>
            </a:r>
          </a:p>
          <a:p>
            <a:pPr marL="0" indent="0">
              <a:lnSpc>
                <a:spcPct val="110000"/>
              </a:lnSpc>
              <a:spcBef>
                <a:spcPts val="0"/>
              </a:spcBef>
              <a:buNone/>
            </a:pPr>
            <a:r>
              <a:rPr lang="en-US" sz="1900" dirty="0">
                <a:latin typeface="Consolas" panose="020B0609020204030204" pitchFamily="49" charset="0"/>
              </a:rPr>
              <a:t>--resource-group &lt;resource-group-name&gt; </a:t>
            </a:r>
          </a:p>
          <a:p>
            <a:pPr marL="0" indent="0">
              <a:lnSpc>
                <a:spcPct val="110000"/>
              </a:lnSpc>
              <a:spcBef>
                <a:spcPts val="0"/>
              </a:spcBef>
              <a:buNone/>
            </a:pPr>
            <a:r>
              <a:rPr lang="en-US" sz="1900" dirty="0">
                <a:latin typeface="Consolas" panose="020B0609020204030204" pitchFamily="49" charset="0"/>
              </a:rPr>
              <a:t>--cluster-name &lt;cluster-name&gt; </a:t>
            </a:r>
          </a:p>
          <a:p>
            <a:pPr marL="0" indent="0">
              <a:lnSpc>
                <a:spcPct val="110000"/>
              </a:lnSpc>
              <a:spcBef>
                <a:spcPts val="0"/>
              </a:spcBef>
              <a:buNone/>
            </a:pPr>
            <a:r>
              <a:rPr lang="en-US" sz="1900" dirty="0">
                <a:latin typeface="Consolas" panose="020B0609020204030204" pitchFamily="49" charset="0"/>
              </a:rPr>
              <a:t>--name &lt;node-pool-name&gt; </a:t>
            </a:r>
          </a:p>
          <a:p>
            <a:pPr marL="0" indent="0">
              <a:lnSpc>
                <a:spcPct val="110000"/>
              </a:lnSpc>
              <a:spcBef>
                <a:spcPts val="0"/>
              </a:spcBef>
              <a:buNone/>
            </a:pPr>
            <a:r>
              <a:rPr lang="en-US" sz="1900" dirty="0">
                <a:latin typeface="Consolas" panose="020B0609020204030204" pitchFamily="49" charset="0"/>
              </a:rPr>
              <a:t>--node-count 5 </a:t>
            </a:r>
          </a:p>
          <a:p>
            <a:pPr marL="0" indent="0">
              <a:lnSpc>
                <a:spcPct val="110000"/>
              </a:lnSpc>
              <a:spcBef>
                <a:spcPts val="0"/>
              </a:spcBef>
              <a:buNone/>
            </a:pPr>
            <a:r>
              <a:rPr lang="en-US" sz="1900" dirty="0">
                <a:latin typeface="Consolas" panose="020B0609020204030204" pitchFamily="49" charset="0"/>
              </a:rPr>
              <a:t>--no-wait</a:t>
            </a:r>
          </a:p>
          <a:p>
            <a:pPr marL="0" indent="0">
              <a:lnSpc>
                <a:spcPct val="110000"/>
              </a:lnSpc>
              <a:spcBef>
                <a:spcPts val="0"/>
              </a:spcBef>
              <a:buNone/>
            </a:pPr>
            <a:endParaRPr lang="en-US" sz="1600" b="1" dirty="0">
              <a:latin typeface="Consolas" panose="020B0609020204030204" pitchFamily="49" charset="0"/>
            </a:endParaRPr>
          </a:p>
          <a:p>
            <a:pPr>
              <a:spcAft>
                <a:spcPts val="600"/>
              </a:spcAft>
            </a:pPr>
            <a:r>
              <a:rPr lang="en-US" sz="2200" b="1" dirty="0"/>
              <a:t>Scale a node pool automatically with the cluster </a:t>
            </a:r>
            <a:r>
              <a:rPr lang="en-US" sz="2200" b="1" dirty="0" err="1"/>
              <a:t>autoscaler</a:t>
            </a:r>
            <a:endParaRPr lang="en-US" sz="2200" b="1" dirty="0"/>
          </a:p>
          <a:p>
            <a:pPr marL="0" indent="0">
              <a:lnSpc>
                <a:spcPct val="120000"/>
              </a:lnSpc>
              <a:spcBef>
                <a:spcPts val="0"/>
              </a:spcBef>
              <a:buNone/>
            </a:pPr>
            <a:r>
              <a:rPr lang="en-US" sz="1900" dirty="0" err="1">
                <a:latin typeface="Consolas" panose="020B0609020204030204" pitchFamily="49" charset="0"/>
              </a:rPr>
              <a:t>az</a:t>
            </a:r>
            <a:r>
              <a:rPr lang="en-US" sz="1900" dirty="0">
                <a:latin typeface="Consolas" panose="020B0609020204030204" pitchFamily="49" charset="0"/>
              </a:rPr>
              <a:t> </a:t>
            </a:r>
            <a:r>
              <a:rPr lang="en-US" sz="1900" dirty="0" err="1">
                <a:latin typeface="Consolas" panose="020B0609020204030204" pitchFamily="49" charset="0"/>
              </a:rPr>
              <a:t>aks</a:t>
            </a:r>
            <a:r>
              <a:rPr lang="en-US" sz="1900" dirty="0">
                <a:latin typeface="Consolas" panose="020B0609020204030204" pitchFamily="49" charset="0"/>
              </a:rPr>
              <a:t> </a:t>
            </a:r>
            <a:r>
              <a:rPr lang="en-US" sz="1900" dirty="0" err="1">
                <a:latin typeface="Consolas" panose="020B0609020204030204" pitchFamily="49" charset="0"/>
              </a:rPr>
              <a:t>nodepool</a:t>
            </a:r>
            <a:r>
              <a:rPr lang="en-US" sz="1900" dirty="0">
                <a:latin typeface="Consolas" panose="020B0609020204030204" pitchFamily="49" charset="0"/>
              </a:rPr>
              <a:t> update </a:t>
            </a:r>
          </a:p>
          <a:p>
            <a:pPr marL="0" indent="0">
              <a:lnSpc>
                <a:spcPct val="120000"/>
              </a:lnSpc>
              <a:spcBef>
                <a:spcPts val="0"/>
              </a:spcBef>
              <a:buNone/>
            </a:pPr>
            <a:r>
              <a:rPr lang="en-US" sz="1900" dirty="0">
                <a:latin typeface="Consolas" panose="020B0609020204030204" pitchFamily="49" charset="0"/>
              </a:rPr>
              <a:t>--resource-group &lt;resource-group-name&gt; </a:t>
            </a:r>
          </a:p>
          <a:p>
            <a:pPr marL="0" indent="0">
              <a:lnSpc>
                <a:spcPct val="120000"/>
              </a:lnSpc>
              <a:spcBef>
                <a:spcPts val="0"/>
              </a:spcBef>
              <a:buNone/>
            </a:pPr>
            <a:r>
              <a:rPr lang="en-US" sz="1900" dirty="0">
                <a:latin typeface="Consolas" panose="020B0609020204030204" pitchFamily="49" charset="0"/>
              </a:rPr>
              <a:t>--cluster-name &lt;cluster-name&gt; </a:t>
            </a:r>
          </a:p>
          <a:p>
            <a:pPr marL="0" indent="0">
              <a:lnSpc>
                <a:spcPct val="120000"/>
              </a:lnSpc>
              <a:spcBef>
                <a:spcPts val="0"/>
              </a:spcBef>
              <a:buNone/>
            </a:pPr>
            <a:r>
              <a:rPr lang="en-US" sz="1900" dirty="0">
                <a:latin typeface="Consolas" panose="020B0609020204030204" pitchFamily="49" charset="0"/>
              </a:rPr>
              <a:t>--name &lt;node-pool-name&gt; </a:t>
            </a:r>
          </a:p>
          <a:p>
            <a:pPr marL="0" indent="0">
              <a:lnSpc>
                <a:spcPct val="120000"/>
              </a:lnSpc>
              <a:spcBef>
                <a:spcPts val="0"/>
              </a:spcBef>
              <a:buNone/>
            </a:pPr>
            <a:r>
              <a:rPr lang="en-US" sz="1900" dirty="0">
                <a:latin typeface="Consolas" panose="020B0609020204030204" pitchFamily="49" charset="0"/>
              </a:rPr>
              <a:t>--update-cluster-</a:t>
            </a:r>
            <a:r>
              <a:rPr lang="en-US" sz="1900" dirty="0" err="1">
                <a:latin typeface="Consolas" panose="020B0609020204030204" pitchFamily="49" charset="0"/>
              </a:rPr>
              <a:t>autoscaler</a:t>
            </a:r>
            <a:r>
              <a:rPr lang="en-US" sz="1900" dirty="0">
                <a:latin typeface="Consolas" panose="020B0609020204030204" pitchFamily="49" charset="0"/>
              </a:rPr>
              <a:t> </a:t>
            </a:r>
          </a:p>
          <a:p>
            <a:pPr marL="0" indent="0">
              <a:lnSpc>
                <a:spcPct val="120000"/>
              </a:lnSpc>
              <a:spcBef>
                <a:spcPts val="0"/>
              </a:spcBef>
              <a:buNone/>
            </a:pPr>
            <a:r>
              <a:rPr lang="en-US" sz="1900" dirty="0">
                <a:latin typeface="Consolas" panose="020B0609020204030204" pitchFamily="49" charset="0"/>
              </a:rPr>
              <a:t>--min-count 1 </a:t>
            </a:r>
          </a:p>
          <a:p>
            <a:pPr marL="0" indent="0">
              <a:lnSpc>
                <a:spcPct val="120000"/>
              </a:lnSpc>
              <a:spcBef>
                <a:spcPts val="0"/>
              </a:spcBef>
              <a:buNone/>
            </a:pPr>
            <a:r>
              <a:rPr lang="en-US" sz="1900" dirty="0">
                <a:latin typeface="Consolas" panose="020B0609020204030204" pitchFamily="49" charset="0"/>
              </a:rPr>
              <a:t>--max-count 5</a:t>
            </a:r>
          </a:p>
          <a:p>
            <a:pPr marL="0" indent="0">
              <a:buNone/>
            </a:pPr>
            <a:endParaRPr lang="en-US" sz="2200" dirty="0"/>
          </a:p>
        </p:txBody>
      </p:sp>
    </p:spTree>
    <p:extLst>
      <p:ext uri="{BB962C8B-B14F-4D97-AF65-F5344CB8AC3E}">
        <p14:creationId xmlns:p14="http://schemas.microsoft.com/office/powerpoint/2010/main" val="3366502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CE3212-63B9-6C8F-1C3A-1ADC81E249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9F692C-8762-6E9D-19F5-28C9C43CAB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FADA13-C464-9FAA-7318-6342FAA9B774}"/>
              </a:ext>
            </a:extLst>
          </p:cNvPr>
          <p:cNvSpPr>
            <a:spLocks noGrp="1"/>
          </p:cNvSpPr>
          <p:nvPr>
            <p:ph type="title"/>
          </p:nvPr>
        </p:nvSpPr>
        <p:spPr>
          <a:xfrm>
            <a:off x="838200" y="365125"/>
            <a:ext cx="10515600" cy="1325563"/>
          </a:xfrm>
        </p:spPr>
        <p:txBody>
          <a:bodyPr>
            <a:normAutofit/>
          </a:bodyPr>
          <a:lstStyle/>
          <a:p>
            <a:r>
              <a:rPr lang="en-US" sz="5000" dirty="0"/>
              <a:t>Resize Node Pools in AKS</a:t>
            </a:r>
          </a:p>
        </p:txBody>
      </p:sp>
      <p:sp>
        <p:nvSpPr>
          <p:cNvPr id="10" name="sketch line">
            <a:extLst>
              <a:ext uri="{FF2B5EF4-FFF2-40B4-BE49-F238E27FC236}">
                <a16:creationId xmlns:a16="http://schemas.microsoft.com/office/drawing/2014/main" id="{4B181C67-1576-EB89-9113-DE9E7194A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D43DB3DC-6EB9-D003-9556-84737B5C8059}"/>
              </a:ext>
            </a:extLst>
          </p:cNvPr>
          <p:cNvSpPr>
            <a:spLocks noGrp="1"/>
          </p:cNvSpPr>
          <p:nvPr>
            <p:ph idx="1"/>
          </p:nvPr>
        </p:nvSpPr>
        <p:spPr>
          <a:xfrm>
            <a:off x="838200" y="2302704"/>
            <a:ext cx="10515600" cy="3300139"/>
          </a:xfrm>
        </p:spPr>
        <p:txBody>
          <a:bodyPr>
            <a:normAutofit/>
          </a:bodyPr>
          <a:lstStyle/>
          <a:p>
            <a:pPr>
              <a:spcAft>
                <a:spcPts val="600"/>
              </a:spcAft>
            </a:pPr>
            <a:r>
              <a:rPr lang="en-US" sz="3200" dirty="0"/>
              <a:t>Create a new node pool with the desired SKU</a:t>
            </a:r>
          </a:p>
          <a:p>
            <a:pPr>
              <a:spcAft>
                <a:spcPts val="600"/>
              </a:spcAft>
            </a:pPr>
            <a:r>
              <a:rPr lang="en-US" sz="3200" dirty="0"/>
              <a:t>Cordon the existing nodes</a:t>
            </a:r>
          </a:p>
          <a:p>
            <a:pPr>
              <a:spcAft>
                <a:spcPts val="600"/>
              </a:spcAft>
            </a:pPr>
            <a:r>
              <a:rPr lang="en-US" sz="3200" dirty="0"/>
              <a:t>Drain the existing nodes</a:t>
            </a:r>
          </a:p>
          <a:p>
            <a:pPr>
              <a:spcAft>
                <a:spcPts val="600"/>
              </a:spcAft>
            </a:pPr>
            <a:r>
              <a:rPr lang="en-US" sz="3200" dirty="0"/>
              <a:t>Troubleshoot pod eviction issues</a:t>
            </a:r>
          </a:p>
          <a:p>
            <a:pPr>
              <a:spcAft>
                <a:spcPts val="600"/>
              </a:spcAft>
            </a:pPr>
            <a:r>
              <a:rPr lang="en-US" sz="3200" dirty="0"/>
              <a:t>Remove the existing node pool</a:t>
            </a:r>
          </a:p>
        </p:txBody>
      </p:sp>
    </p:spTree>
    <p:extLst>
      <p:ext uri="{BB962C8B-B14F-4D97-AF65-F5344CB8AC3E}">
        <p14:creationId xmlns:p14="http://schemas.microsoft.com/office/powerpoint/2010/main" val="1705256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A47E92-92B4-A564-3100-A1D8435CC06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1375A7-F644-944D-8D6D-F744781572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7071D3-E6AB-E81B-139A-7DA5C20898A7}"/>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6FE15B48-8B42-6AB2-0972-DA13468857A4}"/>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Resize Node Pools</a:t>
            </a:r>
          </a:p>
        </p:txBody>
      </p:sp>
      <p:sp>
        <p:nvSpPr>
          <p:cNvPr id="10" name="sketch line">
            <a:extLst>
              <a:ext uri="{FF2B5EF4-FFF2-40B4-BE49-F238E27FC236}">
                <a16:creationId xmlns:a16="http://schemas.microsoft.com/office/drawing/2014/main" id="{94634B74-ACA5-47D4-C02A-49B11E855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2638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09C7F2-5C5B-4F76-8C0F-56C7A4DBF5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978695-A5D8-B900-849F-A1EC89035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D8D0D0-B039-C7D3-3B06-08AA5C47AF5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C8FCFCBD-A7E9-718F-C9AF-573C3F8ADD00}"/>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Connect to a node</a:t>
            </a:r>
          </a:p>
        </p:txBody>
      </p:sp>
      <p:sp>
        <p:nvSpPr>
          <p:cNvPr id="10" name="sketch line">
            <a:extLst>
              <a:ext uri="{FF2B5EF4-FFF2-40B4-BE49-F238E27FC236}">
                <a16:creationId xmlns:a16="http://schemas.microsoft.com/office/drawing/2014/main" id="{B55FFD08-5A0D-D540-A6FD-115ED62C1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6933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4E0DF1-BF92-6D38-22E2-D13D24C4A0F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4F6AB04-A2F6-4E4D-BA4E-8D4B2124B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2D1C1B01-60C9-390E-C91B-EE574B475F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1F5756ED-5182-F2DA-5B65-E5A4F351E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D73D1A-406A-8885-1F3A-06B8BD34B456}"/>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err="1">
                <a:solidFill>
                  <a:schemeClr val="tx1"/>
                </a:solidFill>
                <a:latin typeface="+mj-lt"/>
                <a:ea typeface="+mj-ea"/>
                <a:cs typeface="+mj-cs"/>
              </a:rPr>
              <a:t>AutoScaling</a:t>
            </a:r>
            <a:endParaRPr lang="en-US" sz="72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E9B16122-2D03-2EDD-7446-2E31D8195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4860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B4DE24-1075-5001-BAAB-894EDBBBD9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3DA14E-BDB8-F903-B45D-5517C11032B4}"/>
              </a:ext>
            </a:extLst>
          </p:cNvPr>
          <p:cNvSpPr>
            <a:spLocks noGrp="1"/>
          </p:cNvSpPr>
          <p:nvPr>
            <p:ph type="title"/>
          </p:nvPr>
        </p:nvSpPr>
        <p:spPr>
          <a:xfrm>
            <a:off x="838200" y="365125"/>
            <a:ext cx="10515600" cy="1325563"/>
          </a:xfrm>
        </p:spPr>
        <p:txBody>
          <a:bodyPr>
            <a:normAutofit/>
          </a:bodyPr>
          <a:lstStyle/>
          <a:p>
            <a:r>
              <a:rPr lang="en-US" sz="5400" dirty="0"/>
              <a:t>Vertical Pod </a:t>
            </a:r>
            <a:r>
              <a:rPr lang="en-US" sz="5400" dirty="0" err="1"/>
              <a:t>Autoscaler</a:t>
            </a:r>
            <a:r>
              <a:rPr lang="en-US" sz="5400" dirty="0"/>
              <a:t> (VPA)</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A4B29F-1D84-541D-3751-9BB009693EBE}"/>
              </a:ext>
            </a:extLst>
          </p:cNvPr>
          <p:cNvSpPr>
            <a:spLocks noGrp="1"/>
          </p:cNvSpPr>
          <p:nvPr>
            <p:ph idx="1"/>
          </p:nvPr>
        </p:nvSpPr>
        <p:spPr>
          <a:xfrm>
            <a:off x="576470" y="2366706"/>
            <a:ext cx="11290852" cy="4107881"/>
          </a:xfrm>
        </p:spPr>
        <p:txBody>
          <a:bodyPr>
            <a:normAutofit fontScale="85000" lnSpcReduction="10000"/>
          </a:bodyPr>
          <a:lstStyle/>
          <a:p>
            <a:pPr marL="0" indent="0">
              <a:spcAft>
                <a:spcPts val="600"/>
              </a:spcAft>
              <a:buNone/>
            </a:pPr>
            <a:r>
              <a:rPr lang="en-US" dirty="0"/>
              <a:t>Vertical Pod </a:t>
            </a:r>
            <a:r>
              <a:rPr lang="en-US" dirty="0" err="1"/>
              <a:t>Autoscaler</a:t>
            </a:r>
            <a:r>
              <a:rPr lang="en-US" dirty="0"/>
              <a:t> (VPA) frees users from the necessity of setting up-to-date resource requests for the containers in their pods. When configured, it will </a:t>
            </a:r>
            <a:r>
              <a:rPr lang="en-US" b="1" u="sng" dirty="0"/>
              <a:t>set the requests automatically based on usage</a:t>
            </a:r>
            <a:r>
              <a:rPr lang="en-US" dirty="0"/>
              <a:t> and thus allow proper scheduling onto nodes so that appropriate resource overhead is available for each pod.</a:t>
            </a:r>
          </a:p>
          <a:p>
            <a:pPr marL="0" indent="0">
              <a:spcAft>
                <a:spcPts val="600"/>
              </a:spcAft>
              <a:buNone/>
            </a:pPr>
            <a:r>
              <a:rPr lang="en-US" dirty="0"/>
              <a:t>It will also maintain ratios between requests and limits that were specified in initial containers configuration.</a:t>
            </a:r>
          </a:p>
          <a:p>
            <a:pPr marL="0" indent="0">
              <a:spcAft>
                <a:spcPts val="600"/>
              </a:spcAft>
              <a:buNone/>
            </a:pPr>
            <a:r>
              <a:rPr lang="en-US" dirty="0"/>
              <a:t>It can both </a:t>
            </a:r>
            <a:r>
              <a:rPr lang="en-US" b="1" u="sng" dirty="0"/>
              <a:t>down-scale pods </a:t>
            </a:r>
            <a:r>
              <a:rPr lang="en-US" dirty="0"/>
              <a:t>that are over-requesting resources, and also </a:t>
            </a:r>
            <a:r>
              <a:rPr lang="en-US" b="1" u="sng" dirty="0"/>
              <a:t>up-scale pods </a:t>
            </a:r>
            <a:r>
              <a:rPr lang="en-US" dirty="0"/>
              <a:t>that are under-requesting resources based on their usage over time.</a:t>
            </a:r>
          </a:p>
          <a:p>
            <a:pPr marL="0" indent="0">
              <a:spcAft>
                <a:spcPts val="600"/>
              </a:spcAft>
              <a:buNone/>
            </a:pPr>
            <a:r>
              <a:rPr lang="en-US" dirty="0"/>
              <a:t>Autoscaling is configured with a Custom Resource Definition object called </a:t>
            </a:r>
            <a:r>
              <a:rPr lang="en-US" b="1" u="sng" dirty="0" err="1"/>
              <a:t>VerticalPodAutoscaler</a:t>
            </a:r>
            <a:r>
              <a:rPr lang="en-US" dirty="0"/>
              <a:t>. It allows to specify which pods should be vertically </a:t>
            </a:r>
            <a:r>
              <a:rPr lang="en-US" dirty="0" err="1"/>
              <a:t>autoscaled</a:t>
            </a:r>
            <a:r>
              <a:rPr lang="en-US" dirty="0"/>
              <a:t> as well as if/how the resource recommendations are applied.</a:t>
            </a:r>
          </a:p>
        </p:txBody>
      </p:sp>
    </p:spTree>
    <p:extLst>
      <p:ext uri="{BB962C8B-B14F-4D97-AF65-F5344CB8AC3E}">
        <p14:creationId xmlns:p14="http://schemas.microsoft.com/office/powerpoint/2010/main" val="4039414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935D09-FF49-D5F6-86AF-1F4883A9F98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0CF8C6-BFF7-5D2D-961B-560941920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16B9D4-874E-0DCF-12AA-F35F13419CEA}"/>
              </a:ext>
            </a:extLst>
          </p:cNvPr>
          <p:cNvSpPr>
            <a:spLocks noGrp="1"/>
          </p:cNvSpPr>
          <p:nvPr>
            <p:ph type="title"/>
          </p:nvPr>
        </p:nvSpPr>
        <p:spPr>
          <a:xfrm>
            <a:off x="838200" y="365125"/>
            <a:ext cx="10515600" cy="1325563"/>
          </a:xfrm>
        </p:spPr>
        <p:txBody>
          <a:bodyPr>
            <a:normAutofit/>
          </a:bodyPr>
          <a:lstStyle/>
          <a:p>
            <a:r>
              <a:rPr lang="en-US" sz="5400" dirty="0"/>
              <a:t>VPA – Key Points</a:t>
            </a:r>
          </a:p>
        </p:txBody>
      </p:sp>
      <p:sp>
        <p:nvSpPr>
          <p:cNvPr id="10" name="sketch line">
            <a:extLst>
              <a:ext uri="{FF2B5EF4-FFF2-40B4-BE49-F238E27FC236}">
                <a16:creationId xmlns:a16="http://schemas.microsoft.com/office/drawing/2014/main" id="{01424BCA-0ED8-D20B-9960-B2078CB4E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D6D53B-FAFB-78AA-A016-93EF8AE886A5}"/>
              </a:ext>
            </a:extLst>
          </p:cNvPr>
          <p:cNvSpPr>
            <a:spLocks noGrp="1"/>
          </p:cNvSpPr>
          <p:nvPr>
            <p:ph idx="1"/>
          </p:nvPr>
        </p:nvSpPr>
        <p:spPr>
          <a:xfrm>
            <a:off x="576470" y="2366706"/>
            <a:ext cx="11519452" cy="4107881"/>
          </a:xfrm>
        </p:spPr>
        <p:txBody>
          <a:bodyPr>
            <a:normAutofit fontScale="85000" lnSpcReduction="10000"/>
          </a:bodyPr>
          <a:lstStyle/>
          <a:p>
            <a:pPr marL="0" indent="0">
              <a:spcAft>
                <a:spcPts val="600"/>
              </a:spcAft>
              <a:buNone/>
            </a:pPr>
            <a:r>
              <a:rPr lang="en-US" dirty="0"/>
              <a:t>Analyzes and adjusts processor and memory resources to right size your applications. </a:t>
            </a:r>
          </a:p>
          <a:p>
            <a:pPr marL="0" indent="0">
              <a:spcAft>
                <a:spcPts val="600"/>
              </a:spcAft>
              <a:buNone/>
            </a:pPr>
            <a:r>
              <a:rPr lang="en-US" dirty="0"/>
              <a:t>A pod with a scaling mode set to </a:t>
            </a:r>
            <a:r>
              <a:rPr lang="en-US" b="1" dirty="0"/>
              <a:t>auto</a:t>
            </a:r>
            <a:r>
              <a:rPr lang="en-US" dirty="0"/>
              <a:t> or </a:t>
            </a:r>
            <a:r>
              <a:rPr lang="en-US" b="1" dirty="0"/>
              <a:t>recreate</a:t>
            </a:r>
            <a:r>
              <a:rPr lang="en-US" dirty="0"/>
              <a:t> is evicted if it needs to change its resource requests.</a:t>
            </a:r>
          </a:p>
          <a:p>
            <a:pPr marL="0" indent="0">
              <a:spcAft>
                <a:spcPts val="600"/>
              </a:spcAft>
              <a:buNone/>
            </a:pPr>
            <a:r>
              <a:rPr lang="en-US" dirty="0"/>
              <a:t>You can set CPU and memory constraints for individual containers by specifying a resource policy.</a:t>
            </a:r>
          </a:p>
          <a:p>
            <a:pPr marL="0" indent="0">
              <a:spcAft>
                <a:spcPts val="600"/>
              </a:spcAft>
              <a:buNone/>
            </a:pPr>
            <a:r>
              <a:rPr lang="en-US" dirty="0"/>
              <a:t>Ensures nodes have correct resources for pod scheduling.</a:t>
            </a:r>
          </a:p>
          <a:p>
            <a:pPr marL="0" indent="0">
              <a:spcAft>
                <a:spcPts val="600"/>
              </a:spcAft>
              <a:buNone/>
            </a:pPr>
            <a:r>
              <a:rPr lang="en-US" dirty="0"/>
              <a:t>Offers configurable logging of any adjustments made to processor or memory resources made.</a:t>
            </a:r>
          </a:p>
          <a:p>
            <a:pPr marL="0" indent="0">
              <a:spcAft>
                <a:spcPts val="600"/>
              </a:spcAft>
              <a:buNone/>
            </a:pPr>
            <a:r>
              <a:rPr lang="en-US" dirty="0"/>
              <a:t>Improves cluster resource utilization and frees up CPU and memory for other pods.</a:t>
            </a:r>
          </a:p>
        </p:txBody>
      </p:sp>
    </p:spTree>
    <p:extLst>
      <p:ext uri="{BB962C8B-B14F-4D97-AF65-F5344CB8AC3E}">
        <p14:creationId xmlns:p14="http://schemas.microsoft.com/office/powerpoint/2010/main" val="2403650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07DA9F-7C8B-33F1-B2A2-2CA8E20FD5F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52A468-959F-E5BE-8C37-F98863468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8F62D-3C7D-2A24-5DD1-17FB50EE0D6B}"/>
              </a:ext>
            </a:extLst>
          </p:cNvPr>
          <p:cNvSpPr>
            <a:spLocks noGrp="1"/>
          </p:cNvSpPr>
          <p:nvPr>
            <p:ph type="title"/>
          </p:nvPr>
        </p:nvSpPr>
        <p:spPr>
          <a:xfrm>
            <a:off x="838200" y="365125"/>
            <a:ext cx="10515600" cy="1325563"/>
          </a:xfrm>
        </p:spPr>
        <p:txBody>
          <a:bodyPr>
            <a:normAutofit/>
          </a:bodyPr>
          <a:lstStyle/>
          <a:p>
            <a:r>
              <a:rPr lang="en-US" sz="5400" dirty="0"/>
              <a:t>VPA – Limitations and Considerations</a:t>
            </a:r>
          </a:p>
        </p:txBody>
      </p:sp>
      <p:sp>
        <p:nvSpPr>
          <p:cNvPr id="10" name="sketch line">
            <a:extLst>
              <a:ext uri="{FF2B5EF4-FFF2-40B4-BE49-F238E27FC236}">
                <a16:creationId xmlns:a16="http://schemas.microsoft.com/office/drawing/2014/main" id="{1DF9B8EC-C5F0-59CF-B2E4-FC1482AC7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4365B9-275D-A2E6-D96B-4EAA25C6C00F}"/>
              </a:ext>
            </a:extLst>
          </p:cNvPr>
          <p:cNvSpPr>
            <a:spLocks noGrp="1"/>
          </p:cNvSpPr>
          <p:nvPr>
            <p:ph idx="1"/>
          </p:nvPr>
        </p:nvSpPr>
        <p:spPr>
          <a:xfrm>
            <a:off x="669036" y="2366706"/>
            <a:ext cx="11426886" cy="4107881"/>
          </a:xfrm>
        </p:spPr>
        <p:txBody>
          <a:bodyPr>
            <a:normAutofit lnSpcReduction="10000"/>
          </a:bodyPr>
          <a:lstStyle/>
          <a:p>
            <a:pPr marL="0" indent="0">
              <a:spcAft>
                <a:spcPts val="600"/>
              </a:spcAft>
              <a:buNone/>
            </a:pPr>
            <a:r>
              <a:rPr lang="en-US" dirty="0"/>
              <a:t>VPA supports a maximum of 1,000 pods associated with </a:t>
            </a:r>
            <a:r>
              <a:rPr lang="en-US" b="1" dirty="0" err="1"/>
              <a:t>VerticalPodAutoscaler</a:t>
            </a:r>
            <a:r>
              <a:rPr lang="en-US" dirty="0"/>
              <a:t> objects per cluster.</a:t>
            </a:r>
          </a:p>
          <a:p>
            <a:pPr marL="0" indent="0">
              <a:spcAft>
                <a:spcPts val="600"/>
              </a:spcAft>
              <a:buNone/>
            </a:pPr>
            <a:r>
              <a:rPr lang="en-US" dirty="0"/>
              <a:t>VPA might recommend more resources than available in the cluster, which prevents the pod from being assigned to a node and run due to insufficient resources. You can overcome this limitation by setting the </a:t>
            </a:r>
            <a:r>
              <a:rPr lang="en-US" b="1" dirty="0" err="1"/>
              <a:t>LimitRange</a:t>
            </a:r>
            <a:r>
              <a:rPr lang="en-US" dirty="0"/>
              <a:t> to the maximum available resources per namespace, which ensures pods don't ask for more resources than specified. You can also set maximum allowed resource recommendations per pod in a </a:t>
            </a:r>
            <a:r>
              <a:rPr lang="en-US" dirty="0" err="1"/>
              <a:t>VerticalPodAutoscaler</a:t>
            </a:r>
            <a:r>
              <a:rPr lang="en-US" dirty="0"/>
              <a:t> object. The VPA can't completely overcome an insufficient node resource issue. The limit range is fixed, but the node resource usage is changed dynamically.</a:t>
            </a:r>
          </a:p>
        </p:txBody>
      </p:sp>
    </p:spTree>
    <p:extLst>
      <p:ext uri="{BB962C8B-B14F-4D97-AF65-F5344CB8AC3E}">
        <p14:creationId xmlns:p14="http://schemas.microsoft.com/office/powerpoint/2010/main" val="2248039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CC2631-705E-567F-E783-77EF6335149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82F7F0-EE2F-A1DB-B9CF-751FD9F73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1FA672-B7B9-F13E-C197-8C559D95D319}"/>
              </a:ext>
            </a:extLst>
          </p:cNvPr>
          <p:cNvSpPr>
            <a:spLocks noGrp="1"/>
          </p:cNvSpPr>
          <p:nvPr>
            <p:ph type="title"/>
          </p:nvPr>
        </p:nvSpPr>
        <p:spPr>
          <a:xfrm>
            <a:off x="838200" y="365125"/>
            <a:ext cx="10515600" cy="1325563"/>
          </a:xfrm>
        </p:spPr>
        <p:txBody>
          <a:bodyPr>
            <a:normAutofit/>
          </a:bodyPr>
          <a:lstStyle/>
          <a:p>
            <a:r>
              <a:rPr lang="en-US" sz="5400" dirty="0"/>
              <a:t>VPA – Limitations and Considerations</a:t>
            </a:r>
          </a:p>
        </p:txBody>
      </p:sp>
      <p:sp>
        <p:nvSpPr>
          <p:cNvPr id="10" name="sketch line">
            <a:extLst>
              <a:ext uri="{FF2B5EF4-FFF2-40B4-BE49-F238E27FC236}">
                <a16:creationId xmlns:a16="http://schemas.microsoft.com/office/drawing/2014/main" id="{80989564-DBD1-6812-229A-E2AC75AAD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0D8B72-0150-6AEF-5F3D-9429FCF68C51}"/>
              </a:ext>
            </a:extLst>
          </p:cNvPr>
          <p:cNvSpPr>
            <a:spLocks noGrp="1"/>
          </p:cNvSpPr>
          <p:nvPr>
            <p:ph idx="1"/>
          </p:nvPr>
        </p:nvSpPr>
        <p:spPr>
          <a:xfrm>
            <a:off x="669036" y="2366706"/>
            <a:ext cx="11426886" cy="4107881"/>
          </a:xfrm>
        </p:spPr>
        <p:txBody>
          <a:bodyPr>
            <a:normAutofit/>
          </a:bodyPr>
          <a:lstStyle/>
          <a:p>
            <a:pPr marL="0" indent="0">
              <a:spcAft>
                <a:spcPts val="600"/>
              </a:spcAft>
              <a:buNone/>
            </a:pPr>
            <a:r>
              <a:rPr lang="en-US" dirty="0"/>
              <a:t>We don't recommend using VPA with the Horizontal Pod </a:t>
            </a:r>
            <a:r>
              <a:rPr lang="en-US" dirty="0" err="1"/>
              <a:t>Autoscaler</a:t>
            </a:r>
            <a:r>
              <a:rPr lang="en-US" dirty="0"/>
              <a:t> (HPA), which scales based on the same CPU and memory usage metrics.</a:t>
            </a:r>
          </a:p>
          <a:p>
            <a:pPr marL="0" indent="0">
              <a:spcAft>
                <a:spcPts val="600"/>
              </a:spcAft>
              <a:buNone/>
            </a:pPr>
            <a:r>
              <a:rPr lang="en-US" dirty="0"/>
              <a:t>The VPA Recommender only stores </a:t>
            </a:r>
            <a:r>
              <a:rPr lang="en-US" b="1" dirty="0"/>
              <a:t>up to eight days </a:t>
            </a:r>
            <a:r>
              <a:rPr lang="en-US" dirty="0"/>
              <a:t>of historical data.</a:t>
            </a:r>
          </a:p>
          <a:p>
            <a:pPr marL="0" indent="0">
              <a:spcAft>
                <a:spcPts val="600"/>
              </a:spcAft>
              <a:buNone/>
            </a:pPr>
            <a:r>
              <a:rPr lang="en-US" dirty="0"/>
              <a:t>VPA </a:t>
            </a:r>
            <a:r>
              <a:rPr lang="en-US" b="1" dirty="0"/>
              <a:t>doesn't support JVM-based workloads </a:t>
            </a:r>
            <a:r>
              <a:rPr lang="en-US" dirty="0"/>
              <a:t>due to limited visibility into actual memory usage of the workload.</a:t>
            </a:r>
          </a:p>
          <a:p>
            <a:pPr marL="0" indent="0">
              <a:spcAft>
                <a:spcPts val="600"/>
              </a:spcAft>
              <a:buNone/>
            </a:pPr>
            <a:r>
              <a:rPr lang="en-US" dirty="0"/>
              <a:t>VPA doesn't support running your own implementation of VPA alongside it. Having an extra or customized recommender is supported.</a:t>
            </a:r>
          </a:p>
          <a:p>
            <a:pPr marL="0" indent="0">
              <a:spcAft>
                <a:spcPts val="600"/>
              </a:spcAft>
              <a:buNone/>
            </a:pPr>
            <a:r>
              <a:rPr lang="en-US" dirty="0"/>
              <a:t>AKS </a:t>
            </a:r>
            <a:r>
              <a:rPr lang="en-US" b="1" dirty="0"/>
              <a:t>Windows containers aren't supported</a:t>
            </a:r>
            <a:r>
              <a:rPr lang="en-US" dirty="0"/>
              <a:t>.</a:t>
            </a:r>
          </a:p>
        </p:txBody>
      </p:sp>
    </p:spTree>
    <p:extLst>
      <p:ext uri="{BB962C8B-B14F-4D97-AF65-F5344CB8AC3E}">
        <p14:creationId xmlns:p14="http://schemas.microsoft.com/office/powerpoint/2010/main" val="355707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BB7D7A-9BB1-71AE-B348-A0E5F219B1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1CBFAC9-652E-9420-8A07-97DCF7DA21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9D81C2-1F51-21F9-06C6-D25884E6C6C3}"/>
              </a:ext>
            </a:extLst>
          </p:cNvPr>
          <p:cNvSpPr>
            <a:spLocks noGrp="1"/>
          </p:cNvSpPr>
          <p:nvPr>
            <p:ph type="title"/>
          </p:nvPr>
        </p:nvSpPr>
        <p:spPr>
          <a:xfrm>
            <a:off x="838200" y="365125"/>
            <a:ext cx="10515600" cy="1325563"/>
          </a:xfrm>
        </p:spPr>
        <p:txBody>
          <a:bodyPr>
            <a:normAutofit/>
          </a:bodyPr>
          <a:lstStyle/>
          <a:p>
            <a:r>
              <a:rPr lang="en-US" sz="5400" dirty="0"/>
              <a:t>VPA – The Components</a:t>
            </a:r>
          </a:p>
        </p:txBody>
      </p:sp>
      <p:sp>
        <p:nvSpPr>
          <p:cNvPr id="10" name="sketch line">
            <a:extLst>
              <a:ext uri="{FF2B5EF4-FFF2-40B4-BE49-F238E27FC236}">
                <a16:creationId xmlns:a16="http://schemas.microsoft.com/office/drawing/2014/main" id="{2F348EE6-B25E-1F7D-DD5D-D476CB908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A7047D0-B9A0-BAE7-9465-99C7E0C70DB0}"/>
              </a:ext>
            </a:extLst>
          </p:cNvPr>
          <p:cNvSpPr>
            <a:spLocks noGrp="1"/>
          </p:cNvSpPr>
          <p:nvPr>
            <p:ph idx="1"/>
          </p:nvPr>
        </p:nvSpPr>
        <p:spPr>
          <a:xfrm>
            <a:off x="669036" y="2001344"/>
            <a:ext cx="11426886" cy="4473243"/>
          </a:xfrm>
        </p:spPr>
        <p:txBody>
          <a:bodyPr>
            <a:normAutofit/>
          </a:bodyPr>
          <a:lstStyle/>
          <a:p>
            <a:pPr marL="0" indent="0">
              <a:spcAft>
                <a:spcPts val="600"/>
              </a:spcAft>
              <a:buNone/>
            </a:pPr>
            <a:r>
              <a:rPr lang="en-US" b="1" dirty="0"/>
              <a:t>Recommender:</a:t>
            </a:r>
            <a:r>
              <a:rPr lang="en-US" dirty="0"/>
              <a:t> The Recommender monitors current and past resource consumption, including metric history, Out of Memory (OOM) events, and VPA deployment specs, and uses the information it gathers to provide recommended values for container CPU and Memory requests/limits.</a:t>
            </a:r>
          </a:p>
          <a:p>
            <a:pPr marL="0" indent="0">
              <a:spcAft>
                <a:spcPts val="600"/>
              </a:spcAft>
              <a:buNone/>
            </a:pPr>
            <a:r>
              <a:rPr lang="en-US" b="1" dirty="0"/>
              <a:t>Updater:</a:t>
            </a:r>
            <a:r>
              <a:rPr lang="en-US" dirty="0"/>
              <a:t> The Updater monitors managed pods to ensure that their resource requests are set correctly. If not, it removes those pods so that their controllers can recreate them with the updated requests.</a:t>
            </a:r>
          </a:p>
          <a:p>
            <a:pPr marL="0" indent="0">
              <a:spcAft>
                <a:spcPts val="600"/>
              </a:spcAft>
              <a:buNone/>
            </a:pPr>
            <a:r>
              <a:rPr lang="en-US" b="1" dirty="0"/>
              <a:t>VPA Admission Controller:</a:t>
            </a:r>
            <a:r>
              <a:rPr lang="en-US" dirty="0"/>
              <a:t> The VPA Admission Controller sets the correct resource requests on new pods either created or recreated by their controller based on the Updater's activity.</a:t>
            </a:r>
          </a:p>
        </p:txBody>
      </p:sp>
    </p:spTree>
    <p:extLst>
      <p:ext uri="{BB962C8B-B14F-4D97-AF65-F5344CB8AC3E}">
        <p14:creationId xmlns:p14="http://schemas.microsoft.com/office/powerpoint/2010/main" val="665587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0F6A97-99E9-56B3-1453-A91CF34B809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98D271-9A44-730B-5483-ACB456BDB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4D12D7-13CE-6FE2-F90C-2ECC3A08D0C1}"/>
              </a:ext>
            </a:extLst>
          </p:cNvPr>
          <p:cNvSpPr>
            <a:spLocks noGrp="1"/>
          </p:cNvSpPr>
          <p:nvPr>
            <p:ph type="title"/>
          </p:nvPr>
        </p:nvSpPr>
        <p:spPr>
          <a:xfrm>
            <a:off x="838200" y="365125"/>
            <a:ext cx="10515600" cy="1325563"/>
          </a:xfrm>
        </p:spPr>
        <p:txBody>
          <a:bodyPr>
            <a:normAutofit/>
          </a:bodyPr>
          <a:lstStyle/>
          <a:p>
            <a:r>
              <a:rPr lang="en-US" sz="5400" dirty="0"/>
              <a:t>VPA Admission Controller</a:t>
            </a:r>
          </a:p>
        </p:txBody>
      </p:sp>
      <p:sp>
        <p:nvSpPr>
          <p:cNvPr id="10" name="sketch line">
            <a:extLst>
              <a:ext uri="{FF2B5EF4-FFF2-40B4-BE49-F238E27FC236}">
                <a16:creationId xmlns:a16="http://schemas.microsoft.com/office/drawing/2014/main" id="{94ED4AAB-768E-DEFB-097A-E973FB990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AD5CBBE-C89A-C128-F239-1C0C63992C0D}"/>
              </a:ext>
            </a:extLst>
          </p:cNvPr>
          <p:cNvSpPr>
            <a:spLocks noGrp="1"/>
          </p:cNvSpPr>
          <p:nvPr>
            <p:ph idx="1"/>
          </p:nvPr>
        </p:nvSpPr>
        <p:spPr>
          <a:xfrm>
            <a:off x="669036" y="2001344"/>
            <a:ext cx="11426886" cy="4473243"/>
          </a:xfrm>
        </p:spPr>
        <p:txBody>
          <a:bodyPr>
            <a:normAutofit/>
          </a:bodyPr>
          <a:lstStyle/>
          <a:p>
            <a:pPr marL="0" indent="0">
              <a:spcAft>
                <a:spcPts val="600"/>
              </a:spcAft>
              <a:buNone/>
            </a:pPr>
            <a:r>
              <a:rPr lang="en-US" dirty="0"/>
              <a:t>The VPA Admission Controller is a binary that registers itself as a </a:t>
            </a:r>
            <a:r>
              <a:rPr lang="en-US" b="1" u="sng" dirty="0"/>
              <a:t>Mutating Admission Webhook</a:t>
            </a:r>
            <a:r>
              <a:rPr lang="en-US" dirty="0"/>
              <a:t>. </a:t>
            </a:r>
          </a:p>
          <a:p>
            <a:pPr marL="0" indent="0">
              <a:spcAft>
                <a:spcPts val="600"/>
              </a:spcAft>
              <a:buNone/>
            </a:pPr>
            <a:r>
              <a:rPr lang="en-US" dirty="0"/>
              <a:t>When a new pod is created, the VPA Admission Controller gets a request from the API server and evaluates if there's a matching VPA configuration or finds a corresponding one and uses the current recommendation to set resource requests in the pod.</a:t>
            </a:r>
          </a:p>
          <a:p>
            <a:pPr marL="0" indent="0">
              <a:spcAft>
                <a:spcPts val="600"/>
              </a:spcAft>
              <a:buNone/>
            </a:pPr>
            <a:r>
              <a:rPr lang="en-US" dirty="0"/>
              <a:t>A standalone job, </a:t>
            </a:r>
            <a:r>
              <a:rPr lang="en-US" b="1" dirty="0"/>
              <a:t>overlay-</a:t>
            </a:r>
            <a:r>
              <a:rPr lang="en-US" b="1" dirty="0" err="1"/>
              <a:t>vpa</a:t>
            </a:r>
            <a:r>
              <a:rPr lang="en-US" b="1" dirty="0"/>
              <a:t>-cert-webhook-check</a:t>
            </a:r>
            <a:r>
              <a:rPr lang="en-US" dirty="0"/>
              <a:t>, runs outside of the VPA Admission Controller. The overlay-</a:t>
            </a:r>
            <a:r>
              <a:rPr lang="en-US" dirty="0" err="1"/>
              <a:t>vpa</a:t>
            </a:r>
            <a:r>
              <a:rPr lang="en-US" dirty="0"/>
              <a:t>-cert-webhook-check job creates and renews the certificates and registers the VPA Admission Controller as a </a:t>
            </a:r>
            <a:r>
              <a:rPr lang="en-US" b="1" dirty="0" err="1"/>
              <a:t>MutatingWebhookConfiguration</a:t>
            </a:r>
            <a:r>
              <a:rPr lang="en-US" dirty="0"/>
              <a:t>.</a:t>
            </a:r>
          </a:p>
        </p:txBody>
      </p:sp>
    </p:spTree>
    <p:extLst>
      <p:ext uri="{BB962C8B-B14F-4D97-AF65-F5344CB8AC3E}">
        <p14:creationId xmlns:p14="http://schemas.microsoft.com/office/powerpoint/2010/main" val="909968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B71FAE-093E-D44E-6E7B-D797269ED36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2EB76E-CD83-383E-F50B-CBD4C8ADED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CB01FC-78D5-9A35-3F86-C96E1D8B840F}"/>
              </a:ext>
            </a:extLst>
          </p:cNvPr>
          <p:cNvSpPr>
            <a:spLocks noGrp="1"/>
          </p:cNvSpPr>
          <p:nvPr>
            <p:ph type="title"/>
          </p:nvPr>
        </p:nvSpPr>
        <p:spPr>
          <a:xfrm>
            <a:off x="838200" y="365125"/>
            <a:ext cx="10515600" cy="1325563"/>
          </a:xfrm>
        </p:spPr>
        <p:txBody>
          <a:bodyPr>
            <a:normAutofit/>
          </a:bodyPr>
          <a:lstStyle/>
          <a:p>
            <a:r>
              <a:rPr lang="en-US" sz="5400" dirty="0"/>
              <a:t>VPA Operation Modes</a:t>
            </a:r>
          </a:p>
        </p:txBody>
      </p:sp>
      <p:sp>
        <p:nvSpPr>
          <p:cNvPr id="10" name="sketch line">
            <a:extLst>
              <a:ext uri="{FF2B5EF4-FFF2-40B4-BE49-F238E27FC236}">
                <a16:creationId xmlns:a16="http://schemas.microsoft.com/office/drawing/2014/main" id="{0CF748AB-9943-2A91-C44B-F0C78E84A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2E8C2A4-BBEF-217D-8518-58101601F9A6}"/>
              </a:ext>
            </a:extLst>
          </p:cNvPr>
          <p:cNvSpPr txBox="1"/>
          <p:nvPr/>
        </p:nvSpPr>
        <p:spPr>
          <a:xfrm>
            <a:off x="1113183" y="2544417"/>
            <a:ext cx="1310743" cy="646331"/>
          </a:xfrm>
          <a:prstGeom prst="rect">
            <a:avLst/>
          </a:prstGeom>
          <a:noFill/>
          <a:ln w="3175">
            <a:solidFill>
              <a:schemeClr val="tx1"/>
            </a:solidFill>
          </a:ln>
          <a:effectLst>
            <a:outerShdw blurRad="50800" dist="38100" algn="l" rotWithShape="0">
              <a:prstClr val="black">
                <a:alpha val="40000"/>
              </a:prstClr>
            </a:outerShdw>
          </a:effectLst>
        </p:spPr>
        <p:txBody>
          <a:bodyPr wrap="none" rtlCol="0">
            <a:spAutoFit/>
          </a:bodyPr>
          <a:lstStyle/>
          <a:p>
            <a:r>
              <a:rPr lang="en-US" sz="3600" dirty="0">
                <a:solidFill>
                  <a:srgbClr val="0070C0"/>
                </a:solidFill>
              </a:rPr>
              <a:t>AUTO</a:t>
            </a:r>
          </a:p>
        </p:txBody>
      </p:sp>
      <p:sp>
        <p:nvSpPr>
          <p:cNvPr id="9" name="TextBox 8">
            <a:extLst>
              <a:ext uri="{FF2B5EF4-FFF2-40B4-BE49-F238E27FC236}">
                <a16:creationId xmlns:a16="http://schemas.microsoft.com/office/drawing/2014/main" id="{0294B7A2-7542-003F-7355-DB4DE502DF87}"/>
              </a:ext>
            </a:extLst>
          </p:cNvPr>
          <p:cNvSpPr txBox="1"/>
          <p:nvPr/>
        </p:nvSpPr>
        <p:spPr>
          <a:xfrm>
            <a:off x="1113183" y="3995530"/>
            <a:ext cx="2302233" cy="646331"/>
          </a:xfrm>
          <a:prstGeom prst="rect">
            <a:avLst/>
          </a:prstGeom>
          <a:noFill/>
          <a:ln w="3175">
            <a:solidFill>
              <a:schemeClr val="tx1"/>
            </a:solidFill>
          </a:ln>
          <a:effectLst>
            <a:outerShdw blurRad="50800" dist="38100" algn="l" rotWithShape="0">
              <a:prstClr val="black">
                <a:alpha val="40000"/>
              </a:prstClr>
            </a:outerShdw>
          </a:effectLst>
        </p:spPr>
        <p:txBody>
          <a:bodyPr wrap="none" rtlCol="0">
            <a:spAutoFit/>
          </a:bodyPr>
          <a:lstStyle/>
          <a:p>
            <a:r>
              <a:rPr lang="en-US" sz="3600" dirty="0">
                <a:solidFill>
                  <a:srgbClr val="0070C0"/>
                </a:solidFill>
              </a:rPr>
              <a:t>RECREATE</a:t>
            </a:r>
          </a:p>
        </p:txBody>
      </p:sp>
      <p:sp>
        <p:nvSpPr>
          <p:cNvPr id="11" name="TextBox 10">
            <a:extLst>
              <a:ext uri="{FF2B5EF4-FFF2-40B4-BE49-F238E27FC236}">
                <a16:creationId xmlns:a16="http://schemas.microsoft.com/office/drawing/2014/main" id="{BFA01447-51E8-965F-CC02-D2834DBD5869}"/>
              </a:ext>
            </a:extLst>
          </p:cNvPr>
          <p:cNvSpPr txBox="1"/>
          <p:nvPr/>
        </p:nvSpPr>
        <p:spPr>
          <a:xfrm>
            <a:off x="5426765" y="2544417"/>
            <a:ext cx="1595309" cy="646331"/>
          </a:xfrm>
          <a:prstGeom prst="rect">
            <a:avLst/>
          </a:prstGeom>
          <a:noFill/>
          <a:ln w="3175">
            <a:solidFill>
              <a:schemeClr val="tx1"/>
            </a:solidFill>
          </a:ln>
          <a:effectLst>
            <a:outerShdw blurRad="50800" dist="38100" algn="l" rotWithShape="0">
              <a:prstClr val="black">
                <a:alpha val="40000"/>
              </a:prstClr>
            </a:outerShdw>
          </a:effectLst>
        </p:spPr>
        <p:txBody>
          <a:bodyPr wrap="none" rtlCol="0">
            <a:spAutoFit/>
          </a:bodyPr>
          <a:lstStyle/>
          <a:p>
            <a:r>
              <a:rPr lang="en-US" sz="3600" dirty="0">
                <a:solidFill>
                  <a:srgbClr val="0070C0"/>
                </a:solidFill>
              </a:rPr>
              <a:t>INITIAL</a:t>
            </a:r>
          </a:p>
        </p:txBody>
      </p:sp>
      <p:sp>
        <p:nvSpPr>
          <p:cNvPr id="12" name="TextBox 11">
            <a:extLst>
              <a:ext uri="{FF2B5EF4-FFF2-40B4-BE49-F238E27FC236}">
                <a16:creationId xmlns:a16="http://schemas.microsoft.com/office/drawing/2014/main" id="{DEBEE02A-3553-EC70-D229-BFE2A2D4B055}"/>
              </a:ext>
            </a:extLst>
          </p:cNvPr>
          <p:cNvSpPr txBox="1"/>
          <p:nvPr/>
        </p:nvSpPr>
        <p:spPr>
          <a:xfrm>
            <a:off x="5426765" y="3995530"/>
            <a:ext cx="1007007" cy="646331"/>
          </a:xfrm>
          <a:prstGeom prst="rect">
            <a:avLst/>
          </a:prstGeom>
          <a:noFill/>
          <a:ln w="3175">
            <a:solidFill>
              <a:schemeClr val="tx1"/>
            </a:solidFill>
          </a:ln>
          <a:effectLst>
            <a:outerShdw blurRad="50800" dist="38100" algn="l" rotWithShape="0">
              <a:prstClr val="black">
                <a:alpha val="40000"/>
              </a:prstClr>
            </a:outerShdw>
          </a:effectLst>
        </p:spPr>
        <p:txBody>
          <a:bodyPr wrap="none" rtlCol="0">
            <a:spAutoFit/>
          </a:bodyPr>
          <a:lstStyle/>
          <a:p>
            <a:r>
              <a:rPr lang="en-US" sz="3600" dirty="0">
                <a:solidFill>
                  <a:srgbClr val="0070C0"/>
                </a:solidFill>
              </a:rPr>
              <a:t>OFF</a:t>
            </a:r>
          </a:p>
        </p:txBody>
      </p:sp>
    </p:spTree>
    <p:extLst>
      <p:ext uri="{BB962C8B-B14F-4D97-AF65-F5344CB8AC3E}">
        <p14:creationId xmlns:p14="http://schemas.microsoft.com/office/powerpoint/2010/main" val="1653473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A27878-5D48-6017-6989-3AF6D254E86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1EFA8A8-0D3D-D4F4-4D07-431481FB7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2010C-2DB8-9EE7-2DB5-5FF3223021D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FB12C2C2-2737-0022-764D-89997709AB9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Vertical Pod </a:t>
            </a:r>
            <a:r>
              <a:rPr lang="en-US" sz="2400" kern="1200" dirty="0" err="1">
                <a:solidFill>
                  <a:schemeClr val="tx1"/>
                </a:solidFill>
                <a:latin typeface="+mn-lt"/>
                <a:ea typeface="+mn-ea"/>
                <a:cs typeface="+mn-cs"/>
              </a:rPr>
              <a:t>Autoscaler</a:t>
            </a:r>
            <a:endParaRPr lang="en-US" sz="2400" kern="1200" dirty="0">
              <a:solidFill>
                <a:schemeClr val="tx1"/>
              </a:solidFill>
              <a:latin typeface="+mn-lt"/>
              <a:ea typeface="+mn-ea"/>
              <a:cs typeface="+mn-cs"/>
            </a:endParaRPr>
          </a:p>
        </p:txBody>
      </p:sp>
      <p:sp>
        <p:nvSpPr>
          <p:cNvPr id="10" name="sketch line">
            <a:extLst>
              <a:ext uri="{FF2B5EF4-FFF2-40B4-BE49-F238E27FC236}">
                <a16:creationId xmlns:a16="http://schemas.microsoft.com/office/drawing/2014/main" id="{B75E5DDB-EC48-F44A-7CF8-D9E03CC25B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1536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39761-5A89-5775-B4D3-51A9755576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E34088-733B-2CBB-AE83-DDC9D29E619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67718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4B5338-FDEB-E012-6054-BD1F518A19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DD99958-6F2E-AEE9-1D43-AB72E3069B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8AE98-40A0-0EAC-E2C2-B8693A680496}"/>
              </a:ext>
            </a:extLst>
          </p:cNvPr>
          <p:cNvSpPr>
            <a:spLocks noGrp="1"/>
          </p:cNvSpPr>
          <p:nvPr>
            <p:ph type="title"/>
          </p:nvPr>
        </p:nvSpPr>
        <p:spPr>
          <a:xfrm>
            <a:off x="838200" y="365125"/>
            <a:ext cx="10515600" cy="1325563"/>
          </a:xfrm>
        </p:spPr>
        <p:txBody>
          <a:bodyPr>
            <a:normAutofit/>
          </a:bodyPr>
          <a:lstStyle/>
          <a:p>
            <a:r>
              <a:rPr lang="en-US" sz="5400"/>
              <a:t>Cluster Autoscaler</a:t>
            </a:r>
          </a:p>
        </p:txBody>
      </p:sp>
      <p:sp>
        <p:nvSpPr>
          <p:cNvPr id="10" name="sketch line">
            <a:extLst>
              <a:ext uri="{FF2B5EF4-FFF2-40B4-BE49-F238E27FC236}">
                <a16:creationId xmlns:a16="http://schemas.microsoft.com/office/drawing/2014/main" id="{C436325E-16EA-EB1B-14DB-E52F5F652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7015AE-01BF-18B7-0F1F-4C18B4DE637C}"/>
              </a:ext>
            </a:extLst>
          </p:cNvPr>
          <p:cNvSpPr>
            <a:spLocks noGrp="1"/>
          </p:cNvSpPr>
          <p:nvPr>
            <p:ph idx="1"/>
          </p:nvPr>
        </p:nvSpPr>
        <p:spPr>
          <a:xfrm>
            <a:off x="838200" y="2366706"/>
            <a:ext cx="10515600" cy="3214667"/>
          </a:xfrm>
        </p:spPr>
        <p:txBody>
          <a:bodyPr>
            <a:normAutofit/>
          </a:bodyPr>
          <a:lstStyle/>
          <a:p>
            <a:pPr marL="0" indent="0">
              <a:spcAft>
                <a:spcPts val="600"/>
              </a:spcAft>
              <a:buNone/>
            </a:pPr>
            <a:r>
              <a:rPr lang="en-US" dirty="0"/>
              <a:t>The cluster </a:t>
            </a:r>
            <a:r>
              <a:rPr lang="en-US" dirty="0" err="1"/>
              <a:t>autoscaler</a:t>
            </a:r>
            <a:r>
              <a:rPr lang="en-US" dirty="0"/>
              <a:t> component watches for pods in your cluster that can't be scheduled because of resource constraints. </a:t>
            </a:r>
          </a:p>
          <a:p>
            <a:pPr marL="0" indent="0">
              <a:spcAft>
                <a:spcPts val="600"/>
              </a:spcAft>
              <a:buNone/>
            </a:pPr>
            <a:r>
              <a:rPr lang="en-US" dirty="0"/>
              <a:t>When the cluster </a:t>
            </a:r>
            <a:r>
              <a:rPr lang="en-US" dirty="0" err="1"/>
              <a:t>autoscaler</a:t>
            </a:r>
            <a:r>
              <a:rPr lang="en-US" dirty="0"/>
              <a:t> detects unscheduled pods, it scales up the number of nodes in the node pool to meet the application demand. </a:t>
            </a:r>
          </a:p>
          <a:p>
            <a:pPr marL="0" indent="0">
              <a:buNone/>
            </a:pPr>
            <a:r>
              <a:rPr lang="en-US" dirty="0"/>
              <a:t>It also regularly checks nodes that don't have any scheduled pods and scales down the number of nodes as needed.</a:t>
            </a:r>
          </a:p>
        </p:txBody>
      </p:sp>
    </p:spTree>
    <p:extLst>
      <p:ext uri="{BB962C8B-B14F-4D97-AF65-F5344CB8AC3E}">
        <p14:creationId xmlns:p14="http://schemas.microsoft.com/office/powerpoint/2010/main" val="4049085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85F157-614E-B0C6-461D-7CC4B86CC45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667019-21D2-DA9F-9C0A-1E5CEC0C0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891A7F-499C-5024-51A3-B0549FF45F4F}"/>
              </a:ext>
            </a:extLst>
          </p:cNvPr>
          <p:cNvSpPr>
            <a:spLocks noGrp="1"/>
          </p:cNvSpPr>
          <p:nvPr>
            <p:ph type="title"/>
          </p:nvPr>
        </p:nvSpPr>
        <p:spPr>
          <a:xfrm>
            <a:off x="838200" y="365125"/>
            <a:ext cx="10515600" cy="1325563"/>
          </a:xfrm>
        </p:spPr>
        <p:txBody>
          <a:bodyPr>
            <a:normAutofit/>
          </a:bodyPr>
          <a:lstStyle/>
          <a:p>
            <a:r>
              <a:rPr lang="en-US" sz="5400"/>
              <a:t>Cluster Autoscaler</a:t>
            </a:r>
          </a:p>
        </p:txBody>
      </p:sp>
      <p:sp>
        <p:nvSpPr>
          <p:cNvPr id="10" name="sketch line">
            <a:extLst>
              <a:ext uri="{FF2B5EF4-FFF2-40B4-BE49-F238E27FC236}">
                <a16:creationId xmlns:a16="http://schemas.microsoft.com/office/drawing/2014/main" id="{E7919013-E8B7-E780-ED2E-939E74CB0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creenshot of how the cluster autoscaler and horizontal pod autoscaler often work together to support the required application demands.">
            <a:extLst>
              <a:ext uri="{FF2B5EF4-FFF2-40B4-BE49-F238E27FC236}">
                <a16:creationId xmlns:a16="http://schemas.microsoft.com/office/drawing/2014/main" id="{5A171ECD-7226-9DB8-C6A2-94D8A3F17E41}"/>
              </a:ext>
            </a:extLst>
          </p:cNvPr>
          <p:cNvPicPr>
            <a:picLocks noChangeAspect="1"/>
          </p:cNvPicPr>
          <p:nvPr/>
        </p:nvPicPr>
        <p:blipFill>
          <a:blip r:embed="rId2"/>
          <a:stretch>
            <a:fillRect/>
          </a:stretch>
        </p:blipFill>
        <p:spPr>
          <a:xfrm>
            <a:off x="3497635" y="2216763"/>
            <a:ext cx="5396825" cy="2844444"/>
          </a:xfrm>
          <a:prstGeom prst="rect">
            <a:avLst/>
          </a:prstGeom>
        </p:spPr>
      </p:pic>
      <p:sp>
        <p:nvSpPr>
          <p:cNvPr id="9" name="TextBox 8">
            <a:extLst>
              <a:ext uri="{FF2B5EF4-FFF2-40B4-BE49-F238E27FC236}">
                <a16:creationId xmlns:a16="http://schemas.microsoft.com/office/drawing/2014/main" id="{BF8F1833-75E2-8F2F-6DB9-ACBBC665D090}"/>
              </a:ext>
            </a:extLst>
          </p:cNvPr>
          <p:cNvSpPr txBox="1"/>
          <p:nvPr/>
        </p:nvSpPr>
        <p:spPr>
          <a:xfrm>
            <a:off x="9445751" y="2213899"/>
            <a:ext cx="2585346" cy="2308324"/>
          </a:xfrm>
          <a:prstGeom prst="rect">
            <a:avLst/>
          </a:prstGeom>
          <a:noFill/>
          <a:ln w="3175">
            <a:solidFill>
              <a:schemeClr val="tx1"/>
            </a:solidFill>
          </a:ln>
        </p:spPr>
        <p:txBody>
          <a:bodyPr wrap="square">
            <a:spAutoFit/>
          </a:bodyPr>
          <a:lstStyle/>
          <a:p>
            <a:pPr algn="ctr"/>
            <a:r>
              <a:rPr lang="en-US" sz="1600" dirty="0"/>
              <a:t>The </a:t>
            </a:r>
            <a:r>
              <a:rPr lang="en-US" sz="1600" b="1" dirty="0"/>
              <a:t>Cluster </a:t>
            </a:r>
            <a:r>
              <a:rPr lang="en-US" sz="1600" b="1" dirty="0" err="1"/>
              <a:t>Autoscaler</a:t>
            </a:r>
            <a:r>
              <a:rPr lang="en-US" sz="1600" dirty="0"/>
              <a:t> periodically checks for pods that can't be scheduled on nodes because of resource constraints. The cluster then automatically increases the number of nodes.</a:t>
            </a:r>
          </a:p>
        </p:txBody>
      </p:sp>
      <p:sp>
        <p:nvSpPr>
          <p:cNvPr id="12" name="TextBox 11">
            <a:extLst>
              <a:ext uri="{FF2B5EF4-FFF2-40B4-BE49-F238E27FC236}">
                <a16:creationId xmlns:a16="http://schemas.microsoft.com/office/drawing/2014/main" id="{93411770-B870-8AA5-41DD-3ECE171BFE57}"/>
              </a:ext>
            </a:extLst>
          </p:cNvPr>
          <p:cNvSpPr txBox="1"/>
          <p:nvPr/>
        </p:nvSpPr>
        <p:spPr>
          <a:xfrm>
            <a:off x="170842" y="2213899"/>
            <a:ext cx="2785441" cy="2554545"/>
          </a:xfrm>
          <a:prstGeom prst="rect">
            <a:avLst/>
          </a:prstGeom>
          <a:noFill/>
          <a:ln w="3175">
            <a:solidFill>
              <a:schemeClr val="tx1"/>
            </a:solidFill>
          </a:ln>
        </p:spPr>
        <p:txBody>
          <a:bodyPr wrap="square">
            <a:spAutoFit/>
          </a:bodyPr>
          <a:lstStyle/>
          <a:p>
            <a:pPr algn="ctr"/>
            <a:r>
              <a:rPr lang="en-US" sz="1600" dirty="0"/>
              <a:t>The</a:t>
            </a:r>
            <a:r>
              <a:rPr lang="en-US" sz="1600" b="1" dirty="0"/>
              <a:t> Horizontal Pod </a:t>
            </a:r>
            <a:r>
              <a:rPr lang="en-US" sz="1600" b="1" dirty="0" err="1"/>
              <a:t>Autoscaler</a:t>
            </a:r>
            <a:r>
              <a:rPr lang="en-US" sz="1600" dirty="0"/>
              <a:t> uses the Metrics Server in a Kubernetes cluster to monitor the resource demand of pods. If an application needs more resources, the number of pods is automatically increased to meet the demand.</a:t>
            </a:r>
          </a:p>
        </p:txBody>
      </p:sp>
      <p:sp>
        <p:nvSpPr>
          <p:cNvPr id="14" name="TextBox 13">
            <a:extLst>
              <a:ext uri="{FF2B5EF4-FFF2-40B4-BE49-F238E27FC236}">
                <a16:creationId xmlns:a16="http://schemas.microsoft.com/office/drawing/2014/main" id="{1C46D0DC-48FA-96BD-8A76-809C89C0F485}"/>
              </a:ext>
            </a:extLst>
          </p:cNvPr>
          <p:cNvSpPr txBox="1"/>
          <p:nvPr/>
        </p:nvSpPr>
        <p:spPr>
          <a:xfrm>
            <a:off x="2272534" y="5689054"/>
            <a:ext cx="7643884" cy="830997"/>
          </a:xfrm>
          <a:prstGeom prst="rect">
            <a:avLst/>
          </a:prstGeom>
          <a:noFill/>
          <a:ln w="3175">
            <a:solidFill>
              <a:schemeClr val="tx1"/>
            </a:solidFill>
          </a:ln>
        </p:spPr>
        <p:txBody>
          <a:bodyPr wrap="square">
            <a:spAutoFit/>
          </a:bodyPr>
          <a:lstStyle/>
          <a:p>
            <a:pPr algn="ctr"/>
            <a:r>
              <a:rPr lang="en-US" sz="1600" dirty="0"/>
              <a:t>The </a:t>
            </a:r>
            <a:r>
              <a:rPr lang="en-US" sz="1600" b="1" dirty="0"/>
              <a:t>Vertical Pod </a:t>
            </a:r>
            <a:r>
              <a:rPr lang="en-US" sz="1600" b="1" dirty="0" err="1"/>
              <a:t>Autoscaler</a:t>
            </a:r>
            <a:r>
              <a:rPr lang="en-US" sz="1600" b="1" dirty="0"/>
              <a:t> </a:t>
            </a:r>
            <a:r>
              <a:rPr lang="en-US" sz="1600" dirty="0"/>
              <a:t>automatically sets resource requests and limits on containers per workload based on past usage to ensure pods are scheduled onto nodes that have the required CPU and memory resources.</a:t>
            </a:r>
          </a:p>
        </p:txBody>
      </p:sp>
    </p:spTree>
    <p:extLst>
      <p:ext uri="{BB962C8B-B14F-4D97-AF65-F5344CB8AC3E}">
        <p14:creationId xmlns:p14="http://schemas.microsoft.com/office/powerpoint/2010/main" val="924432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27947C-C30D-3F68-1986-330651959B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EDCE952-8C86-C359-4B8E-FF19CAD3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1E0F08-9BCE-C4A0-BDAA-B90EA498C9F0}"/>
              </a:ext>
            </a:extLst>
          </p:cNvPr>
          <p:cNvSpPr>
            <a:spLocks noGrp="1"/>
          </p:cNvSpPr>
          <p:nvPr>
            <p:ph type="title"/>
          </p:nvPr>
        </p:nvSpPr>
        <p:spPr>
          <a:xfrm>
            <a:off x="838200" y="365125"/>
            <a:ext cx="10515600" cy="1325563"/>
          </a:xfrm>
        </p:spPr>
        <p:txBody>
          <a:bodyPr>
            <a:normAutofit/>
          </a:bodyPr>
          <a:lstStyle/>
          <a:p>
            <a:r>
              <a:rPr lang="en-US" sz="5400" dirty="0"/>
              <a:t>Cluster </a:t>
            </a:r>
            <a:r>
              <a:rPr lang="en-US" sz="5400" dirty="0" err="1"/>
              <a:t>Autoscaler</a:t>
            </a:r>
            <a:r>
              <a:rPr lang="en-US" sz="5400" dirty="0"/>
              <a:t> – Best Practices</a:t>
            </a:r>
          </a:p>
        </p:txBody>
      </p:sp>
      <p:sp>
        <p:nvSpPr>
          <p:cNvPr id="10" name="sketch line">
            <a:extLst>
              <a:ext uri="{FF2B5EF4-FFF2-40B4-BE49-F238E27FC236}">
                <a16:creationId xmlns:a16="http://schemas.microsoft.com/office/drawing/2014/main" id="{AB91718B-99A9-6141-4406-C18B13D6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654330-0432-0F31-7ECB-FA96B1923723}"/>
              </a:ext>
            </a:extLst>
          </p:cNvPr>
          <p:cNvSpPr>
            <a:spLocks noGrp="1"/>
          </p:cNvSpPr>
          <p:nvPr>
            <p:ph idx="1"/>
          </p:nvPr>
        </p:nvSpPr>
        <p:spPr>
          <a:xfrm>
            <a:off x="430500" y="2287355"/>
            <a:ext cx="5840896" cy="3214667"/>
          </a:xfrm>
        </p:spPr>
        <p:txBody>
          <a:bodyPr>
            <a:normAutofit/>
          </a:bodyPr>
          <a:lstStyle/>
          <a:p>
            <a:pPr>
              <a:spcAft>
                <a:spcPts val="600"/>
              </a:spcAft>
            </a:pPr>
            <a:r>
              <a:rPr lang="en-US" sz="1800" dirty="0"/>
              <a:t>Availability zones</a:t>
            </a:r>
          </a:p>
          <a:p>
            <a:pPr>
              <a:spcAft>
                <a:spcPts val="600"/>
              </a:spcAft>
            </a:pPr>
            <a:r>
              <a:rPr lang="en-US" sz="1800" dirty="0"/>
              <a:t>Clusters with more than 400 nodes</a:t>
            </a:r>
          </a:p>
          <a:p>
            <a:pPr>
              <a:spcAft>
                <a:spcPts val="600"/>
              </a:spcAft>
            </a:pPr>
            <a:r>
              <a:rPr lang="en-US" sz="1800" dirty="0"/>
              <a:t>Workloads on both Spot and On-demand node pools</a:t>
            </a:r>
          </a:p>
          <a:p>
            <a:pPr>
              <a:spcAft>
                <a:spcPts val="600"/>
              </a:spcAft>
            </a:pPr>
            <a:r>
              <a:rPr lang="en-US" sz="1800" dirty="0"/>
              <a:t>Assigning CPU/Memory requests on pods</a:t>
            </a:r>
          </a:p>
          <a:p>
            <a:pPr>
              <a:spcAft>
                <a:spcPts val="600"/>
              </a:spcAft>
            </a:pPr>
            <a:r>
              <a:rPr lang="en-US" sz="1800" dirty="0"/>
              <a:t>Clusters hosting both long-running workloads and short/bursty workloads</a:t>
            </a:r>
          </a:p>
          <a:p>
            <a:pPr>
              <a:spcAft>
                <a:spcPts val="600"/>
              </a:spcAft>
            </a:pPr>
            <a:r>
              <a:rPr lang="en-US" sz="1800" dirty="0" err="1"/>
              <a:t>PodDisruptionBudget</a:t>
            </a:r>
            <a:endParaRPr lang="en-US" sz="1800" dirty="0"/>
          </a:p>
        </p:txBody>
      </p:sp>
      <p:sp>
        <p:nvSpPr>
          <p:cNvPr id="5" name="TextBox 4">
            <a:extLst>
              <a:ext uri="{FF2B5EF4-FFF2-40B4-BE49-F238E27FC236}">
                <a16:creationId xmlns:a16="http://schemas.microsoft.com/office/drawing/2014/main" id="{D38D0601-9194-7F4B-F11F-E1069BD53A3D}"/>
              </a:ext>
            </a:extLst>
          </p:cNvPr>
          <p:cNvSpPr txBox="1"/>
          <p:nvPr/>
        </p:nvSpPr>
        <p:spPr>
          <a:xfrm>
            <a:off x="6418197" y="2287355"/>
            <a:ext cx="6097656" cy="1706686"/>
          </a:xfrm>
          <a:prstGeom prst="rect">
            <a:avLst/>
          </a:prstGeom>
          <a:noFill/>
        </p:spPr>
        <p:txBody>
          <a:bodyPr wrap="square">
            <a:spAutoFit/>
          </a:bodyPr>
          <a:lstStyle/>
          <a:p>
            <a:pPr marL="285750" indent="-285750">
              <a:lnSpc>
                <a:spcPct val="90000"/>
              </a:lnSpc>
              <a:spcBef>
                <a:spcPts val="1000"/>
              </a:spcBef>
              <a:spcAft>
                <a:spcPts val="600"/>
              </a:spcAft>
              <a:buFont typeface="Arial" panose="020B0604020202020204" pitchFamily="34" charset="0"/>
              <a:buChar char="•"/>
            </a:pPr>
            <a:r>
              <a:rPr lang="en-US" sz="1800" dirty="0"/>
              <a:t>Scale down nodes by removing workloads</a:t>
            </a:r>
          </a:p>
          <a:p>
            <a:pPr marL="285750" indent="-285750">
              <a:lnSpc>
                <a:spcPct val="90000"/>
              </a:lnSpc>
              <a:spcBef>
                <a:spcPts val="1000"/>
              </a:spcBef>
              <a:spcAft>
                <a:spcPts val="600"/>
              </a:spcAft>
              <a:buFont typeface="Arial" panose="020B0604020202020204" pitchFamily="34" charset="0"/>
              <a:buChar char="•"/>
            </a:pPr>
            <a:r>
              <a:rPr lang="en-US" dirty="0"/>
              <a:t>Pods with a </a:t>
            </a:r>
            <a:r>
              <a:rPr lang="en-US" dirty="0" err="1"/>
              <a:t>PriorityClass</a:t>
            </a:r>
            <a:endParaRPr lang="en-US" dirty="0"/>
          </a:p>
          <a:p>
            <a:pPr marL="285750" indent="-285750">
              <a:lnSpc>
                <a:spcPct val="90000"/>
              </a:lnSpc>
              <a:spcBef>
                <a:spcPts val="1000"/>
              </a:spcBef>
              <a:spcAft>
                <a:spcPts val="600"/>
              </a:spcAft>
              <a:buFont typeface="Arial" panose="020B0604020202020204" pitchFamily="34" charset="0"/>
              <a:buChar char="•"/>
            </a:pPr>
            <a:r>
              <a:rPr lang="en-US" dirty="0"/>
              <a:t>Don't combine other node autoscaling mechanisms</a:t>
            </a:r>
          </a:p>
          <a:p>
            <a:pPr marL="285750" indent="-285750">
              <a:lnSpc>
                <a:spcPct val="90000"/>
              </a:lnSpc>
              <a:spcBef>
                <a:spcPts val="1000"/>
              </a:spcBef>
              <a:spcAft>
                <a:spcPts val="600"/>
              </a:spcAft>
              <a:buFont typeface="Arial" panose="020B0604020202020204" pitchFamily="34" charset="0"/>
              <a:buChar char="•"/>
            </a:pPr>
            <a:r>
              <a:rPr lang="en-US" dirty="0"/>
              <a:t>Cluster </a:t>
            </a:r>
            <a:r>
              <a:rPr lang="en-US" dirty="0" err="1"/>
              <a:t>autoscaler</a:t>
            </a:r>
            <a:r>
              <a:rPr lang="en-US" dirty="0"/>
              <a:t> might be unable to scale down</a:t>
            </a:r>
          </a:p>
        </p:txBody>
      </p:sp>
    </p:spTree>
    <p:extLst>
      <p:ext uri="{BB962C8B-B14F-4D97-AF65-F5344CB8AC3E}">
        <p14:creationId xmlns:p14="http://schemas.microsoft.com/office/powerpoint/2010/main" val="1272426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9994B4-51DB-EACB-621A-F3C25F34909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5D903C-6815-F557-5768-9DDFF9B38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37ADD0-4127-261F-A1EA-43C437613630}"/>
              </a:ext>
            </a:extLst>
          </p:cNvPr>
          <p:cNvSpPr>
            <a:spLocks noGrp="1"/>
          </p:cNvSpPr>
          <p:nvPr>
            <p:ph type="title"/>
          </p:nvPr>
        </p:nvSpPr>
        <p:spPr>
          <a:xfrm>
            <a:off x="838200" y="365125"/>
            <a:ext cx="10515600" cy="1325563"/>
          </a:xfrm>
        </p:spPr>
        <p:txBody>
          <a:bodyPr>
            <a:normAutofit/>
          </a:bodyPr>
          <a:lstStyle/>
          <a:p>
            <a:r>
              <a:rPr lang="en-US" sz="5400" dirty="0"/>
              <a:t>Cluster </a:t>
            </a:r>
            <a:r>
              <a:rPr lang="en-US" sz="5400" dirty="0" err="1"/>
              <a:t>Autoscaler</a:t>
            </a:r>
            <a:r>
              <a:rPr lang="en-US" sz="5400" dirty="0"/>
              <a:t> Profile</a:t>
            </a:r>
          </a:p>
        </p:txBody>
      </p:sp>
      <p:sp>
        <p:nvSpPr>
          <p:cNvPr id="10" name="sketch line">
            <a:extLst>
              <a:ext uri="{FF2B5EF4-FFF2-40B4-BE49-F238E27FC236}">
                <a16:creationId xmlns:a16="http://schemas.microsoft.com/office/drawing/2014/main" id="{9F05C18E-042C-470A-36F2-673F2834D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2C20245-A394-E03C-5C94-8D8936B856F7}"/>
              </a:ext>
            </a:extLst>
          </p:cNvPr>
          <p:cNvSpPr>
            <a:spLocks noGrp="1"/>
          </p:cNvSpPr>
          <p:nvPr>
            <p:ph idx="1"/>
          </p:nvPr>
        </p:nvSpPr>
        <p:spPr>
          <a:xfrm>
            <a:off x="838200" y="1967948"/>
            <a:ext cx="10853928" cy="4041649"/>
          </a:xfrm>
        </p:spPr>
        <p:txBody>
          <a:bodyPr>
            <a:normAutofit/>
          </a:bodyPr>
          <a:lstStyle/>
          <a:p>
            <a:pPr>
              <a:spcAft>
                <a:spcPts val="600"/>
              </a:spcAft>
            </a:pPr>
            <a:r>
              <a:rPr lang="en-US" sz="2200" dirty="0"/>
              <a:t>The cluster </a:t>
            </a:r>
            <a:r>
              <a:rPr lang="en-US" sz="2200" dirty="0" err="1"/>
              <a:t>autoscaler</a:t>
            </a:r>
            <a:r>
              <a:rPr lang="en-US" sz="2200" dirty="0"/>
              <a:t> profile is a set of parameters that control the behavior of the cluster </a:t>
            </a:r>
            <a:r>
              <a:rPr lang="en-US" sz="2200" dirty="0" err="1"/>
              <a:t>autoscaler</a:t>
            </a:r>
            <a:r>
              <a:rPr lang="en-US" sz="2200" dirty="0"/>
              <a:t>.</a:t>
            </a:r>
          </a:p>
          <a:p>
            <a:pPr>
              <a:spcAft>
                <a:spcPts val="600"/>
              </a:spcAft>
            </a:pPr>
            <a:r>
              <a:rPr lang="en-US" sz="2200" dirty="0"/>
              <a:t>You should fine-tune the cluster </a:t>
            </a:r>
            <a:r>
              <a:rPr lang="en-US" sz="2200" dirty="0" err="1"/>
              <a:t>autoscaler</a:t>
            </a:r>
            <a:r>
              <a:rPr lang="en-US" sz="2200" dirty="0"/>
              <a:t> profile settings according to your specific workload scenarios while also considering tradeoffs between performance and cost. </a:t>
            </a:r>
          </a:p>
          <a:p>
            <a:pPr>
              <a:spcAft>
                <a:spcPts val="600"/>
              </a:spcAft>
            </a:pPr>
            <a:r>
              <a:rPr lang="en-US" sz="2200" dirty="0"/>
              <a:t>It's important to note that the cluster </a:t>
            </a:r>
            <a:r>
              <a:rPr lang="en-US" sz="2200" dirty="0" err="1"/>
              <a:t>autoscaler</a:t>
            </a:r>
            <a:r>
              <a:rPr lang="en-US" sz="2200" dirty="0"/>
              <a:t> profile settings are cluster-wide and applied to all </a:t>
            </a:r>
            <a:r>
              <a:rPr lang="en-US" sz="2200" dirty="0" err="1"/>
              <a:t>autoscale</a:t>
            </a:r>
            <a:r>
              <a:rPr lang="en-US" sz="2200" dirty="0"/>
              <a:t>-enabled node pools.</a:t>
            </a:r>
          </a:p>
          <a:p>
            <a:pPr>
              <a:spcAft>
                <a:spcPts val="600"/>
              </a:spcAft>
            </a:pPr>
            <a:r>
              <a:rPr lang="en-US" sz="2200" dirty="0"/>
              <a:t>Any scaling actions that take place in one node pool can affect the autoscaling behavior of other node pools, which can lead to unexpected results.</a:t>
            </a:r>
          </a:p>
        </p:txBody>
      </p:sp>
    </p:spTree>
    <p:extLst>
      <p:ext uri="{BB962C8B-B14F-4D97-AF65-F5344CB8AC3E}">
        <p14:creationId xmlns:p14="http://schemas.microsoft.com/office/powerpoint/2010/main" val="1748941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35FA43-C2EB-F847-876A-39774A5B21C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61F2B8-7460-A10C-2522-FDE704D18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8FCEE0-6BDD-0029-CC10-8175AACFFE2C}"/>
              </a:ext>
            </a:extLst>
          </p:cNvPr>
          <p:cNvSpPr>
            <a:spLocks noGrp="1"/>
          </p:cNvSpPr>
          <p:nvPr>
            <p:ph type="title"/>
          </p:nvPr>
        </p:nvSpPr>
        <p:spPr>
          <a:xfrm>
            <a:off x="838200" y="365125"/>
            <a:ext cx="10515600" cy="1325563"/>
          </a:xfrm>
        </p:spPr>
        <p:txBody>
          <a:bodyPr>
            <a:normAutofit/>
          </a:bodyPr>
          <a:lstStyle/>
          <a:p>
            <a:r>
              <a:rPr lang="en-US" sz="5400" dirty="0"/>
              <a:t>Cluster </a:t>
            </a:r>
            <a:r>
              <a:rPr lang="en-US" sz="5400" dirty="0" err="1"/>
              <a:t>Autoscaler</a:t>
            </a:r>
            <a:r>
              <a:rPr lang="en-US" sz="5400" dirty="0"/>
              <a:t> Profile</a:t>
            </a:r>
          </a:p>
        </p:txBody>
      </p:sp>
      <p:sp>
        <p:nvSpPr>
          <p:cNvPr id="10" name="sketch line">
            <a:extLst>
              <a:ext uri="{FF2B5EF4-FFF2-40B4-BE49-F238E27FC236}">
                <a16:creationId xmlns:a16="http://schemas.microsoft.com/office/drawing/2014/main" id="{543063AD-22A8-E199-FBF4-53473FBD45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C482A447-BF31-E0AF-73CF-614820312BC1}"/>
              </a:ext>
            </a:extLst>
          </p:cNvPr>
          <p:cNvGraphicFramePr>
            <a:graphicFrameLocks noGrp="1"/>
          </p:cNvGraphicFramePr>
          <p:nvPr>
            <p:extLst>
              <p:ext uri="{D42A27DB-BD31-4B8C-83A1-F6EECF244321}">
                <p14:modId xmlns:p14="http://schemas.microsoft.com/office/powerpoint/2010/main" val="2507988744"/>
              </p:ext>
            </p:extLst>
          </p:nvPr>
        </p:nvGraphicFramePr>
        <p:xfrm>
          <a:off x="427383" y="1825624"/>
          <a:ext cx="11264746" cy="4432844"/>
        </p:xfrm>
        <a:graphic>
          <a:graphicData uri="http://schemas.openxmlformats.org/drawingml/2006/table">
            <a:tbl>
              <a:tblPr/>
              <a:tblGrid>
                <a:gridCol w="2514600">
                  <a:extLst>
                    <a:ext uri="{9D8B030D-6E8A-4147-A177-3AD203B41FA5}">
                      <a16:colId xmlns:a16="http://schemas.microsoft.com/office/drawing/2014/main" val="3202628872"/>
                    </a:ext>
                  </a:extLst>
                </a:gridCol>
                <a:gridCol w="7663069">
                  <a:extLst>
                    <a:ext uri="{9D8B030D-6E8A-4147-A177-3AD203B41FA5}">
                      <a16:colId xmlns:a16="http://schemas.microsoft.com/office/drawing/2014/main" val="2368877734"/>
                    </a:ext>
                  </a:extLst>
                </a:gridCol>
                <a:gridCol w="1087077">
                  <a:extLst>
                    <a:ext uri="{9D8B030D-6E8A-4147-A177-3AD203B41FA5}">
                      <a16:colId xmlns:a16="http://schemas.microsoft.com/office/drawing/2014/main" val="3607964411"/>
                    </a:ext>
                  </a:extLst>
                </a:gridCol>
              </a:tblGrid>
              <a:tr h="139581">
                <a:tc>
                  <a:txBody>
                    <a:bodyPr/>
                    <a:lstStyle/>
                    <a:p>
                      <a:pPr algn="l" fontAlgn="t">
                        <a:buNone/>
                      </a:pPr>
                      <a:r>
                        <a:rPr lang="en-US" sz="1100" b="1" dirty="0">
                          <a:effectLst/>
                        </a:rPr>
                        <a:t>Setting</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1">
                          <a:effectLst/>
                        </a:rPr>
                        <a:t>Description</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b="1" dirty="0">
                          <a:effectLst/>
                        </a:rPr>
                        <a:t>Default value</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866335609"/>
                  </a:ext>
                </a:extLst>
              </a:tr>
              <a:tr h="139581">
                <a:tc>
                  <a:txBody>
                    <a:bodyPr/>
                    <a:lstStyle/>
                    <a:p>
                      <a:pPr algn="l" fontAlgn="t">
                        <a:buNone/>
                      </a:pPr>
                      <a:r>
                        <a:rPr lang="en-US" sz="1100" dirty="0">
                          <a:effectLst/>
                          <a:latin typeface="SFMono-Regular"/>
                        </a:rPr>
                        <a:t>scan-interval</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How often the cluster is reevaluated for scale up or down.</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10 seconds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635916262"/>
                  </a:ext>
                </a:extLst>
              </a:tr>
              <a:tr h="139581">
                <a:tc>
                  <a:txBody>
                    <a:bodyPr/>
                    <a:lstStyle/>
                    <a:p>
                      <a:pPr algn="l" fontAlgn="t">
                        <a:buNone/>
                      </a:pPr>
                      <a:r>
                        <a:rPr lang="en-US" sz="1100">
                          <a:effectLst/>
                          <a:latin typeface="SFMono-Regular"/>
                        </a:rPr>
                        <a:t>scale-down-delay-after-add</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How long after scale up that scale down evaluation resumes.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10 minutes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432976025"/>
                  </a:ext>
                </a:extLst>
              </a:tr>
              <a:tr h="210598">
                <a:tc>
                  <a:txBody>
                    <a:bodyPr/>
                    <a:lstStyle/>
                    <a:p>
                      <a:pPr algn="l" fontAlgn="t">
                        <a:buNone/>
                      </a:pPr>
                      <a:r>
                        <a:rPr lang="en-US" sz="1100">
                          <a:effectLst/>
                          <a:latin typeface="SFMono-Regular"/>
                        </a:rPr>
                        <a:t>scale-down-delay-after-delete</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How long after node deletion that scale down evaluation resumes.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scan-interval</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823246302"/>
                  </a:ext>
                </a:extLst>
              </a:tr>
              <a:tr h="224751">
                <a:tc>
                  <a:txBody>
                    <a:bodyPr/>
                    <a:lstStyle/>
                    <a:p>
                      <a:pPr algn="l" fontAlgn="t">
                        <a:buNone/>
                      </a:pPr>
                      <a:r>
                        <a:rPr lang="en-US" sz="1100">
                          <a:effectLst/>
                          <a:latin typeface="SFMono-Regular"/>
                        </a:rPr>
                        <a:t>scale-down-delay-after-failure</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How long after scale down failure that scale down evaluation resumes.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Three minutes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07503535"/>
                  </a:ext>
                </a:extLst>
              </a:tr>
              <a:tr h="244265">
                <a:tc>
                  <a:txBody>
                    <a:bodyPr/>
                    <a:lstStyle/>
                    <a:p>
                      <a:pPr algn="l" fontAlgn="t">
                        <a:buNone/>
                      </a:pPr>
                      <a:r>
                        <a:rPr lang="en-US" sz="1100">
                          <a:effectLst/>
                          <a:latin typeface="SFMono-Regular"/>
                        </a:rPr>
                        <a:t>scale-down-unneeded-time</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How long a node should be unneeded before it's eligible for scale down.</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10 minutes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10922003"/>
                  </a:ext>
                </a:extLst>
              </a:tr>
              <a:tr h="226723">
                <a:tc>
                  <a:txBody>
                    <a:bodyPr/>
                    <a:lstStyle/>
                    <a:p>
                      <a:pPr algn="l" fontAlgn="t">
                        <a:buNone/>
                      </a:pPr>
                      <a:r>
                        <a:rPr lang="en-US" sz="1100">
                          <a:effectLst/>
                          <a:latin typeface="SFMono-Regular"/>
                        </a:rPr>
                        <a:t>scale-down-unready-time</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How long an unready node should be unneeded before it's eligible for scale down.</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20 minutes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54611538"/>
                  </a:ext>
                </a:extLst>
              </a:tr>
              <a:tr h="244265">
                <a:tc>
                  <a:txBody>
                    <a:bodyPr/>
                    <a:lstStyle/>
                    <a:p>
                      <a:pPr algn="l" fontAlgn="t">
                        <a:buNone/>
                      </a:pPr>
                      <a:r>
                        <a:rPr lang="en-US" sz="1100">
                          <a:effectLst/>
                          <a:latin typeface="SFMono-Regular"/>
                        </a:rPr>
                        <a:t>ignore-daemonsets-utilization</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Whether DaemonSet pods will be ignored when calculating resource utilization for scale down.</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false</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754898156"/>
                  </a:ext>
                </a:extLst>
              </a:tr>
              <a:tr h="244265">
                <a:tc>
                  <a:txBody>
                    <a:bodyPr/>
                    <a:lstStyle/>
                    <a:p>
                      <a:pPr algn="l" fontAlgn="t">
                        <a:buNone/>
                      </a:pPr>
                      <a:r>
                        <a:rPr lang="en-US" sz="1100">
                          <a:effectLst/>
                          <a:latin typeface="SFMono-Regular"/>
                        </a:rPr>
                        <a:t>daemonset-eviction-for-empty-nodes</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Whether DaemonSet pods will be gracefully terminated from empty nodes.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false</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862940909"/>
                  </a:ext>
                </a:extLst>
              </a:tr>
              <a:tr h="244265">
                <a:tc>
                  <a:txBody>
                    <a:bodyPr/>
                    <a:lstStyle/>
                    <a:p>
                      <a:pPr algn="l" fontAlgn="t">
                        <a:buNone/>
                      </a:pPr>
                      <a:r>
                        <a:rPr lang="en-US" sz="1100">
                          <a:effectLst/>
                          <a:latin typeface="SFMono-Regular"/>
                        </a:rPr>
                        <a:t>daemonset-eviction-for-occupied-nodes</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Whether DaemonSet pods will be gracefully terminated from non-empty nodes.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true</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633311141"/>
                  </a:ext>
                </a:extLst>
              </a:tr>
              <a:tr h="230152">
                <a:tc>
                  <a:txBody>
                    <a:bodyPr/>
                    <a:lstStyle/>
                    <a:p>
                      <a:pPr algn="l" fontAlgn="t">
                        <a:buNone/>
                      </a:pPr>
                      <a:r>
                        <a:rPr lang="en-US" sz="1100">
                          <a:effectLst/>
                          <a:latin typeface="SFMono-Regular"/>
                        </a:rPr>
                        <a:t>scale-down-utilization-threshold</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The maximum value between the sum of CPU requests and sum of Memory requests of all pods running on the node divided by node's corresponding allocatable resource, below which a node can be considered for scale down.</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0.5</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701526138"/>
                  </a:ext>
                </a:extLst>
              </a:tr>
              <a:tr h="244265">
                <a:tc>
                  <a:txBody>
                    <a:bodyPr/>
                    <a:lstStyle/>
                    <a:p>
                      <a:pPr algn="l" fontAlgn="t">
                        <a:buNone/>
                      </a:pPr>
                      <a:r>
                        <a:rPr lang="en-US" sz="1100">
                          <a:effectLst/>
                          <a:latin typeface="SFMono-Regular"/>
                        </a:rPr>
                        <a:t>max-graceful-termination-sec</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Maximum number of seconds the cluster autoscaler waits for pod termination when trying to scale down a node.</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600 seconds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49160201"/>
                  </a:ext>
                </a:extLst>
              </a:tr>
              <a:tr h="166725">
                <a:tc>
                  <a:txBody>
                    <a:bodyPr/>
                    <a:lstStyle/>
                    <a:p>
                      <a:pPr algn="l" fontAlgn="t">
                        <a:buNone/>
                      </a:pPr>
                      <a:r>
                        <a:rPr lang="en-US" sz="1100">
                          <a:effectLst/>
                          <a:latin typeface="SFMono-Regular"/>
                        </a:rPr>
                        <a:t>balance-similar-node-groups</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Detects similar node pools and balances the number of nodes between them.</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false</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67332299"/>
                  </a:ext>
                </a:extLst>
              </a:tr>
              <a:tr h="208721">
                <a:tc>
                  <a:txBody>
                    <a:bodyPr/>
                    <a:lstStyle/>
                    <a:p>
                      <a:pPr algn="l" fontAlgn="t">
                        <a:buNone/>
                      </a:pPr>
                      <a:r>
                        <a:rPr lang="en-US" sz="1100">
                          <a:effectLst/>
                          <a:latin typeface="SFMono-Regular"/>
                        </a:rPr>
                        <a:t>expander</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Type of node pool </a:t>
                      </a:r>
                      <a:r>
                        <a:rPr lang="en-US" sz="1100" u="none" strike="noStrike">
                          <a:solidFill>
                            <a:srgbClr val="0065B3"/>
                          </a:solidFill>
                          <a:effectLst/>
                          <a:hlinkClick r:id="rId2"/>
                        </a:rPr>
                        <a:t>expander</a:t>
                      </a:r>
                      <a:r>
                        <a:rPr lang="en-US" sz="1100">
                          <a:effectLst/>
                        </a:rPr>
                        <a:t> uses in scale up. Possible values include </a:t>
                      </a:r>
                      <a:r>
                        <a:rPr lang="en-US" sz="1100">
                          <a:effectLst/>
                          <a:latin typeface="SFMono-Regular"/>
                        </a:rPr>
                        <a:t>most-pods</a:t>
                      </a:r>
                      <a:r>
                        <a:rPr lang="en-US" sz="1100">
                          <a:effectLst/>
                        </a:rPr>
                        <a:t>, </a:t>
                      </a:r>
                      <a:r>
                        <a:rPr lang="en-US" sz="1100">
                          <a:effectLst/>
                          <a:latin typeface="SFMono-Regular"/>
                        </a:rPr>
                        <a:t>random</a:t>
                      </a:r>
                      <a:r>
                        <a:rPr lang="en-US" sz="1100">
                          <a:effectLst/>
                        </a:rPr>
                        <a:t>, </a:t>
                      </a:r>
                      <a:r>
                        <a:rPr lang="en-US" sz="1100">
                          <a:effectLst/>
                          <a:latin typeface="SFMono-Regular"/>
                        </a:rPr>
                        <a:t>least-waste</a:t>
                      </a:r>
                      <a:r>
                        <a:rPr lang="en-US" sz="1100">
                          <a:effectLst/>
                        </a:rPr>
                        <a:t>, and </a:t>
                      </a:r>
                      <a:r>
                        <a:rPr lang="en-US" sz="1100">
                          <a:effectLst/>
                          <a:latin typeface="SFMono-Regular"/>
                        </a:rPr>
                        <a:t>priority</a:t>
                      </a:r>
                      <a:r>
                        <a:rPr lang="en-US" sz="1100">
                          <a:effectLst/>
                        </a:rPr>
                        <a:t>.</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random</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34435097"/>
                  </a:ext>
                </a:extLst>
              </a:tr>
              <a:tr h="208722">
                <a:tc>
                  <a:txBody>
                    <a:bodyPr/>
                    <a:lstStyle/>
                    <a:p>
                      <a:pPr algn="l" fontAlgn="t">
                        <a:buNone/>
                      </a:pPr>
                      <a:r>
                        <a:rPr lang="en-US" sz="1100">
                          <a:effectLst/>
                          <a:latin typeface="SFMono-Regular"/>
                        </a:rPr>
                        <a:t>skip-nodes-with-local-storage</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If </a:t>
                      </a:r>
                      <a:r>
                        <a:rPr lang="en-US" sz="1100">
                          <a:effectLst/>
                          <a:latin typeface="SFMono-Regular"/>
                        </a:rPr>
                        <a:t>true</a:t>
                      </a:r>
                      <a:r>
                        <a:rPr lang="en-US" sz="1100">
                          <a:effectLst/>
                        </a:rPr>
                        <a:t>, cluster autoscaler doesn't delete nodes with pods with local storage, for example, EmptyDir or HostPath.</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false</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152908361"/>
                  </a:ext>
                </a:extLst>
              </a:tr>
              <a:tr h="198783">
                <a:tc>
                  <a:txBody>
                    <a:bodyPr/>
                    <a:lstStyle/>
                    <a:p>
                      <a:pPr algn="l" fontAlgn="t">
                        <a:buNone/>
                      </a:pPr>
                      <a:r>
                        <a:rPr lang="en-US" sz="1100">
                          <a:effectLst/>
                          <a:latin typeface="SFMono-Regular"/>
                        </a:rPr>
                        <a:t>skip-nodes-with-system-pods</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If </a:t>
                      </a:r>
                      <a:r>
                        <a:rPr lang="en-US" sz="1100">
                          <a:effectLst/>
                          <a:latin typeface="SFMono-Regular"/>
                        </a:rPr>
                        <a:t>true</a:t>
                      </a:r>
                      <a:r>
                        <a:rPr lang="en-US" sz="1100">
                          <a:effectLst/>
                        </a:rPr>
                        <a:t>, cluster autoscaler doesn't delete nodes with pods from kube-system (except for DaemonSet or mirror pods).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latin typeface="SFMono-Regular"/>
                        </a:rPr>
                        <a:t>true</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388729410"/>
                  </a:ext>
                </a:extLst>
              </a:tr>
              <a:tr h="168965">
                <a:tc>
                  <a:txBody>
                    <a:bodyPr/>
                    <a:lstStyle/>
                    <a:p>
                      <a:pPr algn="l" fontAlgn="t">
                        <a:buNone/>
                      </a:pPr>
                      <a:r>
                        <a:rPr lang="en-US" sz="1100">
                          <a:effectLst/>
                          <a:latin typeface="SFMono-Regular"/>
                        </a:rPr>
                        <a:t>max-empty-bulk-delete</a:t>
                      </a:r>
                      <a:endParaRPr lang="en-US" sz="110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Maximum number of empty nodes that can be deleted at the same time.</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10 nodes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84577033"/>
                  </a:ext>
                </a:extLst>
              </a:tr>
              <a:tr h="178904">
                <a:tc>
                  <a:txBody>
                    <a:bodyPr/>
                    <a:lstStyle/>
                    <a:p>
                      <a:pPr algn="l" fontAlgn="t">
                        <a:buNone/>
                      </a:pPr>
                      <a:r>
                        <a:rPr lang="en-US" sz="1100" dirty="0">
                          <a:effectLst/>
                          <a:latin typeface="SFMono-Regular"/>
                        </a:rPr>
                        <a:t>new-pod-scale-up-delay</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For scenarios such as burst/batch scale where you don't want CA to act before the Kubernetes scheduler could schedule all the pods, you can tell CA to ignore unscheduled pods before they reach a certain age.</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0 seconds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344622378"/>
                  </a:ext>
                </a:extLst>
              </a:tr>
              <a:tr h="136812">
                <a:tc>
                  <a:txBody>
                    <a:bodyPr/>
                    <a:lstStyle/>
                    <a:p>
                      <a:pPr algn="l" fontAlgn="t">
                        <a:buNone/>
                      </a:pPr>
                      <a:r>
                        <a:rPr lang="en-US" sz="1100" dirty="0">
                          <a:effectLst/>
                          <a:latin typeface="SFMono-Regular"/>
                        </a:rPr>
                        <a:t>max-total-unready-percentage</a:t>
                      </a:r>
                      <a:endParaRPr lang="en-US" sz="1100" dirty="0">
                        <a:effectLst/>
                      </a:endParaRP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Maximum percentage of unready nodes in the cluster. After this percentage is exceeded, CA halts operations.</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45%</a:t>
                      </a:r>
                    </a:p>
                  </a:txBody>
                  <a:tcPr marL="31995" marR="31995" marT="15998" marB="1599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231942735"/>
                  </a:ext>
                </a:extLst>
              </a:tr>
            </a:tbl>
          </a:graphicData>
        </a:graphic>
      </p:graphicFrame>
    </p:spTree>
    <p:extLst>
      <p:ext uri="{BB962C8B-B14F-4D97-AF65-F5344CB8AC3E}">
        <p14:creationId xmlns:p14="http://schemas.microsoft.com/office/powerpoint/2010/main" val="3759393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F605D0-A004-6867-D23C-CAFE5D1EE0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8E8B8EC-B6CA-726C-67B7-01A9B1539F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EDF2F0-A88F-31D4-9006-F1056364103A}"/>
              </a:ext>
            </a:extLst>
          </p:cNvPr>
          <p:cNvSpPr>
            <a:spLocks noGrp="1"/>
          </p:cNvSpPr>
          <p:nvPr>
            <p:ph type="title"/>
          </p:nvPr>
        </p:nvSpPr>
        <p:spPr>
          <a:xfrm>
            <a:off x="838200" y="365125"/>
            <a:ext cx="10515600" cy="1325563"/>
          </a:xfrm>
        </p:spPr>
        <p:txBody>
          <a:bodyPr>
            <a:normAutofit fontScale="90000"/>
          </a:bodyPr>
          <a:lstStyle/>
          <a:p>
            <a:pPr algn="ctr"/>
            <a:r>
              <a:rPr lang="en-US" sz="5400" dirty="0"/>
              <a:t>Cluster </a:t>
            </a:r>
            <a:r>
              <a:rPr lang="en-US" sz="5400" dirty="0" err="1"/>
              <a:t>Autoscaler</a:t>
            </a:r>
            <a:r>
              <a:rPr lang="en-US" sz="5400" dirty="0"/>
              <a:t> Profile for  Performance</a:t>
            </a:r>
          </a:p>
        </p:txBody>
      </p:sp>
      <p:sp>
        <p:nvSpPr>
          <p:cNvPr id="10" name="sketch line">
            <a:extLst>
              <a:ext uri="{FF2B5EF4-FFF2-40B4-BE49-F238E27FC236}">
                <a16:creationId xmlns:a16="http://schemas.microsoft.com/office/drawing/2014/main" id="{D3ABD6F0-D105-7E6E-8137-A2E8A5DAD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ED703D1-32C7-9E41-C230-AEB68B3258BA}"/>
              </a:ext>
            </a:extLst>
          </p:cNvPr>
          <p:cNvSpPr>
            <a:spLocks noGrp="1"/>
          </p:cNvSpPr>
          <p:nvPr>
            <p:ph idx="1"/>
          </p:nvPr>
        </p:nvSpPr>
        <p:spPr>
          <a:xfrm>
            <a:off x="487017" y="2017643"/>
            <a:ext cx="11205111" cy="4442791"/>
          </a:xfrm>
        </p:spPr>
        <p:txBody>
          <a:bodyPr>
            <a:normAutofit/>
          </a:bodyPr>
          <a:lstStyle/>
          <a:p>
            <a:pPr>
              <a:spcAft>
                <a:spcPts val="600"/>
              </a:spcAft>
            </a:pPr>
            <a:r>
              <a:rPr lang="en-US" sz="2200" dirty="0"/>
              <a:t>For clusters that handle substantial and bursty workloads with a primary focus on performance, we recommend increasing the </a:t>
            </a:r>
            <a:r>
              <a:rPr lang="en-US" sz="2200" b="1" dirty="0">
                <a:latin typeface="Consolas" panose="020B0609020204030204" pitchFamily="49" charset="0"/>
              </a:rPr>
              <a:t>scan-interval</a:t>
            </a:r>
            <a:r>
              <a:rPr lang="en-US" sz="2200" dirty="0"/>
              <a:t> and decreasing the </a:t>
            </a:r>
            <a:r>
              <a:rPr lang="en-US" sz="2200" b="1" dirty="0">
                <a:latin typeface="Consolas" panose="020B0609020204030204" pitchFamily="49" charset="0"/>
              </a:rPr>
              <a:t>scale-down-utilization-threshold</a:t>
            </a:r>
            <a:r>
              <a:rPr lang="en-US" sz="2200" dirty="0"/>
              <a:t>. </a:t>
            </a:r>
          </a:p>
          <a:p>
            <a:pPr>
              <a:spcAft>
                <a:spcPts val="600"/>
              </a:spcAft>
            </a:pPr>
            <a:r>
              <a:rPr lang="en-US" sz="2200" dirty="0"/>
              <a:t>These settings help batch multiple scaling operations into a single call, optimizing scaling time and the utilization of compute read/write quotas. </a:t>
            </a:r>
          </a:p>
          <a:p>
            <a:pPr>
              <a:spcAft>
                <a:spcPts val="600"/>
              </a:spcAft>
            </a:pPr>
            <a:r>
              <a:rPr lang="en-US" sz="2200" dirty="0"/>
              <a:t>It also helps mitigate the risk of swift scale down operations on underutilized nodes, enhancing the pod scheduling efficiency. </a:t>
            </a:r>
          </a:p>
          <a:p>
            <a:pPr>
              <a:spcAft>
                <a:spcPts val="600"/>
              </a:spcAft>
            </a:pPr>
            <a:r>
              <a:rPr lang="en-US" sz="2200" dirty="0"/>
              <a:t>Also increase </a:t>
            </a:r>
            <a:r>
              <a:rPr lang="en-US" sz="2200" b="1" dirty="0">
                <a:latin typeface="Consolas" panose="020B0609020204030204" pitchFamily="49" charset="0"/>
              </a:rPr>
              <a:t>ok-total-unready-count</a:t>
            </a:r>
            <a:r>
              <a:rPr lang="en-US" sz="2200" dirty="0"/>
              <a:t> and </a:t>
            </a:r>
            <a:r>
              <a:rPr lang="en-US" sz="2200" b="1" dirty="0">
                <a:latin typeface="Consolas" panose="020B0609020204030204" pitchFamily="49" charset="0"/>
              </a:rPr>
              <a:t>max-total-unready-percentage</a:t>
            </a:r>
            <a:r>
              <a:rPr lang="en-US" sz="2200" dirty="0"/>
              <a:t>.</a:t>
            </a:r>
          </a:p>
          <a:p>
            <a:pPr>
              <a:spcAft>
                <a:spcPts val="600"/>
              </a:spcAft>
            </a:pPr>
            <a:r>
              <a:rPr lang="en-US" sz="2200" dirty="0"/>
              <a:t>For clusters with </a:t>
            </a:r>
            <a:r>
              <a:rPr lang="en-US" sz="2200" b="1" dirty="0" err="1"/>
              <a:t>daemonset</a:t>
            </a:r>
            <a:r>
              <a:rPr lang="en-US" sz="2200" b="1" dirty="0"/>
              <a:t> pods</a:t>
            </a:r>
            <a:r>
              <a:rPr lang="en-US" sz="2200" dirty="0"/>
              <a:t>, we recommend setting </a:t>
            </a:r>
            <a:r>
              <a:rPr lang="en-US" sz="2200" b="1" dirty="0">
                <a:latin typeface="Consolas" panose="020B0609020204030204" pitchFamily="49" charset="0"/>
              </a:rPr>
              <a:t>ignore-</a:t>
            </a:r>
            <a:r>
              <a:rPr lang="en-US" sz="2200" b="1" dirty="0" err="1">
                <a:latin typeface="Consolas" panose="020B0609020204030204" pitchFamily="49" charset="0"/>
              </a:rPr>
              <a:t>daemonsets</a:t>
            </a:r>
            <a:r>
              <a:rPr lang="en-US" sz="2200" b="1" dirty="0">
                <a:latin typeface="Consolas" panose="020B0609020204030204" pitchFamily="49" charset="0"/>
              </a:rPr>
              <a:t>-utilization</a:t>
            </a:r>
            <a:r>
              <a:rPr lang="en-US" sz="2200" dirty="0"/>
              <a:t> to </a:t>
            </a:r>
            <a:r>
              <a:rPr lang="en-US" sz="2200" b="1" dirty="0"/>
              <a:t>true</a:t>
            </a:r>
            <a:r>
              <a:rPr lang="en-US" sz="2200" dirty="0"/>
              <a:t>, which effectively ignores node utilization by </a:t>
            </a:r>
            <a:r>
              <a:rPr lang="en-US" sz="2200" dirty="0" err="1"/>
              <a:t>daemonset</a:t>
            </a:r>
            <a:r>
              <a:rPr lang="en-US" sz="2200" dirty="0"/>
              <a:t> pods and minimizes unnecessary scale down operations. </a:t>
            </a:r>
          </a:p>
        </p:txBody>
      </p:sp>
    </p:spTree>
    <p:extLst>
      <p:ext uri="{BB962C8B-B14F-4D97-AF65-F5344CB8AC3E}">
        <p14:creationId xmlns:p14="http://schemas.microsoft.com/office/powerpoint/2010/main" val="1736464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F8D80A-2024-E292-6C8A-8FD6C67090C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F690D5-E111-C9EE-DBE0-EE892648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25C16B-F650-4564-21C9-A928F8D6CDDE}"/>
              </a:ext>
            </a:extLst>
          </p:cNvPr>
          <p:cNvSpPr>
            <a:spLocks noGrp="1"/>
          </p:cNvSpPr>
          <p:nvPr>
            <p:ph type="title"/>
          </p:nvPr>
        </p:nvSpPr>
        <p:spPr>
          <a:xfrm>
            <a:off x="838200" y="365125"/>
            <a:ext cx="10515600" cy="1325563"/>
          </a:xfrm>
        </p:spPr>
        <p:txBody>
          <a:bodyPr>
            <a:normAutofit/>
          </a:bodyPr>
          <a:lstStyle/>
          <a:p>
            <a:pPr algn="ctr"/>
            <a:r>
              <a:rPr lang="en-US" sz="5400" dirty="0"/>
              <a:t>Cluster </a:t>
            </a:r>
            <a:r>
              <a:rPr lang="en-US" sz="5400" dirty="0" err="1"/>
              <a:t>Autoscaler</a:t>
            </a:r>
            <a:r>
              <a:rPr lang="en-US" sz="5400" dirty="0"/>
              <a:t> Profile for  Cost</a:t>
            </a:r>
          </a:p>
        </p:txBody>
      </p:sp>
      <p:sp>
        <p:nvSpPr>
          <p:cNvPr id="10" name="sketch line">
            <a:extLst>
              <a:ext uri="{FF2B5EF4-FFF2-40B4-BE49-F238E27FC236}">
                <a16:creationId xmlns:a16="http://schemas.microsoft.com/office/drawing/2014/main" id="{70B9976A-C510-36C8-9B26-A83C88E91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D1FFBE7-6414-13BD-7998-ECB9DC0406DF}"/>
              </a:ext>
            </a:extLst>
          </p:cNvPr>
          <p:cNvSpPr>
            <a:spLocks noGrp="1"/>
          </p:cNvSpPr>
          <p:nvPr>
            <p:ph idx="1"/>
          </p:nvPr>
        </p:nvSpPr>
        <p:spPr>
          <a:xfrm>
            <a:off x="487017" y="2017643"/>
            <a:ext cx="11205111" cy="4442791"/>
          </a:xfrm>
        </p:spPr>
        <p:txBody>
          <a:bodyPr>
            <a:normAutofit/>
          </a:bodyPr>
          <a:lstStyle/>
          <a:p>
            <a:pPr>
              <a:spcAft>
                <a:spcPts val="600"/>
              </a:spcAft>
            </a:pPr>
            <a:r>
              <a:rPr lang="en-US" sz="2200" dirty="0"/>
              <a:t>Reduce </a:t>
            </a:r>
            <a:r>
              <a:rPr lang="en-US" sz="2200" b="1" dirty="0">
                <a:latin typeface="Consolas" panose="020B0609020204030204" pitchFamily="49" charset="0"/>
              </a:rPr>
              <a:t>scale-down-unneeded-time</a:t>
            </a:r>
            <a:r>
              <a:rPr lang="en-US" sz="2200" dirty="0"/>
              <a:t>, which is the amount of time a node should be unneeded before it's eligible for scale down.</a:t>
            </a:r>
          </a:p>
          <a:p>
            <a:pPr>
              <a:spcAft>
                <a:spcPts val="600"/>
              </a:spcAft>
            </a:pPr>
            <a:r>
              <a:rPr lang="en-US" sz="2200" dirty="0"/>
              <a:t>Reduce </a:t>
            </a:r>
            <a:r>
              <a:rPr lang="en-US" sz="2200" b="1" dirty="0">
                <a:latin typeface="Consolas" panose="020B0609020204030204" pitchFamily="49" charset="0"/>
              </a:rPr>
              <a:t>scale-down-delay-after-add</a:t>
            </a:r>
            <a:r>
              <a:rPr lang="en-US" sz="2200" dirty="0"/>
              <a:t>, which is the amount of time to wait after a node is added before considering it for scale down.</a:t>
            </a:r>
          </a:p>
          <a:p>
            <a:pPr>
              <a:spcAft>
                <a:spcPts val="600"/>
              </a:spcAft>
            </a:pPr>
            <a:r>
              <a:rPr lang="en-US" sz="2200" dirty="0"/>
              <a:t>Increase </a:t>
            </a:r>
            <a:r>
              <a:rPr lang="en-US" sz="2200" b="1" dirty="0">
                <a:latin typeface="Consolas" panose="020B0609020204030204" pitchFamily="49" charset="0"/>
              </a:rPr>
              <a:t>scale-down-utilization-threshold</a:t>
            </a:r>
            <a:r>
              <a:rPr lang="en-US" sz="2200" dirty="0"/>
              <a:t>, which is the utilization threshold for removing nodes.</a:t>
            </a:r>
          </a:p>
          <a:p>
            <a:pPr>
              <a:spcAft>
                <a:spcPts val="600"/>
              </a:spcAft>
            </a:pPr>
            <a:r>
              <a:rPr lang="en-US" sz="2200" dirty="0"/>
              <a:t>Increase </a:t>
            </a:r>
            <a:r>
              <a:rPr lang="en-US" sz="2200" b="1" dirty="0">
                <a:latin typeface="Consolas" panose="020B0609020204030204" pitchFamily="49" charset="0"/>
              </a:rPr>
              <a:t>max-empty-bulk-delete</a:t>
            </a:r>
            <a:r>
              <a:rPr lang="en-US" sz="2200" dirty="0"/>
              <a:t>, which is the maximum number of nodes that can be deleted in a single call.</a:t>
            </a:r>
          </a:p>
          <a:p>
            <a:pPr>
              <a:spcAft>
                <a:spcPts val="600"/>
              </a:spcAft>
            </a:pPr>
            <a:r>
              <a:rPr lang="en-US" sz="2200" dirty="0"/>
              <a:t>Set </a:t>
            </a:r>
            <a:r>
              <a:rPr lang="en-US" sz="2200" b="1" dirty="0">
                <a:latin typeface="Consolas" panose="020B0609020204030204" pitchFamily="49" charset="0"/>
              </a:rPr>
              <a:t>skip-nodes-with-local-storage</a:t>
            </a:r>
            <a:r>
              <a:rPr lang="en-US" sz="2200" dirty="0"/>
              <a:t> to false.</a:t>
            </a:r>
          </a:p>
          <a:p>
            <a:pPr>
              <a:spcAft>
                <a:spcPts val="600"/>
              </a:spcAft>
            </a:pPr>
            <a:r>
              <a:rPr lang="en-US" sz="2200" dirty="0"/>
              <a:t>Increase </a:t>
            </a:r>
            <a:r>
              <a:rPr lang="en-US" sz="2200" b="1" dirty="0">
                <a:latin typeface="Consolas" panose="020B0609020204030204" pitchFamily="49" charset="0"/>
              </a:rPr>
              <a:t>ok-total-unready-count</a:t>
            </a:r>
            <a:r>
              <a:rPr lang="en-US" sz="2200" dirty="0"/>
              <a:t> and </a:t>
            </a:r>
            <a:r>
              <a:rPr lang="en-US" sz="2200" b="1" dirty="0">
                <a:latin typeface="Consolas" panose="020B0609020204030204" pitchFamily="49" charset="0"/>
              </a:rPr>
              <a:t>max-total-unready-percentage</a:t>
            </a:r>
            <a:r>
              <a:rPr lang="en-US" sz="2200" dirty="0"/>
              <a:t>.</a:t>
            </a:r>
          </a:p>
        </p:txBody>
      </p:sp>
    </p:spTree>
    <p:extLst>
      <p:ext uri="{BB962C8B-B14F-4D97-AF65-F5344CB8AC3E}">
        <p14:creationId xmlns:p14="http://schemas.microsoft.com/office/powerpoint/2010/main" val="1683472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CA2356-C6F3-E69D-852E-5D5DF6A0CB2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E8DACD-50DC-C4E1-C477-482172321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F594ED-9FED-1FFD-203C-01FCA4A18A2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7E3488EC-D99E-791F-AD39-F7B43F2690EB}"/>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Scale Node Pools</a:t>
            </a:r>
          </a:p>
        </p:txBody>
      </p:sp>
      <p:sp>
        <p:nvSpPr>
          <p:cNvPr id="10" name="sketch line">
            <a:extLst>
              <a:ext uri="{FF2B5EF4-FFF2-40B4-BE49-F238E27FC236}">
                <a16:creationId xmlns:a16="http://schemas.microsoft.com/office/drawing/2014/main" id="{E52C971A-D5BA-A6D3-CE8D-A661911E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331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91962-AB07-E222-2C98-5CADC22C8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DCD90-A352-C369-1B92-53D8752F9C1C}"/>
              </a:ext>
            </a:extLst>
          </p:cNvPr>
          <p:cNvSpPr>
            <a:spLocks noGrp="1"/>
          </p:cNvSpPr>
          <p:nvPr>
            <p:ph type="title"/>
          </p:nvPr>
        </p:nvSpPr>
        <p:spPr/>
        <p:txBody>
          <a:bodyPr/>
          <a:lstStyle/>
          <a:p>
            <a:r>
              <a:rPr lang="en-US" dirty="0"/>
              <a:t>Kubernetes Event Driven Scaler (KEDA)</a:t>
            </a:r>
          </a:p>
        </p:txBody>
      </p:sp>
      <p:sp>
        <p:nvSpPr>
          <p:cNvPr id="3" name="Content Placeholder 2">
            <a:extLst>
              <a:ext uri="{FF2B5EF4-FFF2-40B4-BE49-F238E27FC236}">
                <a16:creationId xmlns:a16="http://schemas.microsoft.com/office/drawing/2014/main" id="{40B0A9B0-B6CE-B551-7EAA-0FD51C5B52C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81933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B18BF-4C12-80CF-4164-69C7160F8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DD2E1-0289-8369-19D8-40826DBB4AC0}"/>
              </a:ext>
            </a:extLst>
          </p:cNvPr>
          <p:cNvSpPr>
            <a:spLocks noGrp="1"/>
          </p:cNvSpPr>
          <p:nvPr>
            <p:ph type="title"/>
          </p:nvPr>
        </p:nvSpPr>
        <p:spPr/>
        <p:txBody>
          <a:bodyPr/>
          <a:lstStyle/>
          <a:p>
            <a:r>
              <a:rPr lang="en-US" dirty="0"/>
              <a:t>Node Auto-provisioning</a:t>
            </a:r>
          </a:p>
        </p:txBody>
      </p:sp>
      <p:sp>
        <p:nvSpPr>
          <p:cNvPr id="3" name="Content Placeholder 2">
            <a:extLst>
              <a:ext uri="{FF2B5EF4-FFF2-40B4-BE49-F238E27FC236}">
                <a16:creationId xmlns:a16="http://schemas.microsoft.com/office/drawing/2014/main" id="{CB14CDE2-4732-F26B-3452-97AFDE78798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42032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354F4E26-D1F3-EC07-4782-463CFD06FAD1}"/>
              </a:ext>
            </a:extLst>
          </p:cNvPr>
          <p:cNvSpPr>
            <a:spLocks noGrp="1"/>
          </p:cNvSpPr>
          <p:nvPr>
            <p:ph idx="1"/>
          </p:nvPr>
        </p:nvSpPr>
        <p:spPr>
          <a:xfrm>
            <a:off x="4447308" y="591344"/>
            <a:ext cx="6906491" cy="5585619"/>
          </a:xfrm>
        </p:spPr>
        <p:txBody>
          <a:bodyPr anchor="ctr">
            <a:normAutofit/>
          </a:bodyPr>
          <a:lstStyle/>
          <a:p>
            <a:pPr marL="0" indent="0">
              <a:buNone/>
            </a:pPr>
            <a:r>
              <a:rPr lang="en-US"/>
              <a:t>Questions ?</a:t>
            </a:r>
          </a:p>
        </p:txBody>
      </p:sp>
    </p:spTree>
    <p:extLst>
      <p:ext uri="{BB962C8B-B14F-4D97-AF65-F5344CB8AC3E}">
        <p14:creationId xmlns:p14="http://schemas.microsoft.com/office/powerpoint/2010/main" val="19363687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299C4-A57F-F76F-A252-0BDFCC66E67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9EAD09-A52B-3F40-20A0-992FD5B02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E3C6766D-7230-6D6A-2178-AFEA6D3E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Arc 25">
            <a:extLst>
              <a:ext uri="{FF2B5EF4-FFF2-40B4-BE49-F238E27FC236}">
                <a16:creationId xmlns:a16="http://schemas.microsoft.com/office/drawing/2014/main" id="{7098CF42-3639-BD0B-AB92-5E94C9F7F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19BE6953-44A8-E351-F8C5-9B2D6522B55D}"/>
              </a:ext>
            </a:extLst>
          </p:cNvPr>
          <p:cNvSpPr>
            <a:spLocks noGrp="1"/>
          </p:cNvSpPr>
          <p:nvPr>
            <p:ph idx="1"/>
          </p:nvPr>
        </p:nvSpPr>
        <p:spPr>
          <a:xfrm>
            <a:off x="4447308" y="591344"/>
            <a:ext cx="6906491" cy="5585619"/>
          </a:xfrm>
        </p:spPr>
        <p:txBody>
          <a:bodyPr anchor="ctr">
            <a:normAutofit/>
          </a:bodyPr>
          <a:lstStyle/>
          <a:p>
            <a:pPr marL="0" indent="0">
              <a:buNone/>
            </a:pPr>
            <a:r>
              <a:rPr lang="en-US" dirty="0"/>
              <a:t>Thank you</a:t>
            </a:r>
          </a:p>
        </p:txBody>
      </p:sp>
    </p:spTree>
    <p:extLst>
      <p:ext uri="{BB962C8B-B14F-4D97-AF65-F5344CB8AC3E}">
        <p14:creationId xmlns:p14="http://schemas.microsoft.com/office/powerpoint/2010/main" val="1409184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3756</TotalTime>
  <Words>2739</Words>
  <Application>Microsoft Office PowerPoint</Application>
  <PresentationFormat>Widescreen</PresentationFormat>
  <Paragraphs>269</Paragraphs>
  <Slides>41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Aptos</vt:lpstr>
      <vt:lpstr>Aptos Display</vt:lpstr>
      <vt:lpstr>Arial</vt:lpstr>
      <vt:lpstr>Calibri</vt:lpstr>
      <vt:lpstr>Consolas</vt:lpstr>
      <vt:lpstr>Google Sans Text</vt:lpstr>
      <vt:lpstr>SFMono-Regular</vt:lpstr>
      <vt:lpstr>Office Theme</vt:lpstr>
      <vt:lpstr>AKS Workshop</vt:lpstr>
      <vt:lpstr>Node Pools</vt:lpstr>
      <vt:lpstr>What are the Node Pools?</vt:lpstr>
      <vt:lpstr>Node Pool – Core Functionality</vt:lpstr>
      <vt:lpstr>Role of Node Pools</vt:lpstr>
      <vt:lpstr>Node Pools</vt:lpstr>
      <vt:lpstr>DEMO</vt:lpstr>
      <vt:lpstr>Node Pool Types</vt:lpstr>
      <vt:lpstr>System Node Pools</vt:lpstr>
      <vt:lpstr>DEMO</vt:lpstr>
      <vt:lpstr>Node Pool Types</vt:lpstr>
      <vt:lpstr>Node Pool Types</vt:lpstr>
      <vt:lpstr>Common AKS node pool design patterns</vt:lpstr>
      <vt:lpstr>DEMO</vt:lpstr>
      <vt:lpstr>VM Series with GPU Support</vt:lpstr>
      <vt:lpstr>Scale Node Pools in AKS</vt:lpstr>
      <vt:lpstr>Resize Node Pools in AKS</vt:lpstr>
      <vt:lpstr>DEMO</vt:lpstr>
      <vt:lpstr>DEMO</vt:lpstr>
      <vt:lpstr>AutoScaling</vt:lpstr>
      <vt:lpstr>Vertical Pod Autoscaler (VPA)</vt:lpstr>
      <vt:lpstr>VPA – Key Points</vt:lpstr>
      <vt:lpstr>VPA – Limitations and Considerations</vt:lpstr>
      <vt:lpstr>VPA – Limitations and Considerations</vt:lpstr>
      <vt:lpstr>VPA – The Components</vt:lpstr>
      <vt:lpstr>VPA Admission Controller</vt:lpstr>
      <vt:lpstr>VPA Operation Modes</vt:lpstr>
      <vt:lpstr>DEMO</vt:lpstr>
      <vt:lpstr>PowerPoint Presentation</vt:lpstr>
      <vt:lpstr>Cluster Autoscaler</vt:lpstr>
      <vt:lpstr>Cluster Autoscaler</vt:lpstr>
      <vt:lpstr>Cluster Autoscaler – Best Practices</vt:lpstr>
      <vt:lpstr>Cluster Autoscaler Profile</vt:lpstr>
      <vt:lpstr>Cluster Autoscaler Profile</vt:lpstr>
      <vt:lpstr>Cluster Autoscaler Profile for  Performance</vt:lpstr>
      <vt:lpstr>Cluster Autoscaler Profile for  Cost</vt:lpstr>
      <vt:lpstr>DEMO</vt:lpstr>
      <vt:lpstr>Kubernetes Event Driven Scaler (KEDA)</vt:lpstr>
      <vt:lpstr>Node Auto-provisioning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Faik Hakan Bilgen</dc:creator>
  <cp:lastModifiedBy>Faik Hakan Bilgen</cp:lastModifiedBy>
  <cp:revision>18</cp:revision>
  <dcterms:created xsi:type="dcterms:W3CDTF">2026-01-06T09:30:25Z</dcterms:created>
  <dcterms:modified xsi:type="dcterms:W3CDTF">2026-01-22T14:48:04Z</dcterms:modified>
</cp:coreProperties>
</file>