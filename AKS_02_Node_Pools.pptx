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7" r:id="rId3"/>
    <p:sldId id="270" r:id="rId4"/>
    <p:sldId id="269" r:id="rId5"/>
    <p:sldId id="274" r:id="rId6"/>
    <p:sldId id="277" r:id="rId7"/>
    <p:sldId id="279" r:id="rId8"/>
    <p:sldId id="271" r:id="rId9"/>
    <p:sldId id="276" r:id="rId10"/>
    <p:sldId id="280" r:id="rId11"/>
    <p:sldId id="272" r:id="rId12"/>
    <p:sldId id="273" r:id="rId13"/>
    <p:sldId id="275" r:id="rId14"/>
    <p:sldId id="281" r:id="rId15"/>
    <p:sldId id="278" r:id="rId16"/>
    <p:sldId id="282" r:id="rId17"/>
    <p:sldId id="283" r:id="rId18"/>
    <p:sldId id="285" r:id="rId19"/>
    <p:sldId id="284" r:id="rId20"/>
    <p:sldId id="286" r:id="rId21"/>
    <p:sldId id="334" r:id="rId22"/>
    <p:sldId id="335"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BF948F-92FA-4CCB-82AF-65088C23CD36}" v="6" dt="2026-01-17T14:50:01.14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6" d="100"/>
          <a:sy n="96" d="100"/>
        </p:scale>
        <p:origin x="1152"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aik bilgen" userId="9fcb1696e65a161f" providerId="LiveId" clId="{0C3A4C9E-717D-4ADE-97E0-B0AD580B3355}"/>
    <pc:docChg chg="undo custSel addSld delSld modSld sldOrd">
      <pc:chgData name="faik bilgen" userId="9fcb1696e65a161f" providerId="LiveId" clId="{0C3A4C9E-717D-4ADE-97E0-B0AD580B3355}" dt="2026-01-17T14:50:01.142" v="240"/>
      <pc:docMkLst>
        <pc:docMk/>
      </pc:docMkLst>
      <pc:sldChg chg="del">
        <pc:chgData name="faik bilgen" userId="9fcb1696e65a161f" providerId="LiveId" clId="{0C3A4C9E-717D-4ADE-97E0-B0AD580B3355}" dt="2026-01-16T08:42:06.155" v="0" actId="47"/>
        <pc:sldMkLst>
          <pc:docMk/>
          <pc:sldMk cId="3180168693" sldId="257"/>
        </pc:sldMkLst>
      </pc:sldChg>
      <pc:sldChg chg="del">
        <pc:chgData name="faik bilgen" userId="9fcb1696e65a161f" providerId="LiveId" clId="{0C3A4C9E-717D-4ADE-97E0-B0AD580B3355}" dt="2026-01-16T08:42:06.155" v="0" actId="47"/>
        <pc:sldMkLst>
          <pc:docMk/>
          <pc:sldMk cId="1715846408" sldId="258"/>
        </pc:sldMkLst>
      </pc:sldChg>
      <pc:sldChg chg="del">
        <pc:chgData name="faik bilgen" userId="9fcb1696e65a161f" providerId="LiveId" clId="{0C3A4C9E-717D-4ADE-97E0-B0AD580B3355}" dt="2026-01-16T08:42:06.155" v="0" actId="47"/>
        <pc:sldMkLst>
          <pc:docMk/>
          <pc:sldMk cId="2857814632" sldId="259"/>
        </pc:sldMkLst>
      </pc:sldChg>
      <pc:sldChg chg="del">
        <pc:chgData name="faik bilgen" userId="9fcb1696e65a161f" providerId="LiveId" clId="{0C3A4C9E-717D-4ADE-97E0-B0AD580B3355}" dt="2026-01-16T08:42:06.155" v="0" actId="47"/>
        <pc:sldMkLst>
          <pc:docMk/>
          <pc:sldMk cId="3834534611" sldId="260"/>
        </pc:sldMkLst>
      </pc:sldChg>
      <pc:sldChg chg="del">
        <pc:chgData name="faik bilgen" userId="9fcb1696e65a161f" providerId="LiveId" clId="{0C3A4C9E-717D-4ADE-97E0-B0AD580B3355}" dt="2026-01-16T08:42:06.155" v="0" actId="47"/>
        <pc:sldMkLst>
          <pc:docMk/>
          <pc:sldMk cId="1738797384" sldId="262"/>
        </pc:sldMkLst>
      </pc:sldChg>
      <pc:sldChg chg="del">
        <pc:chgData name="faik bilgen" userId="9fcb1696e65a161f" providerId="LiveId" clId="{0C3A4C9E-717D-4ADE-97E0-B0AD580B3355}" dt="2026-01-16T08:42:06.155" v="0" actId="47"/>
        <pc:sldMkLst>
          <pc:docMk/>
          <pc:sldMk cId="4035011338" sldId="263"/>
        </pc:sldMkLst>
      </pc:sldChg>
      <pc:sldChg chg="del">
        <pc:chgData name="faik bilgen" userId="9fcb1696e65a161f" providerId="LiveId" clId="{0C3A4C9E-717D-4ADE-97E0-B0AD580B3355}" dt="2026-01-16T08:42:06.155" v="0" actId="47"/>
        <pc:sldMkLst>
          <pc:docMk/>
          <pc:sldMk cId="3826261541" sldId="264"/>
        </pc:sldMkLst>
      </pc:sldChg>
      <pc:sldChg chg="del">
        <pc:chgData name="faik bilgen" userId="9fcb1696e65a161f" providerId="LiveId" clId="{0C3A4C9E-717D-4ADE-97E0-B0AD580B3355}" dt="2026-01-16T08:42:06.155" v="0" actId="47"/>
        <pc:sldMkLst>
          <pc:docMk/>
          <pc:sldMk cId="3229684071" sldId="265"/>
        </pc:sldMkLst>
      </pc:sldChg>
      <pc:sldChg chg="del">
        <pc:chgData name="faik bilgen" userId="9fcb1696e65a161f" providerId="LiveId" clId="{0C3A4C9E-717D-4ADE-97E0-B0AD580B3355}" dt="2026-01-16T08:42:06.155" v="0" actId="47"/>
        <pc:sldMkLst>
          <pc:docMk/>
          <pc:sldMk cId="1874607520" sldId="266"/>
        </pc:sldMkLst>
      </pc:sldChg>
      <pc:sldChg chg="modSp add mod ord">
        <pc:chgData name="faik bilgen" userId="9fcb1696e65a161f" providerId="LiveId" clId="{0C3A4C9E-717D-4ADE-97E0-B0AD580B3355}" dt="2026-01-17T14:13:03.700" v="159" actId="113"/>
        <pc:sldMkLst>
          <pc:docMk/>
          <pc:sldMk cId="3366502508" sldId="282"/>
        </pc:sldMkLst>
        <pc:spChg chg="mod">
          <ac:chgData name="faik bilgen" userId="9fcb1696e65a161f" providerId="LiveId" clId="{0C3A4C9E-717D-4ADE-97E0-B0AD580B3355}" dt="2026-01-17T13:59:46.993" v="27" actId="20577"/>
          <ac:spMkLst>
            <pc:docMk/>
            <pc:sldMk cId="3366502508" sldId="282"/>
            <ac:spMk id="2" creationId="{F3CF6751-E3E2-7AB5-B126-BB0AB0551260}"/>
          </ac:spMkLst>
        </pc:spChg>
        <pc:spChg chg="mod">
          <ac:chgData name="faik bilgen" userId="9fcb1696e65a161f" providerId="LiveId" clId="{0C3A4C9E-717D-4ADE-97E0-B0AD580B3355}" dt="2026-01-17T14:13:03.700" v="159" actId="113"/>
          <ac:spMkLst>
            <pc:docMk/>
            <pc:sldMk cId="3366502508" sldId="282"/>
            <ac:spMk id="3" creationId="{2CE31F24-3615-FB64-D8CE-FFA08B237245}"/>
          </ac:spMkLst>
        </pc:spChg>
      </pc:sldChg>
      <pc:sldChg chg="del">
        <pc:chgData name="faik bilgen" userId="9fcb1696e65a161f" providerId="LiveId" clId="{0C3A4C9E-717D-4ADE-97E0-B0AD580B3355}" dt="2026-01-16T08:42:47.416" v="1" actId="47"/>
        <pc:sldMkLst>
          <pc:docMk/>
          <pc:sldMk cId="4292313360" sldId="282"/>
        </pc:sldMkLst>
      </pc:sldChg>
      <pc:sldChg chg="del">
        <pc:chgData name="faik bilgen" userId="9fcb1696e65a161f" providerId="LiveId" clId="{0C3A4C9E-717D-4ADE-97E0-B0AD580B3355}" dt="2026-01-16T08:42:47.416" v="1" actId="47"/>
        <pc:sldMkLst>
          <pc:docMk/>
          <pc:sldMk cId="1827053775" sldId="283"/>
        </pc:sldMkLst>
      </pc:sldChg>
      <pc:sldChg chg="addSp delSp modSp add mod">
        <pc:chgData name="faik bilgen" userId="9fcb1696e65a161f" providerId="LiveId" clId="{0C3A4C9E-717D-4ADE-97E0-B0AD580B3355}" dt="2026-01-17T14:48:49.667" v="215" actId="21"/>
        <pc:sldMkLst>
          <pc:docMk/>
          <pc:sldMk cId="3611786026" sldId="283"/>
        </pc:sldMkLst>
        <pc:spChg chg="mod">
          <ac:chgData name="faik bilgen" userId="9fcb1696e65a161f" providerId="LiveId" clId="{0C3A4C9E-717D-4ADE-97E0-B0AD580B3355}" dt="2026-01-17T14:44:51.823" v="180" actId="20577"/>
          <ac:spMkLst>
            <pc:docMk/>
            <pc:sldMk cId="3611786026" sldId="283"/>
            <ac:spMk id="2" creationId="{DFC31F19-6C1B-7B3D-5A91-ECD0C34D07C3}"/>
          </ac:spMkLst>
        </pc:spChg>
        <pc:spChg chg="del">
          <ac:chgData name="faik bilgen" userId="9fcb1696e65a161f" providerId="LiveId" clId="{0C3A4C9E-717D-4ADE-97E0-B0AD580B3355}" dt="2026-01-17T14:45:00.200" v="181" actId="478"/>
          <ac:spMkLst>
            <pc:docMk/>
            <pc:sldMk cId="3611786026" sldId="283"/>
            <ac:spMk id="3" creationId="{DCC40C4F-577C-9F45-57EE-62A488F60370}"/>
          </ac:spMkLst>
        </pc:spChg>
        <pc:spChg chg="add del mod">
          <ac:chgData name="faik bilgen" userId="9fcb1696e65a161f" providerId="LiveId" clId="{0C3A4C9E-717D-4ADE-97E0-B0AD580B3355}" dt="2026-01-17T14:48:49.667" v="215" actId="21"/>
          <ac:spMkLst>
            <pc:docMk/>
            <pc:sldMk cId="3611786026" sldId="283"/>
            <ac:spMk id="5" creationId="{2492B2B1-CABB-3C14-8FD8-B744923BF563}"/>
          </ac:spMkLst>
        </pc:spChg>
        <pc:spChg chg="add mod">
          <ac:chgData name="faik bilgen" userId="9fcb1696e65a161f" providerId="LiveId" clId="{0C3A4C9E-717D-4ADE-97E0-B0AD580B3355}" dt="2026-01-17T14:48:49.667" v="215" actId="21"/>
          <ac:spMkLst>
            <pc:docMk/>
            <pc:sldMk cId="3611786026" sldId="283"/>
            <ac:spMk id="7" creationId="{B7A1DA1B-BFA4-7679-C7B5-B2DF85409ABD}"/>
          </ac:spMkLst>
        </pc:spChg>
      </pc:sldChg>
      <pc:sldChg chg="del">
        <pc:chgData name="faik bilgen" userId="9fcb1696e65a161f" providerId="LiveId" clId="{0C3A4C9E-717D-4ADE-97E0-B0AD580B3355}" dt="2026-01-16T08:42:47.416" v="1" actId="47"/>
        <pc:sldMkLst>
          <pc:docMk/>
          <pc:sldMk cId="1280037439" sldId="284"/>
        </pc:sldMkLst>
      </pc:sldChg>
      <pc:sldChg chg="addSp delSp modSp add mod">
        <pc:chgData name="faik bilgen" userId="9fcb1696e65a161f" providerId="LiveId" clId="{0C3A4C9E-717D-4ADE-97E0-B0AD580B3355}" dt="2026-01-17T14:49:09.126" v="239" actId="1035"/>
        <pc:sldMkLst>
          <pc:docMk/>
          <pc:sldMk cId="1705256605" sldId="284"/>
        </pc:sldMkLst>
        <pc:spChg chg="mod">
          <ac:chgData name="faik bilgen" userId="9fcb1696e65a161f" providerId="LiveId" clId="{0C3A4C9E-717D-4ADE-97E0-B0AD580B3355}" dt="2026-01-17T14:45:22.754" v="187" actId="20577"/>
          <ac:spMkLst>
            <pc:docMk/>
            <pc:sldMk cId="1705256605" sldId="284"/>
            <ac:spMk id="2" creationId="{9BFADA13-C464-9FAA-7318-6342FAA9B774}"/>
          </ac:spMkLst>
        </pc:spChg>
        <pc:spChg chg="del mod">
          <ac:chgData name="faik bilgen" userId="9fcb1696e65a161f" providerId="LiveId" clId="{0C3A4C9E-717D-4ADE-97E0-B0AD580B3355}" dt="2026-01-17T14:47:06.887" v="192" actId="478"/>
          <ac:spMkLst>
            <pc:docMk/>
            <pc:sldMk cId="1705256605" sldId="284"/>
            <ac:spMk id="3" creationId="{71914252-A176-061F-E4F4-04EABDBFA9BD}"/>
          </ac:spMkLst>
        </pc:spChg>
        <pc:spChg chg="add del mod">
          <ac:chgData name="faik bilgen" userId="9fcb1696e65a161f" providerId="LiveId" clId="{0C3A4C9E-717D-4ADE-97E0-B0AD580B3355}" dt="2026-01-17T14:48:53.579" v="216" actId="478"/>
          <ac:spMkLst>
            <pc:docMk/>
            <pc:sldMk cId="1705256605" sldId="284"/>
            <ac:spMk id="5" creationId="{FD76DBBF-3C38-FD20-2D5A-DD28B0689AA2}"/>
          </ac:spMkLst>
        </pc:spChg>
        <pc:spChg chg="add mod">
          <ac:chgData name="faik bilgen" userId="9fcb1696e65a161f" providerId="LiveId" clId="{0C3A4C9E-717D-4ADE-97E0-B0AD580B3355}" dt="2026-01-17T14:49:09.126" v="239" actId="1035"/>
          <ac:spMkLst>
            <pc:docMk/>
            <pc:sldMk cId="1705256605" sldId="284"/>
            <ac:spMk id="6" creationId="{D43DB3DC-6EB9-D003-9556-84737B5C8059}"/>
          </ac:spMkLst>
        </pc:spChg>
      </pc:sldChg>
      <pc:sldChg chg="del">
        <pc:chgData name="faik bilgen" userId="9fcb1696e65a161f" providerId="LiveId" clId="{0C3A4C9E-717D-4ADE-97E0-B0AD580B3355}" dt="2026-01-16T08:42:47.416" v="1" actId="47"/>
        <pc:sldMkLst>
          <pc:docMk/>
          <pc:sldMk cId="413130814" sldId="285"/>
        </pc:sldMkLst>
      </pc:sldChg>
      <pc:sldChg chg="modSp add mod ord">
        <pc:chgData name="faik bilgen" userId="9fcb1696e65a161f" providerId="LiveId" clId="{0C3A4C9E-717D-4ADE-97E0-B0AD580B3355}" dt="2026-01-17T14:47:58.140" v="205" actId="20577"/>
        <pc:sldMkLst>
          <pc:docMk/>
          <pc:sldMk cId="4219331966" sldId="285"/>
        </pc:sldMkLst>
        <pc:spChg chg="mod">
          <ac:chgData name="faik bilgen" userId="9fcb1696e65a161f" providerId="LiveId" clId="{0C3A4C9E-717D-4ADE-97E0-B0AD580B3355}" dt="2026-01-17T14:47:58.140" v="205" actId="20577"/>
          <ac:spMkLst>
            <pc:docMk/>
            <pc:sldMk cId="4219331966" sldId="285"/>
            <ac:spMk id="3" creationId="{7E3488EC-D99E-791F-AD39-F7B43F2690EB}"/>
          </ac:spMkLst>
        </pc:spChg>
      </pc:sldChg>
      <pc:sldChg chg="del">
        <pc:chgData name="faik bilgen" userId="9fcb1696e65a161f" providerId="LiveId" clId="{0C3A4C9E-717D-4ADE-97E0-B0AD580B3355}" dt="2026-01-16T08:42:47.416" v="1" actId="47"/>
        <pc:sldMkLst>
          <pc:docMk/>
          <pc:sldMk cId="3038040624" sldId="286"/>
        </pc:sldMkLst>
      </pc:sldChg>
      <pc:sldChg chg="modSp add mod ord">
        <pc:chgData name="faik bilgen" userId="9fcb1696e65a161f" providerId="LiveId" clId="{0C3A4C9E-717D-4ADE-97E0-B0AD580B3355}" dt="2026-01-17T14:48:14.712" v="214" actId="20577"/>
        <pc:sldMkLst>
          <pc:docMk/>
          <pc:sldMk cId="3622638630" sldId="286"/>
        </pc:sldMkLst>
        <pc:spChg chg="mod">
          <ac:chgData name="faik bilgen" userId="9fcb1696e65a161f" providerId="LiveId" clId="{0C3A4C9E-717D-4ADE-97E0-B0AD580B3355}" dt="2026-01-17T14:48:14.712" v="214" actId="20577"/>
          <ac:spMkLst>
            <pc:docMk/>
            <pc:sldMk cId="3622638630" sldId="286"/>
            <ac:spMk id="3" creationId="{6FE15B48-8B42-6AB2-0972-DA13468857A4}"/>
          </ac:spMkLst>
        </pc:spChg>
      </pc:sldChg>
      <pc:sldChg chg="del">
        <pc:chgData name="faik bilgen" userId="9fcb1696e65a161f" providerId="LiveId" clId="{0C3A4C9E-717D-4ADE-97E0-B0AD580B3355}" dt="2026-01-16T08:42:47.416" v="1" actId="47"/>
        <pc:sldMkLst>
          <pc:docMk/>
          <pc:sldMk cId="3043854610" sldId="287"/>
        </pc:sldMkLst>
      </pc:sldChg>
      <pc:sldChg chg="del">
        <pc:chgData name="faik bilgen" userId="9fcb1696e65a161f" providerId="LiveId" clId="{0C3A4C9E-717D-4ADE-97E0-B0AD580B3355}" dt="2026-01-16T08:42:47.416" v="1" actId="47"/>
        <pc:sldMkLst>
          <pc:docMk/>
          <pc:sldMk cId="2666904521" sldId="288"/>
        </pc:sldMkLst>
      </pc:sldChg>
      <pc:sldChg chg="del">
        <pc:chgData name="faik bilgen" userId="9fcb1696e65a161f" providerId="LiveId" clId="{0C3A4C9E-717D-4ADE-97E0-B0AD580B3355}" dt="2026-01-16T08:42:47.416" v="1" actId="47"/>
        <pc:sldMkLst>
          <pc:docMk/>
          <pc:sldMk cId="4201830527" sldId="289"/>
        </pc:sldMkLst>
      </pc:sldChg>
      <pc:sldChg chg="del">
        <pc:chgData name="faik bilgen" userId="9fcb1696e65a161f" providerId="LiveId" clId="{0C3A4C9E-717D-4ADE-97E0-B0AD580B3355}" dt="2026-01-16T08:42:47.416" v="1" actId="47"/>
        <pc:sldMkLst>
          <pc:docMk/>
          <pc:sldMk cId="2001816398" sldId="290"/>
        </pc:sldMkLst>
      </pc:sldChg>
      <pc:sldChg chg="del">
        <pc:chgData name="faik bilgen" userId="9fcb1696e65a161f" providerId="LiveId" clId="{0C3A4C9E-717D-4ADE-97E0-B0AD580B3355}" dt="2026-01-16T08:42:47.416" v="1" actId="47"/>
        <pc:sldMkLst>
          <pc:docMk/>
          <pc:sldMk cId="3700015185" sldId="291"/>
        </pc:sldMkLst>
      </pc:sldChg>
      <pc:sldChg chg="del">
        <pc:chgData name="faik bilgen" userId="9fcb1696e65a161f" providerId="LiveId" clId="{0C3A4C9E-717D-4ADE-97E0-B0AD580B3355}" dt="2026-01-16T08:42:47.416" v="1" actId="47"/>
        <pc:sldMkLst>
          <pc:docMk/>
          <pc:sldMk cId="3701918185" sldId="292"/>
        </pc:sldMkLst>
      </pc:sldChg>
      <pc:sldChg chg="del">
        <pc:chgData name="faik bilgen" userId="9fcb1696e65a161f" providerId="LiveId" clId="{0C3A4C9E-717D-4ADE-97E0-B0AD580B3355}" dt="2026-01-16T08:42:47.416" v="1" actId="47"/>
        <pc:sldMkLst>
          <pc:docMk/>
          <pc:sldMk cId="903027820" sldId="293"/>
        </pc:sldMkLst>
      </pc:sldChg>
      <pc:sldChg chg="del">
        <pc:chgData name="faik bilgen" userId="9fcb1696e65a161f" providerId="LiveId" clId="{0C3A4C9E-717D-4ADE-97E0-B0AD580B3355}" dt="2026-01-16T08:42:47.416" v="1" actId="47"/>
        <pc:sldMkLst>
          <pc:docMk/>
          <pc:sldMk cId="1985601365" sldId="294"/>
        </pc:sldMkLst>
      </pc:sldChg>
      <pc:sldChg chg="del">
        <pc:chgData name="faik bilgen" userId="9fcb1696e65a161f" providerId="LiveId" clId="{0C3A4C9E-717D-4ADE-97E0-B0AD580B3355}" dt="2026-01-16T08:42:47.416" v="1" actId="47"/>
        <pc:sldMkLst>
          <pc:docMk/>
          <pc:sldMk cId="1779925364" sldId="295"/>
        </pc:sldMkLst>
      </pc:sldChg>
      <pc:sldChg chg="del">
        <pc:chgData name="faik bilgen" userId="9fcb1696e65a161f" providerId="LiveId" clId="{0C3A4C9E-717D-4ADE-97E0-B0AD580B3355}" dt="2026-01-16T08:42:47.416" v="1" actId="47"/>
        <pc:sldMkLst>
          <pc:docMk/>
          <pc:sldMk cId="2337829577" sldId="296"/>
        </pc:sldMkLst>
      </pc:sldChg>
      <pc:sldChg chg="del">
        <pc:chgData name="faik bilgen" userId="9fcb1696e65a161f" providerId="LiveId" clId="{0C3A4C9E-717D-4ADE-97E0-B0AD580B3355}" dt="2026-01-16T08:42:47.416" v="1" actId="47"/>
        <pc:sldMkLst>
          <pc:docMk/>
          <pc:sldMk cId="2758371294" sldId="297"/>
        </pc:sldMkLst>
      </pc:sldChg>
      <pc:sldChg chg="del">
        <pc:chgData name="faik bilgen" userId="9fcb1696e65a161f" providerId="LiveId" clId="{0C3A4C9E-717D-4ADE-97E0-B0AD580B3355}" dt="2026-01-16T08:42:47.416" v="1" actId="47"/>
        <pc:sldMkLst>
          <pc:docMk/>
          <pc:sldMk cId="827202394" sldId="298"/>
        </pc:sldMkLst>
      </pc:sldChg>
      <pc:sldChg chg="add">
        <pc:chgData name="faik bilgen" userId="9fcb1696e65a161f" providerId="LiveId" clId="{0C3A4C9E-717D-4ADE-97E0-B0AD580B3355}" dt="2026-01-17T14:50:01.142" v="240"/>
        <pc:sldMkLst>
          <pc:docMk/>
          <pc:sldMk cId="1936368771" sldId="334"/>
        </pc:sldMkLst>
      </pc:sldChg>
      <pc:sldChg chg="add">
        <pc:chgData name="faik bilgen" userId="9fcb1696e65a161f" providerId="LiveId" clId="{0C3A4C9E-717D-4ADE-97E0-B0AD580B3355}" dt="2026-01-17T14:50:01.142" v="240"/>
        <pc:sldMkLst>
          <pc:docMk/>
          <pc:sldMk cId="1409184322" sldId="335"/>
        </pc:sldMkLst>
      </pc:sldChg>
    </pc:docChg>
  </pc:docChgLst>
</pc:chgInfo>
</file>

<file path=ppt/diagrams/_rels/data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_rels/drawing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1BA27B7-CE71-487F-B688-6790437F23FF}"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ED5EB5AA-1F52-46FB-B107-66AE245EE9BE}">
      <dgm:prSet/>
      <dgm:spPr/>
      <dgm:t>
        <a:bodyPr/>
        <a:lstStyle/>
        <a:p>
          <a:r>
            <a:rPr lang="en-US"/>
            <a:t>In </a:t>
          </a:r>
          <a:r>
            <a:rPr lang="en-US" b="1"/>
            <a:t>Azure Kubernetes Service (AKS)</a:t>
          </a:r>
          <a:r>
            <a:rPr lang="en-US"/>
            <a:t>, a </a:t>
          </a:r>
          <a:r>
            <a:rPr lang="en-US" b="1"/>
            <a:t>node pool</a:t>
          </a:r>
          <a:r>
            <a:rPr lang="en-US"/>
            <a:t> is a </a:t>
          </a:r>
          <a:r>
            <a:rPr lang="en-US" b="1"/>
            <a:t>group of worker nodes (VMs) that share the same configuration</a:t>
          </a:r>
          <a:r>
            <a:rPr lang="en-US"/>
            <a:t> (VM size, OS type, disk settings, labels/taints, scaling rules, etc.). </a:t>
          </a:r>
        </a:p>
      </dgm:t>
    </dgm:pt>
    <dgm:pt modelId="{0649746A-07EA-4D59-8065-6FA2AE0C5F36}" type="parTrans" cxnId="{D05D389F-7DDE-4733-B14A-3FE940BD6EBC}">
      <dgm:prSet/>
      <dgm:spPr/>
      <dgm:t>
        <a:bodyPr/>
        <a:lstStyle/>
        <a:p>
          <a:endParaRPr lang="en-US"/>
        </a:p>
      </dgm:t>
    </dgm:pt>
    <dgm:pt modelId="{95CFA7F6-CB26-4254-ACCA-20B78D1A8B6B}" type="sibTrans" cxnId="{D05D389F-7DDE-4733-B14A-3FE940BD6EBC}">
      <dgm:prSet/>
      <dgm:spPr/>
      <dgm:t>
        <a:bodyPr/>
        <a:lstStyle/>
        <a:p>
          <a:endParaRPr lang="en-US"/>
        </a:p>
      </dgm:t>
    </dgm:pt>
    <dgm:pt modelId="{6FC10BFC-77C8-4423-A4C7-095532419F48}">
      <dgm:prSet/>
      <dgm:spPr/>
      <dgm:t>
        <a:bodyPr/>
        <a:lstStyle/>
        <a:p>
          <a:r>
            <a:rPr lang="en-US"/>
            <a:t>You use node pools to run both </a:t>
          </a:r>
          <a:r>
            <a:rPr lang="en-US" b="1"/>
            <a:t>Kubernetes system components</a:t>
          </a:r>
          <a:r>
            <a:rPr lang="en-US"/>
            <a:t> and </a:t>
          </a:r>
          <a:r>
            <a:rPr lang="en-US" b="1"/>
            <a:t>your workloads</a:t>
          </a:r>
          <a:r>
            <a:rPr lang="en-US"/>
            <a:t>, while managing them as a unit (scale, upgrade, replace).</a:t>
          </a:r>
        </a:p>
      </dgm:t>
    </dgm:pt>
    <dgm:pt modelId="{296B9AA4-5B06-4210-B097-7C1994C5CE3D}" type="parTrans" cxnId="{76BCFBA1-7297-48C2-868E-95CA982175F8}">
      <dgm:prSet/>
      <dgm:spPr/>
      <dgm:t>
        <a:bodyPr/>
        <a:lstStyle/>
        <a:p>
          <a:endParaRPr lang="en-US"/>
        </a:p>
      </dgm:t>
    </dgm:pt>
    <dgm:pt modelId="{3DC6EC2B-AFA5-4A36-9301-9CD32C75C48E}" type="sibTrans" cxnId="{76BCFBA1-7297-48C2-868E-95CA982175F8}">
      <dgm:prSet/>
      <dgm:spPr/>
      <dgm:t>
        <a:bodyPr/>
        <a:lstStyle/>
        <a:p>
          <a:endParaRPr lang="en-US"/>
        </a:p>
      </dgm:t>
    </dgm:pt>
    <dgm:pt modelId="{8D51A01C-6948-479B-B805-F8B7FE031CFA}" type="pres">
      <dgm:prSet presAssocID="{A1BA27B7-CE71-487F-B688-6790437F23FF}" presName="vert0" presStyleCnt="0">
        <dgm:presLayoutVars>
          <dgm:dir/>
          <dgm:animOne val="branch"/>
          <dgm:animLvl val="lvl"/>
        </dgm:presLayoutVars>
      </dgm:prSet>
      <dgm:spPr/>
    </dgm:pt>
    <dgm:pt modelId="{50EDB88A-67BA-4499-91DE-0BEB5956068C}" type="pres">
      <dgm:prSet presAssocID="{ED5EB5AA-1F52-46FB-B107-66AE245EE9BE}" presName="thickLine" presStyleLbl="alignNode1" presStyleIdx="0" presStyleCnt="2"/>
      <dgm:spPr/>
    </dgm:pt>
    <dgm:pt modelId="{BB97D2C1-0427-4644-9B8D-D6F5317D994C}" type="pres">
      <dgm:prSet presAssocID="{ED5EB5AA-1F52-46FB-B107-66AE245EE9BE}" presName="horz1" presStyleCnt="0"/>
      <dgm:spPr/>
    </dgm:pt>
    <dgm:pt modelId="{10B2A6CA-F463-4FEB-A92B-0972F0381157}" type="pres">
      <dgm:prSet presAssocID="{ED5EB5AA-1F52-46FB-B107-66AE245EE9BE}" presName="tx1" presStyleLbl="revTx" presStyleIdx="0" presStyleCnt="2"/>
      <dgm:spPr/>
    </dgm:pt>
    <dgm:pt modelId="{ABC41DB4-E3EA-40DA-B52C-FEC915352DBC}" type="pres">
      <dgm:prSet presAssocID="{ED5EB5AA-1F52-46FB-B107-66AE245EE9BE}" presName="vert1" presStyleCnt="0"/>
      <dgm:spPr/>
    </dgm:pt>
    <dgm:pt modelId="{A8E98079-39BC-42AE-BEDE-C16FD987D3F7}" type="pres">
      <dgm:prSet presAssocID="{6FC10BFC-77C8-4423-A4C7-095532419F48}" presName="thickLine" presStyleLbl="alignNode1" presStyleIdx="1" presStyleCnt="2"/>
      <dgm:spPr/>
    </dgm:pt>
    <dgm:pt modelId="{0FBA8EA6-8C0D-4843-ACDA-8DDBD4F1B370}" type="pres">
      <dgm:prSet presAssocID="{6FC10BFC-77C8-4423-A4C7-095532419F48}" presName="horz1" presStyleCnt="0"/>
      <dgm:spPr/>
    </dgm:pt>
    <dgm:pt modelId="{B2FAA0F6-2971-4B6D-A65B-D59E0586DE86}" type="pres">
      <dgm:prSet presAssocID="{6FC10BFC-77C8-4423-A4C7-095532419F48}" presName="tx1" presStyleLbl="revTx" presStyleIdx="1" presStyleCnt="2"/>
      <dgm:spPr/>
    </dgm:pt>
    <dgm:pt modelId="{9B6A964D-7206-49D1-8A28-12D1F24781FB}" type="pres">
      <dgm:prSet presAssocID="{6FC10BFC-77C8-4423-A4C7-095532419F48}" presName="vert1" presStyleCnt="0"/>
      <dgm:spPr/>
    </dgm:pt>
  </dgm:ptLst>
  <dgm:cxnLst>
    <dgm:cxn modelId="{689C8E5D-0FD2-401F-991F-F0E736C1BBBA}" type="presOf" srcId="{6FC10BFC-77C8-4423-A4C7-095532419F48}" destId="{B2FAA0F6-2971-4B6D-A65B-D59E0586DE86}" srcOrd="0" destOrd="0" presId="urn:microsoft.com/office/officeart/2008/layout/LinedList"/>
    <dgm:cxn modelId="{3DC7BB67-FFE9-42F0-AAAB-BACAEA16C870}" type="presOf" srcId="{A1BA27B7-CE71-487F-B688-6790437F23FF}" destId="{8D51A01C-6948-479B-B805-F8B7FE031CFA}" srcOrd="0" destOrd="0" presId="urn:microsoft.com/office/officeart/2008/layout/LinedList"/>
    <dgm:cxn modelId="{D3686274-76E4-449E-9BAA-B8EA5D6538B0}" type="presOf" srcId="{ED5EB5AA-1F52-46FB-B107-66AE245EE9BE}" destId="{10B2A6CA-F463-4FEB-A92B-0972F0381157}" srcOrd="0" destOrd="0" presId="urn:microsoft.com/office/officeart/2008/layout/LinedList"/>
    <dgm:cxn modelId="{D05D389F-7DDE-4733-B14A-3FE940BD6EBC}" srcId="{A1BA27B7-CE71-487F-B688-6790437F23FF}" destId="{ED5EB5AA-1F52-46FB-B107-66AE245EE9BE}" srcOrd="0" destOrd="0" parTransId="{0649746A-07EA-4D59-8065-6FA2AE0C5F36}" sibTransId="{95CFA7F6-CB26-4254-ACCA-20B78D1A8B6B}"/>
    <dgm:cxn modelId="{76BCFBA1-7297-48C2-868E-95CA982175F8}" srcId="{A1BA27B7-CE71-487F-B688-6790437F23FF}" destId="{6FC10BFC-77C8-4423-A4C7-095532419F48}" srcOrd="1" destOrd="0" parTransId="{296B9AA4-5B06-4210-B097-7C1994C5CE3D}" sibTransId="{3DC6EC2B-AFA5-4A36-9301-9CD32C75C48E}"/>
    <dgm:cxn modelId="{EE521228-5549-44AE-910B-C5D50C925226}" type="presParOf" srcId="{8D51A01C-6948-479B-B805-F8B7FE031CFA}" destId="{50EDB88A-67BA-4499-91DE-0BEB5956068C}" srcOrd="0" destOrd="0" presId="urn:microsoft.com/office/officeart/2008/layout/LinedList"/>
    <dgm:cxn modelId="{F95219FE-F86C-4C95-9F5D-791FDEAC86AB}" type="presParOf" srcId="{8D51A01C-6948-479B-B805-F8B7FE031CFA}" destId="{BB97D2C1-0427-4644-9B8D-D6F5317D994C}" srcOrd="1" destOrd="0" presId="urn:microsoft.com/office/officeart/2008/layout/LinedList"/>
    <dgm:cxn modelId="{071C0B26-679B-4C6A-B58B-3B1FBB6D5E63}" type="presParOf" srcId="{BB97D2C1-0427-4644-9B8D-D6F5317D994C}" destId="{10B2A6CA-F463-4FEB-A92B-0972F0381157}" srcOrd="0" destOrd="0" presId="urn:microsoft.com/office/officeart/2008/layout/LinedList"/>
    <dgm:cxn modelId="{CFBCA4CE-A6F6-45C5-B8DC-7BA846F35E0D}" type="presParOf" srcId="{BB97D2C1-0427-4644-9B8D-D6F5317D994C}" destId="{ABC41DB4-E3EA-40DA-B52C-FEC915352DBC}" srcOrd="1" destOrd="0" presId="urn:microsoft.com/office/officeart/2008/layout/LinedList"/>
    <dgm:cxn modelId="{2B76CE00-0FAD-4D57-A7AD-D3441F4545FA}" type="presParOf" srcId="{8D51A01C-6948-479B-B805-F8B7FE031CFA}" destId="{A8E98079-39BC-42AE-BEDE-C16FD987D3F7}" srcOrd="2" destOrd="0" presId="urn:microsoft.com/office/officeart/2008/layout/LinedList"/>
    <dgm:cxn modelId="{C64D2656-CE1F-43AC-9928-4762991C7FA1}" type="presParOf" srcId="{8D51A01C-6948-479B-B805-F8B7FE031CFA}" destId="{0FBA8EA6-8C0D-4843-ACDA-8DDBD4F1B370}" srcOrd="3" destOrd="0" presId="urn:microsoft.com/office/officeart/2008/layout/LinedList"/>
    <dgm:cxn modelId="{097FBC6C-D556-456E-BDB2-C0D02F4AAAE1}" type="presParOf" srcId="{0FBA8EA6-8C0D-4843-ACDA-8DDBD4F1B370}" destId="{B2FAA0F6-2971-4B6D-A65B-D59E0586DE86}" srcOrd="0" destOrd="0" presId="urn:microsoft.com/office/officeart/2008/layout/LinedList"/>
    <dgm:cxn modelId="{C947839F-5A1B-4270-8D32-40448F2EA3E8}" type="presParOf" srcId="{0FBA8EA6-8C0D-4843-ACDA-8DDBD4F1B370}" destId="{9B6A964D-7206-49D1-8A28-12D1F24781FB}"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B352BBA-696E-49AD-8E4B-A2DB13D1BB4E}" type="doc">
      <dgm:prSet loTypeId="urn:microsoft.com/office/officeart/2018/2/layout/IconCircleList" loCatId="icon" qsTypeId="urn:microsoft.com/office/officeart/2005/8/quickstyle/simple1" qsCatId="simple" csTypeId="urn:microsoft.com/office/officeart/2005/8/colors/colorful5" csCatId="colorful" phldr="1"/>
      <dgm:spPr/>
      <dgm:t>
        <a:bodyPr/>
        <a:lstStyle/>
        <a:p>
          <a:endParaRPr lang="en-US"/>
        </a:p>
      </dgm:t>
    </dgm:pt>
    <dgm:pt modelId="{72681AA3-C977-4C5A-8544-C590B5239933}">
      <dgm:prSet/>
      <dgm:spPr/>
      <dgm:t>
        <a:bodyPr/>
        <a:lstStyle/>
        <a:p>
          <a:pPr>
            <a:lnSpc>
              <a:spcPct val="100000"/>
            </a:lnSpc>
          </a:pPr>
          <a:r>
            <a:rPr lang="en-US" b="1"/>
            <a:t>Scale</a:t>
          </a:r>
          <a:r>
            <a:rPr lang="en-US"/>
            <a:t> node count (manually or with cluster autoscaler rules per pool).</a:t>
          </a:r>
        </a:p>
      </dgm:t>
    </dgm:pt>
    <dgm:pt modelId="{42666404-442E-40AD-ADDE-A808E5EA0BAC}" type="parTrans" cxnId="{07DA7A2C-4762-48F9-8CC8-488280506377}">
      <dgm:prSet/>
      <dgm:spPr/>
      <dgm:t>
        <a:bodyPr/>
        <a:lstStyle/>
        <a:p>
          <a:endParaRPr lang="en-US"/>
        </a:p>
      </dgm:t>
    </dgm:pt>
    <dgm:pt modelId="{955EDEE2-114D-4523-B3E9-E8282A4A349F}" type="sibTrans" cxnId="{07DA7A2C-4762-48F9-8CC8-488280506377}">
      <dgm:prSet/>
      <dgm:spPr/>
      <dgm:t>
        <a:bodyPr/>
        <a:lstStyle/>
        <a:p>
          <a:pPr>
            <a:lnSpc>
              <a:spcPct val="100000"/>
            </a:lnSpc>
          </a:pPr>
          <a:endParaRPr lang="en-US"/>
        </a:p>
      </dgm:t>
    </dgm:pt>
    <dgm:pt modelId="{78EE957A-9433-4491-8A77-9DEFF45E5C17}">
      <dgm:prSet/>
      <dgm:spPr/>
      <dgm:t>
        <a:bodyPr/>
        <a:lstStyle/>
        <a:p>
          <a:pPr>
            <a:lnSpc>
              <a:spcPct val="100000"/>
            </a:lnSpc>
          </a:pPr>
          <a:r>
            <a:rPr lang="en-US" b="1"/>
            <a:t>Upgrade</a:t>
          </a:r>
          <a:r>
            <a:rPr lang="en-US"/>
            <a:t> nodes in a controlled way (rolling upgrades, surge settings, drain/soak behavior).</a:t>
          </a:r>
        </a:p>
      </dgm:t>
    </dgm:pt>
    <dgm:pt modelId="{4D0D8B4C-E5D9-466F-B5E0-C32381AEF9AD}" type="parTrans" cxnId="{9084E3E7-485B-4547-80C9-628363F39FFA}">
      <dgm:prSet/>
      <dgm:spPr/>
      <dgm:t>
        <a:bodyPr/>
        <a:lstStyle/>
        <a:p>
          <a:endParaRPr lang="en-US"/>
        </a:p>
      </dgm:t>
    </dgm:pt>
    <dgm:pt modelId="{B4041E72-98C8-4953-A0C6-B905BC062A90}" type="sibTrans" cxnId="{9084E3E7-485B-4547-80C9-628363F39FFA}">
      <dgm:prSet/>
      <dgm:spPr/>
      <dgm:t>
        <a:bodyPr/>
        <a:lstStyle/>
        <a:p>
          <a:pPr>
            <a:lnSpc>
              <a:spcPct val="100000"/>
            </a:lnSpc>
          </a:pPr>
          <a:endParaRPr lang="en-US"/>
        </a:p>
      </dgm:t>
    </dgm:pt>
    <dgm:pt modelId="{6720E7A8-F8D3-4853-AE35-F2DFC39C0835}">
      <dgm:prSet/>
      <dgm:spPr/>
      <dgm:t>
        <a:bodyPr/>
        <a:lstStyle/>
        <a:p>
          <a:pPr>
            <a:lnSpc>
              <a:spcPct val="100000"/>
            </a:lnSpc>
          </a:pPr>
          <a:r>
            <a:rPr lang="en-US" b="1"/>
            <a:t>Isolate workloads</a:t>
          </a:r>
          <a:r>
            <a:rPr lang="en-US"/>
            <a:t> using </a:t>
          </a:r>
          <a:r>
            <a:rPr lang="en-US" b="1"/>
            <a:t>labels/taints</a:t>
          </a:r>
          <a:r>
            <a:rPr lang="en-US"/>
            <a:t> (e.g., dedicated pools for system, ingress, batch, GPU, Windows, etc.).</a:t>
          </a:r>
        </a:p>
      </dgm:t>
    </dgm:pt>
    <dgm:pt modelId="{4FAB36D1-359B-4293-856C-C123A880502B}" type="parTrans" cxnId="{0CBFFE55-7360-420F-AC93-342D5F98EDE4}">
      <dgm:prSet/>
      <dgm:spPr/>
      <dgm:t>
        <a:bodyPr/>
        <a:lstStyle/>
        <a:p>
          <a:endParaRPr lang="en-US"/>
        </a:p>
      </dgm:t>
    </dgm:pt>
    <dgm:pt modelId="{BBDAF71E-80E8-4771-B846-93A9C77D5267}" type="sibTrans" cxnId="{0CBFFE55-7360-420F-AC93-342D5F98EDE4}">
      <dgm:prSet/>
      <dgm:spPr/>
      <dgm:t>
        <a:bodyPr/>
        <a:lstStyle/>
        <a:p>
          <a:pPr>
            <a:lnSpc>
              <a:spcPct val="100000"/>
            </a:lnSpc>
          </a:pPr>
          <a:endParaRPr lang="en-US"/>
        </a:p>
      </dgm:t>
    </dgm:pt>
    <dgm:pt modelId="{0D1BD271-9033-47DE-BF0B-9C96E13B5BF0}">
      <dgm:prSet/>
      <dgm:spPr/>
      <dgm:t>
        <a:bodyPr/>
        <a:lstStyle/>
        <a:p>
          <a:pPr>
            <a:lnSpc>
              <a:spcPct val="100000"/>
            </a:lnSpc>
          </a:pPr>
          <a:r>
            <a:rPr lang="en-US" b="1"/>
            <a:t>Choose OS + image/disk behavior</a:t>
          </a:r>
          <a:r>
            <a:rPr lang="en-US"/>
            <a:t> (Linux/Windows; options like ephemeral OS disks are available when creating/adding pools).</a:t>
          </a:r>
        </a:p>
      </dgm:t>
    </dgm:pt>
    <dgm:pt modelId="{AFC04FC9-8BF3-440C-8B36-20E5BE728661}" type="parTrans" cxnId="{30569C90-BB4B-4508-88EE-8F621AED6E28}">
      <dgm:prSet/>
      <dgm:spPr/>
      <dgm:t>
        <a:bodyPr/>
        <a:lstStyle/>
        <a:p>
          <a:endParaRPr lang="en-US"/>
        </a:p>
      </dgm:t>
    </dgm:pt>
    <dgm:pt modelId="{FBFE8F9B-D916-42DE-A804-26C118A2F599}" type="sibTrans" cxnId="{30569C90-BB4B-4508-88EE-8F621AED6E28}">
      <dgm:prSet/>
      <dgm:spPr/>
      <dgm:t>
        <a:bodyPr/>
        <a:lstStyle/>
        <a:p>
          <a:endParaRPr lang="en-US"/>
        </a:p>
      </dgm:t>
    </dgm:pt>
    <dgm:pt modelId="{B9DDB117-0405-491F-BED1-B520A6203C38}" type="pres">
      <dgm:prSet presAssocID="{AB352BBA-696E-49AD-8E4B-A2DB13D1BB4E}" presName="root" presStyleCnt="0">
        <dgm:presLayoutVars>
          <dgm:dir/>
          <dgm:resizeHandles val="exact"/>
        </dgm:presLayoutVars>
      </dgm:prSet>
      <dgm:spPr/>
    </dgm:pt>
    <dgm:pt modelId="{FDB027FF-707D-4795-8FD5-F541B6DFFB77}" type="pres">
      <dgm:prSet presAssocID="{AB352BBA-696E-49AD-8E4B-A2DB13D1BB4E}" presName="container" presStyleCnt="0">
        <dgm:presLayoutVars>
          <dgm:dir/>
          <dgm:resizeHandles val="exact"/>
        </dgm:presLayoutVars>
      </dgm:prSet>
      <dgm:spPr/>
    </dgm:pt>
    <dgm:pt modelId="{8973155D-44B1-40E4-95A7-8C7C5DC9B75A}" type="pres">
      <dgm:prSet presAssocID="{72681AA3-C977-4C5A-8544-C590B5239933}" presName="compNode" presStyleCnt="0"/>
      <dgm:spPr/>
    </dgm:pt>
    <dgm:pt modelId="{9BA82766-3AC7-4E21-AC5F-48679A53FFC8}" type="pres">
      <dgm:prSet presAssocID="{72681AA3-C977-4C5A-8544-C590B5239933}" presName="iconBgRect" presStyleLbl="bgShp" presStyleIdx="0" presStyleCnt="4"/>
      <dgm:spPr/>
    </dgm:pt>
    <dgm:pt modelId="{406864A5-9B84-4AAE-B03B-23BE60F72BBE}" type="pres">
      <dgm:prSet presAssocID="{72681AA3-C977-4C5A-8544-C590B5239933}"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Flowchart"/>
        </a:ext>
      </dgm:extLst>
    </dgm:pt>
    <dgm:pt modelId="{CAA6E662-C7A1-43B0-BEEC-2F30DB9955C2}" type="pres">
      <dgm:prSet presAssocID="{72681AA3-C977-4C5A-8544-C590B5239933}" presName="spaceRect" presStyleCnt="0"/>
      <dgm:spPr/>
    </dgm:pt>
    <dgm:pt modelId="{EE4DED68-B0EF-45D3-A4EA-B249F55BC885}" type="pres">
      <dgm:prSet presAssocID="{72681AA3-C977-4C5A-8544-C590B5239933}" presName="textRect" presStyleLbl="revTx" presStyleIdx="0" presStyleCnt="4">
        <dgm:presLayoutVars>
          <dgm:chMax val="1"/>
          <dgm:chPref val="1"/>
        </dgm:presLayoutVars>
      </dgm:prSet>
      <dgm:spPr/>
    </dgm:pt>
    <dgm:pt modelId="{011C0F09-BED8-4DD2-96EB-2D1FA682C5B2}" type="pres">
      <dgm:prSet presAssocID="{955EDEE2-114D-4523-B3E9-E8282A4A349F}" presName="sibTrans" presStyleLbl="sibTrans2D1" presStyleIdx="0" presStyleCnt="0"/>
      <dgm:spPr/>
    </dgm:pt>
    <dgm:pt modelId="{FCCE71E5-80A4-443D-B812-527E63059ECA}" type="pres">
      <dgm:prSet presAssocID="{78EE957A-9433-4491-8A77-9DEFF45E5C17}" presName="compNode" presStyleCnt="0"/>
      <dgm:spPr/>
    </dgm:pt>
    <dgm:pt modelId="{B3664408-CE5E-4485-A4D2-C7CAF1766C10}" type="pres">
      <dgm:prSet presAssocID="{78EE957A-9433-4491-8A77-9DEFF45E5C17}" presName="iconBgRect" presStyleLbl="bgShp" presStyleIdx="1" presStyleCnt="4"/>
      <dgm:spPr/>
    </dgm:pt>
    <dgm:pt modelId="{CB62B4C3-EADF-4E71-9F80-2D9F997ABD45}" type="pres">
      <dgm:prSet presAssocID="{78EE957A-9433-4491-8A77-9DEFF45E5C17}"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Disconnected"/>
        </a:ext>
      </dgm:extLst>
    </dgm:pt>
    <dgm:pt modelId="{0C670279-1FA4-4E3F-9754-05FFA4487A7A}" type="pres">
      <dgm:prSet presAssocID="{78EE957A-9433-4491-8A77-9DEFF45E5C17}" presName="spaceRect" presStyleCnt="0"/>
      <dgm:spPr/>
    </dgm:pt>
    <dgm:pt modelId="{7C863D20-ECED-4EBC-9025-E8E581429AD5}" type="pres">
      <dgm:prSet presAssocID="{78EE957A-9433-4491-8A77-9DEFF45E5C17}" presName="textRect" presStyleLbl="revTx" presStyleIdx="1" presStyleCnt="4">
        <dgm:presLayoutVars>
          <dgm:chMax val="1"/>
          <dgm:chPref val="1"/>
        </dgm:presLayoutVars>
      </dgm:prSet>
      <dgm:spPr/>
    </dgm:pt>
    <dgm:pt modelId="{007A25CD-2B06-4397-845F-6B5037E8C9A6}" type="pres">
      <dgm:prSet presAssocID="{B4041E72-98C8-4953-A0C6-B905BC062A90}" presName="sibTrans" presStyleLbl="sibTrans2D1" presStyleIdx="0" presStyleCnt="0"/>
      <dgm:spPr/>
    </dgm:pt>
    <dgm:pt modelId="{A0FCB7A8-9C5F-4078-8C70-96E4A0A1E1D5}" type="pres">
      <dgm:prSet presAssocID="{6720E7A8-F8D3-4853-AE35-F2DFC39C0835}" presName="compNode" presStyleCnt="0"/>
      <dgm:spPr/>
    </dgm:pt>
    <dgm:pt modelId="{4BF23104-0771-47C1-9EAB-29D3628E30AE}" type="pres">
      <dgm:prSet presAssocID="{6720E7A8-F8D3-4853-AE35-F2DFC39C0835}" presName="iconBgRect" presStyleLbl="bgShp" presStyleIdx="2" presStyleCnt="4"/>
      <dgm:spPr/>
    </dgm:pt>
    <dgm:pt modelId="{47EA2422-3E0A-43FE-9606-24C56069C54D}" type="pres">
      <dgm:prSet presAssocID="{6720E7A8-F8D3-4853-AE35-F2DFC39C0835}"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ee with hive"/>
        </a:ext>
      </dgm:extLst>
    </dgm:pt>
    <dgm:pt modelId="{7514C9DC-896B-4E54-BC40-AAE1851CFE88}" type="pres">
      <dgm:prSet presAssocID="{6720E7A8-F8D3-4853-AE35-F2DFC39C0835}" presName="spaceRect" presStyleCnt="0"/>
      <dgm:spPr/>
    </dgm:pt>
    <dgm:pt modelId="{D7E2F196-2589-497D-9672-F07BEC49C1A0}" type="pres">
      <dgm:prSet presAssocID="{6720E7A8-F8D3-4853-AE35-F2DFC39C0835}" presName="textRect" presStyleLbl="revTx" presStyleIdx="2" presStyleCnt="4">
        <dgm:presLayoutVars>
          <dgm:chMax val="1"/>
          <dgm:chPref val="1"/>
        </dgm:presLayoutVars>
      </dgm:prSet>
      <dgm:spPr/>
    </dgm:pt>
    <dgm:pt modelId="{F65B085E-CCF7-45B9-97CD-9C89A66A1ECF}" type="pres">
      <dgm:prSet presAssocID="{BBDAF71E-80E8-4771-B846-93A9C77D5267}" presName="sibTrans" presStyleLbl="sibTrans2D1" presStyleIdx="0" presStyleCnt="0"/>
      <dgm:spPr/>
    </dgm:pt>
    <dgm:pt modelId="{7D5A9155-D088-4543-80C6-22E29C129795}" type="pres">
      <dgm:prSet presAssocID="{0D1BD271-9033-47DE-BF0B-9C96E13B5BF0}" presName="compNode" presStyleCnt="0"/>
      <dgm:spPr/>
    </dgm:pt>
    <dgm:pt modelId="{8C869BAB-84D6-453E-82AD-AC065E1765BB}" type="pres">
      <dgm:prSet presAssocID="{0D1BD271-9033-47DE-BF0B-9C96E13B5BF0}" presName="iconBgRect" presStyleLbl="bgShp" presStyleIdx="3" presStyleCnt="4"/>
      <dgm:spPr/>
    </dgm:pt>
    <dgm:pt modelId="{0D1C05A6-4923-4C10-AAC8-70436301C0CD}" type="pres">
      <dgm:prSet presAssocID="{0D1BD271-9033-47DE-BF0B-9C96E13B5BF0}"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Disk"/>
        </a:ext>
      </dgm:extLst>
    </dgm:pt>
    <dgm:pt modelId="{5CDB66F0-F0A7-4C46-A056-F19AFD45040A}" type="pres">
      <dgm:prSet presAssocID="{0D1BD271-9033-47DE-BF0B-9C96E13B5BF0}" presName="spaceRect" presStyleCnt="0"/>
      <dgm:spPr/>
    </dgm:pt>
    <dgm:pt modelId="{08579434-F38A-431D-8DA3-F05BFABE528C}" type="pres">
      <dgm:prSet presAssocID="{0D1BD271-9033-47DE-BF0B-9C96E13B5BF0}" presName="textRect" presStyleLbl="revTx" presStyleIdx="3" presStyleCnt="4">
        <dgm:presLayoutVars>
          <dgm:chMax val="1"/>
          <dgm:chPref val="1"/>
        </dgm:presLayoutVars>
      </dgm:prSet>
      <dgm:spPr/>
    </dgm:pt>
  </dgm:ptLst>
  <dgm:cxnLst>
    <dgm:cxn modelId="{7E810609-05DC-4356-B2AF-9422315EB281}" type="presOf" srcId="{72681AA3-C977-4C5A-8544-C590B5239933}" destId="{EE4DED68-B0EF-45D3-A4EA-B249F55BC885}" srcOrd="0" destOrd="0" presId="urn:microsoft.com/office/officeart/2018/2/layout/IconCircleList"/>
    <dgm:cxn modelId="{F9B19219-E0CD-44CE-8514-FCF364469E47}" type="presOf" srcId="{BBDAF71E-80E8-4771-B846-93A9C77D5267}" destId="{F65B085E-CCF7-45B9-97CD-9C89A66A1ECF}" srcOrd="0" destOrd="0" presId="urn:microsoft.com/office/officeart/2018/2/layout/IconCircleList"/>
    <dgm:cxn modelId="{C522461A-D420-4051-B4B3-E9EC7C6606E4}" type="presOf" srcId="{AB352BBA-696E-49AD-8E4B-A2DB13D1BB4E}" destId="{B9DDB117-0405-491F-BED1-B520A6203C38}" srcOrd="0" destOrd="0" presId="urn:microsoft.com/office/officeart/2018/2/layout/IconCircleList"/>
    <dgm:cxn modelId="{07DA7A2C-4762-48F9-8CC8-488280506377}" srcId="{AB352BBA-696E-49AD-8E4B-A2DB13D1BB4E}" destId="{72681AA3-C977-4C5A-8544-C590B5239933}" srcOrd="0" destOrd="0" parTransId="{42666404-442E-40AD-ADDE-A808E5EA0BAC}" sibTransId="{955EDEE2-114D-4523-B3E9-E8282A4A349F}"/>
    <dgm:cxn modelId="{0CBFFE55-7360-420F-AC93-342D5F98EDE4}" srcId="{AB352BBA-696E-49AD-8E4B-A2DB13D1BB4E}" destId="{6720E7A8-F8D3-4853-AE35-F2DFC39C0835}" srcOrd="2" destOrd="0" parTransId="{4FAB36D1-359B-4293-856C-C123A880502B}" sibTransId="{BBDAF71E-80E8-4771-B846-93A9C77D5267}"/>
    <dgm:cxn modelId="{EC374856-DF35-446B-A25B-62473E699FF2}" type="presOf" srcId="{955EDEE2-114D-4523-B3E9-E8282A4A349F}" destId="{011C0F09-BED8-4DD2-96EB-2D1FA682C5B2}" srcOrd="0" destOrd="0" presId="urn:microsoft.com/office/officeart/2018/2/layout/IconCircleList"/>
    <dgm:cxn modelId="{F3BE277F-18A5-41C4-8AE2-89CD5B695028}" type="presOf" srcId="{78EE957A-9433-4491-8A77-9DEFF45E5C17}" destId="{7C863D20-ECED-4EBC-9025-E8E581429AD5}" srcOrd="0" destOrd="0" presId="urn:microsoft.com/office/officeart/2018/2/layout/IconCircleList"/>
    <dgm:cxn modelId="{30569C90-BB4B-4508-88EE-8F621AED6E28}" srcId="{AB352BBA-696E-49AD-8E4B-A2DB13D1BB4E}" destId="{0D1BD271-9033-47DE-BF0B-9C96E13B5BF0}" srcOrd="3" destOrd="0" parTransId="{AFC04FC9-8BF3-440C-8B36-20E5BE728661}" sibTransId="{FBFE8F9B-D916-42DE-A804-26C118A2F599}"/>
    <dgm:cxn modelId="{E27DBCAB-B4F7-4B94-9A9E-BF311B5B2263}" type="presOf" srcId="{0D1BD271-9033-47DE-BF0B-9C96E13B5BF0}" destId="{08579434-F38A-431D-8DA3-F05BFABE528C}" srcOrd="0" destOrd="0" presId="urn:microsoft.com/office/officeart/2018/2/layout/IconCircleList"/>
    <dgm:cxn modelId="{3BBA98D5-26D8-40E6-8A45-B10C8890A9C0}" type="presOf" srcId="{B4041E72-98C8-4953-A0C6-B905BC062A90}" destId="{007A25CD-2B06-4397-845F-6B5037E8C9A6}" srcOrd="0" destOrd="0" presId="urn:microsoft.com/office/officeart/2018/2/layout/IconCircleList"/>
    <dgm:cxn modelId="{9E2A3FD9-11FB-43A9-9D7D-5E1DC845A9ED}" type="presOf" srcId="{6720E7A8-F8D3-4853-AE35-F2DFC39C0835}" destId="{D7E2F196-2589-497D-9672-F07BEC49C1A0}" srcOrd="0" destOrd="0" presId="urn:microsoft.com/office/officeart/2018/2/layout/IconCircleList"/>
    <dgm:cxn modelId="{9084E3E7-485B-4547-80C9-628363F39FFA}" srcId="{AB352BBA-696E-49AD-8E4B-A2DB13D1BB4E}" destId="{78EE957A-9433-4491-8A77-9DEFF45E5C17}" srcOrd="1" destOrd="0" parTransId="{4D0D8B4C-E5D9-466F-B5E0-C32381AEF9AD}" sibTransId="{B4041E72-98C8-4953-A0C6-B905BC062A90}"/>
    <dgm:cxn modelId="{564D9EC5-C13D-4658-9A90-321289FB1BAF}" type="presParOf" srcId="{B9DDB117-0405-491F-BED1-B520A6203C38}" destId="{FDB027FF-707D-4795-8FD5-F541B6DFFB77}" srcOrd="0" destOrd="0" presId="urn:microsoft.com/office/officeart/2018/2/layout/IconCircleList"/>
    <dgm:cxn modelId="{970E095E-8F91-4E8C-9613-C56FF7B05F2A}" type="presParOf" srcId="{FDB027FF-707D-4795-8FD5-F541B6DFFB77}" destId="{8973155D-44B1-40E4-95A7-8C7C5DC9B75A}" srcOrd="0" destOrd="0" presId="urn:microsoft.com/office/officeart/2018/2/layout/IconCircleList"/>
    <dgm:cxn modelId="{5879C193-2418-40DA-A8E7-08A0054A2259}" type="presParOf" srcId="{8973155D-44B1-40E4-95A7-8C7C5DC9B75A}" destId="{9BA82766-3AC7-4E21-AC5F-48679A53FFC8}" srcOrd="0" destOrd="0" presId="urn:microsoft.com/office/officeart/2018/2/layout/IconCircleList"/>
    <dgm:cxn modelId="{56E446E9-66A3-44A3-8D42-BB70C9B08150}" type="presParOf" srcId="{8973155D-44B1-40E4-95A7-8C7C5DC9B75A}" destId="{406864A5-9B84-4AAE-B03B-23BE60F72BBE}" srcOrd="1" destOrd="0" presId="urn:microsoft.com/office/officeart/2018/2/layout/IconCircleList"/>
    <dgm:cxn modelId="{63CE2E3C-5DB6-4DE9-B975-62DD0812D70A}" type="presParOf" srcId="{8973155D-44B1-40E4-95A7-8C7C5DC9B75A}" destId="{CAA6E662-C7A1-43B0-BEEC-2F30DB9955C2}" srcOrd="2" destOrd="0" presId="urn:microsoft.com/office/officeart/2018/2/layout/IconCircleList"/>
    <dgm:cxn modelId="{C65BE03A-C820-413E-B470-8AC9BAA913F8}" type="presParOf" srcId="{8973155D-44B1-40E4-95A7-8C7C5DC9B75A}" destId="{EE4DED68-B0EF-45D3-A4EA-B249F55BC885}" srcOrd="3" destOrd="0" presId="urn:microsoft.com/office/officeart/2018/2/layout/IconCircleList"/>
    <dgm:cxn modelId="{EC9483C9-D8A5-4B99-87BA-B4BF5986DAEB}" type="presParOf" srcId="{FDB027FF-707D-4795-8FD5-F541B6DFFB77}" destId="{011C0F09-BED8-4DD2-96EB-2D1FA682C5B2}" srcOrd="1" destOrd="0" presId="urn:microsoft.com/office/officeart/2018/2/layout/IconCircleList"/>
    <dgm:cxn modelId="{DCC5E8A0-9A0F-4B2E-A70D-380A06944361}" type="presParOf" srcId="{FDB027FF-707D-4795-8FD5-F541B6DFFB77}" destId="{FCCE71E5-80A4-443D-B812-527E63059ECA}" srcOrd="2" destOrd="0" presId="urn:microsoft.com/office/officeart/2018/2/layout/IconCircleList"/>
    <dgm:cxn modelId="{95535422-AF48-4706-80CB-7495492AF394}" type="presParOf" srcId="{FCCE71E5-80A4-443D-B812-527E63059ECA}" destId="{B3664408-CE5E-4485-A4D2-C7CAF1766C10}" srcOrd="0" destOrd="0" presId="urn:microsoft.com/office/officeart/2018/2/layout/IconCircleList"/>
    <dgm:cxn modelId="{62291BF5-3228-482D-9889-85E9B3A56D93}" type="presParOf" srcId="{FCCE71E5-80A4-443D-B812-527E63059ECA}" destId="{CB62B4C3-EADF-4E71-9F80-2D9F997ABD45}" srcOrd="1" destOrd="0" presId="urn:microsoft.com/office/officeart/2018/2/layout/IconCircleList"/>
    <dgm:cxn modelId="{2496F590-4793-42FA-9EB5-11DC3A8047B0}" type="presParOf" srcId="{FCCE71E5-80A4-443D-B812-527E63059ECA}" destId="{0C670279-1FA4-4E3F-9754-05FFA4487A7A}" srcOrd="2" destOrd="0" presId="urn:microsoft.com/office/officeart/2018/2/layout/IconCircleList"/>
    <dgm:cxn modelId="{1DD9B067-CEFE-4E82-8010-AA1C2685446B}" type="presParOf" srcId="{FCCE71E5-80A4-443D-B812-527E63059ECA}" destId="{7C863D20-ECED-4EBC-9025-E8E581429AD5}" srcOrd="3" destOrd="0" presId="urn:microsoft.com/office/officeart/2018/2/layout/IconCircleList"/>
    <dgm:cxn modelId="{AD976BF8-CBC4-47E2-8464-BB7AE002B1C3}" type="presParOf" srcId="{FDB027FF-707D-4795-8FD5-F541B6DFFB77}" destId="{007A25CD-2B06-4397-845F-6B5037E8C9A6}" srcOrd="3" destOrd="0" presId="urn:microsoft.com/office/officeart/2018/2/layout/IconCircleList"/>
    <dgm:cxn modelId="{B4D4D003-877C-4BA5-B043-5921E86D53D5}" type="presParOf" srcId="{FDB027FF-707D-4795-8FD5-F541B6DFFB77}" destId="{A0FCB7A8-9C5F-4078-8C70-96E4A0A1E1D5}" srcOrd="4" destOrd="0" presId="urn:microsoft.com/office/officeart/2018/2/layout/IconCircleList"/>
    <dgm:cxn modelId="{8E400835-1337-458D-B461-556371F9BDD4}" type="presParOf" srcId="{A0FCB7A8-9C5F-4078-8C70-96E4A0A1E1D5}" destId="{4BF23104-0771-47C1-9EAB-29D3628E30AE}" srcOrd="0" destOrd="0" presId="urn:microsoft.com/office/officeart/2018/2/layout/IconCircleList"/>
    <dgm:cxn modelId="{25CCC09B-8D36-4FA7-95F1-0FD72D8C5649}" type="presParOf" srcId="{A0FCB7A8-9C5F-4078-8C70-96E4A0A1E1D5}" destId="{47EA2422-3E0A-43FE-9606-24C56069C54D}" srcOrd="1" destOrd="0" presId="urn:microsoft.com/office/officeart/2018/2/layout/IconCircleList"/>
    <dgm:cxn modelId="{88D6BF25-D084-4423-A3F4-AE11A4047AC6}" type="presParOf" srcId="{A0FCB7A8-9C5F-4078-8C70-96E4A0A1E1D5}" destId="{7514C9DC-896B-4E54-BC40-AAE1851CFE88}" srcOrd="2" destOrd="0" presId="urn:microsoft.com/office/officeart/2018/2/layout/IconCircleList"/>
    <dgm:cxn modelId="{B016EFCA-AD34-4F36-A8E7-94C096DFDC61}" type="presParOf" srcId="{A0FCB7A8-9C5F-4078-8C70-96E4A0A1E1D5}" destId="{D7E2F196-2589-497D-9672-F07BEC49C1A0}" srcOrd="3" destOrd="0" presId="urn:microsoft.com/office/officeart/2018/2/layout/IconCircleList"/>
    <dgm:cxn modelId="{59502660-866A-4756-B5C4-92E993FBBF4A}" type="presParOf" srcId="{FDB027FF-707D-4795-8FD5-F541B6DFFB77}" destId="{F65B085E-CCF7-45B9-97CD-9C89A66A1ECF}" srcOrd="5" destOrd="0" presId="urn:microsoft.com/office/officeart/2018/2/layout/IconCircleList"/>
    <dgm:cxn modelId="{D9F52E16-31B8-413D-AC4F-E387E73C616D}" type="presParOf" srcId="{FDB027FF-707D-4795-8FD5-F541B6DFFB77}" destId="{7D5A9155-D088-4543-80C6-22E29C129795}" srcOrd="6" destOrd="0" presId="urn:microsoft.com/office/officeart/2018/2/layout/IconCircleList"/>
    <dgm:cxn modelId="{7430348E-DCA2-4DFD-9B9E-7A8D77EAC670}" type="presParOf" srcId="{7D5A9155-D088-4543-80C6-22E29C129795}" destId="{8C869BAB-84D6-453E-82AD-AC065E1765BB}" srcOrd="0" destOrd="0" presId="urn:microsoft.com/office/officeart/2018/2/layout/IconCircleList"/>
    <dgm:cxn modelId="{F9D00BD4-A7C9-46F3-BAE5-F3FD2A1DB0CD}" type="presParOf" srcId="{7D5A9155-D088-4543-80C6-22E29C129795}" destId="{0D1C05A6-4923-4C10-AAC8-70436301C0CD}" srcOrd="1" destOrd="0" presId="urn:microsoft.com/office/officeart/2018/2/layout/IconCircleList"/>
    <dgm:cxn modelId="{097ACF9C-444A-4FD4-B431-0CDC6D8994C3}" type="presParOf" srcId="{7D5A9155-D088-4543-80C6-22E29C129795}" destId="{5CDB66F0-F0A7-4C46-A056-F19AFD45040A}" srcOrd="2" destOrd="0" presId="urn:microsoft.com/office/officeart/2018/2/layout/IconCircleList"/>
    <dgm:cxn modelId="{344DB4B2-5565-4343-A67E-6F551FA7A600}" type="presParOf" srcId="{7D5A9155-D088-4543-80C6-22E29C129795}" destId="{08579434-F38A-431D-8DA3-F05BFABE528C}"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DB88A-67BA-4499-91DE-0BEB5956068C}">
      <dsp:nvSpPr>
        <dsp:cNvPr id="0" name=""/>
        <dsp:cNvSpPr/>
      </dsp:nvSpPr>
      <dsp:spPr>
        <a:xfrm>
          <a:off x="0" y="0"/>
          <a:ext cx="6900512"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0B2A6CA-F463-4FEB-A92B-0972F0381157}">
      <dsp:nvSpPr>
        <dsp:cNvPr id="0" name=""/>
        <dsp:cNvSpPr/>
      </dsp:nvSpPr>
      <dsp:spPr>
        <a:xfrm>
          <a:off x="0" y="0"/>
          <a:ext cx="6900512" cy="2768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In </a:t>
          </a:r>
          <a:r>
            <a:rPr lang="en-US" sz="3000" b="1" kern="1200"/>
            <a:t>Azure Kubernetes Service (AKS)</a:t>
          </a:r>
          <a:r>
            <a:rPr lang="en-US" sz="3000" kern="1200"/>
            <a:t>, a </a:t>
          </a:r>
          <a:r>
            <a:rPr lang="en-US" sz="3000" b="1" kern="1200"/>
            <a:t>node pool</a:t>
          </a:r>
          <a:r>
            <a:rPr lang="en-US" sz="3000" kern="1200"/>
            <a:t> is a </a:t>
          </a:r>
          <a:r>
            <a:rPr lang="en-US" sz="3000" b="1" kern="1200"/>
            <a:t>group of worker nodes (VMs) that share the same configuration</a:t>
          </a:r>
          <a:r>
            <a:rPr lang="en-US" sz="3000" kern="1200"/>
            <a:t> (VM size, OS type, disk settings, labels/taints, scaling rules, etc.). </a:t>
          </a:r>
        </a:p>
      </dsp:txBody>
      <dsp:txXfrm>
        <a:off x="0" y="0"/>
        <a:ext cx="6900512" cy="2768070"/>
      </dsp:txXfrm>
    </dsp:sp>
    <dsp:sp modelId="{A8E98079-39BC-42AE-BEDE-C16FD987D3F7}">
      <dsp:nvSpPr>
        <dsp:cNvPr id="0" name=""/>
        <dsp:cNvSpPr/>
      </dsp:nvSpPr>
      <dsp:spPr>
        <a:xfrm>
          <a:off x="0" y="2768070"/>
          <a:ext cx="6900512"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2FAA0F6-2971-4B6D-A65B-D59E0586DE86}">
      <dsp:nvSpPr>
        <dsp:cNvPr id="0" name=""/>
        <dsp:cNvSpPr/>
      </dsp:nvSpPr>
      <dsp:spPr>
        <a:xfrm>
          <a:off x="0" y="2768070"/>
          <a:ext cx="6900512" cy="2768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0" tIns="114300" rIns="114300" bIns="114300" numCol="1" spcCol="1270" anchor="t" anchorCtr="0">
          <a:noAutofit/>
        </a:bodyPr>
        <a:lstStyle/>
        <a:p>
          <a:pPr marL="0" lvl="0" indent="0" algn="l" defTabSz="1333500">
            <a:lnSpc>
              <a:spcPct val="90000"/>
            </a:lnSpc>
            <a:spcBef>
              <a:spcPct val="0"/>
            </a:spcBef>
            <a:spcAft>
              <a:spcPct val="35000"/>
            </a:spcAft>
            <a:buNone/>
          </a:pPr>
          <a:r>
            <a:rPr lang="en-US" sz="3000" kern="1200"/>
            <a:t>You use node pools to run both </a:t>
          </a:r>
          <a:r>
            <a:rPr lang="en-US" sz="3000" b="1" kern="1200"/>
            <a:t>Kubernetes system components</a:t>
          </a:r>
          <a:r>
            <a:rPr lang="en-US" sz="3000" kern="1200"/>
            <a:t> and </a:t>
          </a:r>
          <a:r>
            <a:rPr lang="en-US" sz="3000" b="1" kern="1200"/>
            <a:t>your workloads</a:t>
          </a:r>
          <a:r>
            <a:rPr lang="en-US" sz="3000" kern="1200"/>
            <a:t>, while managing them as a unit (scale, upgrade, replace).</a:t>
          </a:r>
        </a:p>
      </dsp:txBody>
      <dsp:txXfrm>
        <a:off x="0" y="2768070"/>
        <a:ext cx="6900512" cy="276807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A82766-3AC7-4E21-AC5F-48679A53FFC8}">
      <dsp:nvSpPr>
        <dsp:cNvPr id="0" name=""/>
        <dsp:cNvSpPr/>
      </dsp:nvSpPr>
      <dsp:spPr>
        <a:xfrm>
          <a:off x="212335" y="302868"/>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6864A5-9B84-4AAE-B03B-23BE60F72BBE}">
      <dsp:nvSpPr>
        <dsp:cNvPr id="0" name=""/>
        <dsp:cNvSpPr/>
      </dsp:nvSpPr>
      <dsp:spPr>
        <a:xfrm>
          <a:off x="492877" y="583410"/>
          <a:ext cx="774830" cy="77483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4DED68-B0EF-45D3-A4EA-B249F55BC885}">
      <dsp:nvSpPr>
        <dsp:cNvPr id="0" name=""/>
        <dsp:cNvSpPr/>
      </dsp:nvSpPr>
      <dsp:spPr>
        <a:xfrm>
          <a:off x="1834517" y="302868"/>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Scale</a:t>
          </a:r>
          <a:r>
            <a:rPr lang="en-US" sz="1700" kern="1200"/>
            <a:t> node count (manually or with cluster autoscaler rules per pool).</a:t>
          </a:r>
        </a:p>
      </dsp:txBody>
      <dsp:txXfrm>
        <a:off x="1834517" y="302868"/>
        <a:ext cx="3148942" cy="1335915"/>
      </dsp:txXfrm>
    </dsp:sp>
    <dsp:sp modelId="{B3664408-CE5E-4485-A4D2-C7CAF1766C10}">
      <dsp:nvSpPr>
        <dsp:cNvPr id="0" name=""/>
        <dsp:cNvSpPr/>
      </dsp:nvSpPr>
      <dsp:spPr>
        <a:xfrm>
          <a:off x="5532139" y="302868"/>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62B4C3-EADF-4E71-9F80-2D9F997ABD45}">
      <dsp:nvSpPr>
        <dsp:cNvPr id="0" name=""/>
        <dsp:cNvSpPr/>
      </dsp:nvSpPr>
      <dsp:spPr>
        <a:xfrm>
          <a:off x="5812681" y="583410"/>
          <a:ext cx="774830" cy="77483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863D20-ECED-4EBC-9025-E8E581429AD5}">
      <dsp:nvSpPr>
        <dsp:cNvPr id="0" name=""/>
        <dsp:cNvSpPr/>
      </dsp:nvSpPr>
      <dsp:spPr>
        <a:xfrm>
          <a:off x="7154322" y="302868"/>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Upgrade</a:t>
          </a:r>
          <a:r>
            <a:rPr lang="en-US" sz="1700" kern="1200"/>
            <a:t> nodes in a controlled way (rolling upgrades, surge settings, drain/soak behavior).</a:t>
          </a:r>
        </a:p>
      </dsp:txBody>
      <dsp:txXfrm>
        <a:off x="7154322" y="302868"/>
        <a:ext cx="3148942" cy="1335915"/>
      </dsp:txXfrm>
    </dsp:sp>
    <dsp:sp modelId="{4BF23104-0771-47C1-9EAB-29D3628E30AE}">
      <dsp:nvSpPr>
        <dsp:cNvPr id="0" name=""/>
        <dsp:cNvSpPr/>
      </dsp:nvSpPr>
      <dsp:spPr>
        <a:xfrm>
          <a:off x="212335" y="2310092"/>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EA2422-3E0A-43FE-9606-24C56069C54D}">
      <dsp:nvSpPr>
        <dsp:cNvPr id="0" name=""/>
        <dsp:cNvSpPr/>
      </dsp:nvSpPr>
      <dsp:spPr>
        <a:xfrm>
          <a:off x="492877" y="2590634"/>
          <a:ext cx="774830" cy="77483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7E2F196-2589-497D-9672-F07BEC49C1A0}">
      <dsp:nvSpPr>
        <dsp:cNvPr id="0" name=""/>
        <dsp:cNvSpPr/>
      </dsp:nvSpPr>
      <dsp:spPr>
        <a:xfrm>
          <a:off x="1834517" y="231009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Isolate workloads</a:t>
          </a:r>
          <a:r>
            <a:rPr lang="en-US" sz="1700" kern="1200"/>
            <a:t> using </a:t>
          </a:r>
          <a:r>
            <a:rPr lang="en-US" sz="1700" b="1" kern="1200"/>
            <a:t>labels/taints</a:t>
          </a:r>
          <a:r>
            <a:rPr lang="en-US" sz="1700" kern="1200"/>
            <a:t> (e.g., dedicated pools for system, ingress, batch, GPU, Windows, etc.).</a:t>
          </a:r>
        </a:p>
      </dsp:txBody>
      <dsp:txXfrm>
        <a:off x="1834517" y="2310092"/>
        <a:ext cx="3148942" cy="1335915"/>
      </dsp:txXfrm>
    </dsp:sp>
    <dsp:sp modelId="{8C869BAB-84D6-453E-82AD-AC065E1765BB}">
      <dsp:nvSpPr>
        <dsp:cNvPr id="0" name=""/>
        <dsp:cNvSpPr/>
      </dsp:nvSpPr>
      <dsp:spPr>
        <a:xfrm>
          <a:off x="5532139" y="2310092"/>
          <a:ext cx="1335915" cy="1335915"/>
        </a:xfrm>
        <a:prstGeom prst="ellipse">
          <a:avLst/>
        </a:prstGeom>
        <a:solidFill>
          <a:schemeClr val="accent5">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D1C05A6-4923-4C10-AAC8-70436301C0CD}">
      <dsp:nvSpPr>
        <dsp:cNvPr id="0" name=""/>
        <dsp:cNvSpPr/>
      </dsp:nvSpPr>
      <dsp:spPr>
        <a:xfrm>
          <a:off x="5812681" y="2590634"/>
          <a:ext cx="774830" cy="77483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8579434-F38A-431D-8DA3-F05BFABE528C}">
      <dsp:nvSpPr>
        <dsp:cNvPr id="0" name=""/>
        <dsp:cNvSpPr/>
      </dsp:nvSpPr>
      <dsp:spPr>
        <a:xfrm>
          <a:off x="7154322" y="2310092"/>
          <a:ext cx="3148942" cy="133591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755650">
            <a:lnSpc>
              <a:spcPct val="100000"/>
            </a:lnSpc>
            <a:spcBef>
              <a:spcPct val="0"/>
            </a:spcBef>
            <a:spcAft>
              <a:spcPct val="35000"/>
            </a:spcAft>
            <a:buNone/>
          </a:pPr>
          <a:r>
            <a:rPr lang="en-US" sz="1700" b="1" kern="1200"/>
            <a:t>Choose OS + image/disk behavior</a:t>
          </a:r>
          <a:r>
            <a:rPr lang="en-US" sz="1700" kern="1200"/>
            <a:t> (Linux/Windows; options like ephemeral OS disks are available when creating/adding pools).</a:t>
          </a:r>
        </a:p>
      </dsp:txBody>
      <dsp:txXfrm>
        <a:off x="7154322" y="2310092"/>
        <a:ext cx="3148942" cy="133591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7A376-8521-6577-2D07-990054A88E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01D1AD-C5AE-D5D5-8AEB-3CF00915DA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76218E4-0D79-BDF6-8381-F4230E4C160D}"/>
              </a:ext>
            </a:extLst>
          </p:cNvPr>
          <p:cNvSpPr>
            <a:spLocks noGrp="1"/>
          </p:cNvSpPr>
          <p:nvPr>
            <p:ph type="dt" sz="half" idx="10"/>
          </p:nvPr>
        </p:nvSpPr>
        <p:spPr/>
        <p:txBody>
          <a:bodyPr/>
          <a:lstStyle/>
          <a:p>
            <a:fld id="{B9268321-C9E7-441E-8ECB-F5B48CA38B30}" type="datetimeFigureOut">
              <a:rPr lang="en-US" smtClean="0"/>
              <a:t>1/17/2026</a:t>
            </a:fld>
            <a:endParaRPr lang="en-US"/>
          </a:p>
        </p:txBody>
      </p:sp>
      <p:sp>
        <p:nvSpPr>
          <p:cNvPr id="5" name="Footer Placeholder 4">
            <a:extLst>
              <a:ext uri="{FF2B5EF4-FFF2-40B4-BE49-F238E27FC236}">
                <a16:creationId xmlns:a16="http://schemas.microsoft.com/office/drawing/2014/main" id="{12E1445C-3C43-0979-3BC3-3C50A37643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28579E-F99E-72F7-92FC-E65D1F06D8D2}"/>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7306686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A3A46-966F-0889-0D6C-46EF223F72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490CF1-7AE8-CB01-72A6-3E5EC146CE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C82178-CB10-3C0D-9F26-FF03AA7D10AA}"/>
              </a:ext>
            </a:extLst>
          </p:cNvPr>
          <p:cNvSpPr>
            <a:spLocks noGrp="1"/>
          </p:cNvSpPr>
          <p:nvPr>
            <p:ph type="dt" sz="half" idx="10"/>
          </p:nvPr>
        </p:nvSpPr>
        <p:spPr/>
        <p:txBody>
          <a:bodyPr/>
          <a:lstStyle/>
          <a:p>
            <a:fld id="{B9268321-C9E7-441E-8ECB-F5B48CA38B30}" type="datetimeFigureOut">
              <a:rPr lang="en-US" smtClean="0"/>
              <a:t>1/17/2026</a:t>
            </a:fld>
            <a:endParaRPr lang="en-US"/>
          </a:p>
        </p:txBody>
      </p:sp>
      <p:sp>
        <p:nvSpPr>
          <p:cNvPr id="5" name="Footer Placeholder 4">
            <a:extLst>
              <a:ext uri="{FF2B5EF4-FFF2-40B4-BE49-F238E27FC236}">
                <a16:creationId xmlns:a16="http://schemas.microsoft.com/office/drawing/2014/main" id="{F606E56D-AAF0-53B1-2EB3-2B05DB7BE5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A8C5A6-8A41-BFE5-5181-AD86B0150CF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41543201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74A1F-F392-185D-224B-A830DD235E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7E378F9-DE95-A055-2AC6-E7157142E7D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963784-AC7B-9035-BD5F-CA457D8DE724}"/>
              </a:ext>
            </a:extLst>
          </p:cNvPr>
          <p:cNvSpPr>
            <a:spLocks noGrp="1"/>
          </p:cNvSpPr>
          <p:nvPr>
            <p:ph type="dt" sz="half" idx="10"/>
          </p:nvPr>
        </p:nvSpPr>
        <p:spPr/>
        <p:txBody>
          <a:bodyPr/>
          <a:lstStyle/>
          <a:p>
            <a:fld id="{B9268321-C9E7-441E-8ECB-F5B48CA38B30}" type="datetimeFigureOut">
              <a:rPr lang="en-US" smtClean="0"/>
              <a:t>1/17/2026</a:t>
            </a:fld>
            <a:endParaRPr lang="en-US"/>
          </a:p>
        </p:txBody>
      </p:sp>
      <p:sp>
        <p:nvSpPr>
          <p:cNvPr id="5" name="Footer Placeholder 4">
            <a:extLst>
              <a:ext uri="{FF2B5EF4-FFF2-40B4-BE49-F238E27FC236}">
                <a16:creationId xmlns:a16="http://schemas.microsoft.com/office/drawing/2014/main" id="{A2E98C38-8659-E5D3-AA01-9DBE632E3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2600AF-5C3D-1998-F8D6-2A1AD0195870}"/>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3957394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10FF7E-5293-08F1-D9A1-3A1680CEEC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26F6F1-FDCC-6B3B-E060-DBA64E0B8AD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695A3E-2804-E8CE-36A7-16F0D67A02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552C1A7-880C-CD35-6519-B44C1C001F65}"/>
              </a:ext>
            </a:extLst>
          </p:cNvPr>
          <p:cNvSpPr>
            <a:spLocks noGrp="1"/>
          </p:cNvSpPr>
          <p:nvPr>
            <p:ph type="dt" sz="half" idx="10"/>
          </p:nvPr>
        </p:nvSpPr>
        <p:spPr/>
        <p:txBody>
          <a:bodyPr/>
          <a:lstStyle/>
          <a:p>
            <a:fld id="{B9268321-C9E7-441E-8ECB-F5B48CA38B30}" type="datetimeFigureOut">
              <a:rPr lang="en-US" smtClean="0"/>
              <a:t>1/17/2026</a:t>
            </a:fld>
            <a:endParaRPr lang="en-US"/>
          </a:p>
        </p:txBody>
      </p:sp>
      <p:sp>
        <p:nvSpPr>
          <p:cNvPr id="6" name="Footer Placeholder 5">
            <a:extLst>
              <a:ext uri="{FF2B5EF4-FFF2-40B4-BE49-F238E27FC236}">
                <a16:creationId xmlns:a16="http://schemas.microsoft.com/office/drawing/2014/main" id="{1787389A-7BA7-00F2-9F0C-3FF625C376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BE9FFEB-E07F-475A-DC43-D784B049344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0543373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5AF15-66DF-0200-BF84-20E7FCAE16A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1C9DF7-FFE2-ACA5-598F-2E8D05F024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1AC6B-6EB4-8880-6CF2-B757060F062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F57C6A-70C4-5D49-7AA6-6162923068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2BEDBF-9DCC-3C70-9011-CC3E8927C1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2DCA26-C658-60E2-1424-45272CAB1A0C}"/>
              </a:ext>
            </a:extLst>
          </p:cNvPr>
          <p:cNvSpPr>
            <a:spLocks noGrp="1"/>
          </p:cNvSpPr>
          <p:nvPr>
            <p:ph type="dt" sz="half" idx="10"/>
          </p:nvPr>
        </p:nvSpPr>
        <p:spPr/>
        <p:txBody>
          <a:bodyPr/>
          <a:lstStyle/>
          <a:p>
            <a:fld id="{B9268321-C9E7-441E-8ECB-F5B48CA38B30}" type="datetimeFigureOut">
              <a:rPr lang="en-US" smtClean="0"/>
              <a:t>1/17/2026</a:t>
            </a:fld>
            <a:endParaRPr lang="en-US"/>
          </a:p>
        </p:txBody>
      </p:sp>
      <p:sp>
        <p:nvSpPr>
          <p:cNvPr id="8" name="Footer Placeholder 7">
            <a:extLst>
              <a:ext uri="{FF2B5EF4-FFF2-40B4-BE49-F238E27FC236}">
                <a16:creationId xmlns:a16="http://schemas.microsoft.com/office/drawing/2014/main" id="{EDDD7996-8661-7137-DBB1-48A6E8A73D1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4E27E70-8897-E13C-10F1-24FFB6B1B6F5}"/>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2551290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3E71C0-5D8F-1D28-606D-4024F95F39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450D43-A793-90E4-6A35-09A203BFF80D}"/>
              </a:ext>
            </a:extLst>
          </p:cNvPr>
          <p:cNvSpPr>
            <a:spLocks noGrp="1"/>
          </p:cNvSpPr>
          <p:nvPr>
            <p:ph type="dt" sz="half" idx="10"/>
          </p:nvPr>
        </p:nvSpPr>
        <p:spPr/>
        <p:txBody>
          <a:bodyPr/>
          <a:lstStyle/>
          <a:p>
            <a:fld id="{B9268321-C9E7-441E-8ECB-F5B48CA38B30}" type="datetimeFigureOut">
              <a:rPr lang="en-US" smtClean="0"/>
              <a:t>1/17/2026</a:t>
            </a:fld>
            <a:endParaRPr lang="en-US"/>
          </a:p>
        </p:txBody>
      </p:sp>
      <p:sp>
        <p:nvSpPr>
          <p:cNvPr id="4" name="Footer Placeholder 3">
            <a:extLst>
              <a:ext uri="{FF2B5EF4-FFF2-40B4-BE49-F238E27FC236}">
                <a16:creationId xmlns:a16="http://schemas.microsoft.com/office/drawing/2014/main" id="{63D43902-4D2D-7893-9F50-76AD3302739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60BBF6F-A580-C66C-7FD8-0CD657578728}"/>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5254792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9A4C65-793A-0452-3B22-EF9BAA6ABE5F}"/>
              </a:ext>
            </a:extLst>
          </p:cNvPr>
          <p:cNvSpPr>
            <a:spLocks noGrp="1"/>
          </p:cNvSpPr>
          <p:nvPr>
            <p:ph type="dt" sz="half" idx="10"/>
          </p:nvPr>
        </p:nvSpPr>
        <p:spPr/>
        <p:txBody>
          <a:bodyPr/>
          <a:lstStyle/>
          <a:p>
            <a:fld id="{B9268321-C9E7-441E-8ECB-F5B48CA38B30}" type="datetimeFigureOut">
              <a:rPr lang="en-US" smtClean="0"/>
              <a:t>1/17/2026</a:t>
            </a:fld>
            <a:endParaRPr lang="en-US"/>
          </a:p>
        </p:txBody>
      </p:sp>
      <p:sp>
        <p:nvSpPr>
          <p:cNvPr id="3" name="Footer Placeholder 2">
            <a:extLst>
              <a:ext uri="{FF2B5EF4-FFF2-40B4-BE49-F238E27FC236}">
                <a16:creationId xmlns:a16="http://schemas.microsoft.com/office/drawing/2014/main" id="{21B1979F-ACA8-3AB5-9C5B-FFA463C1DF6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1B4F9D8-209E-4082-0939-7461D157A06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130638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90A0C-21B5-5B1E-1A71-72C64E1C55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A010992-4A91-CA9A-6790-69C97B74CF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D8F628-8009-4622-AD04-87974ADF90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09F7B8-21E1-FDBD-DF34-35B77CC99023}"/>
              </a:ext>
            </a:extLst>
          </p:cNvPr>
          <p:cNvSpPr>
            <a:spLocks noGrp="1"/>
          </p:cNvSpPr>
          <p:nvPr>
            <p:ph type="dt" sz="half" idx="10"/>
          </p:nvPr>
        </p:nvSpPr>
        <p:spPr/>
        <p:txBody>
          <a:bodyPr/>
          <a:lstStyle/>
          <a:p>
            <a:fld id="{B9268321-C9E7-441E-8ECB-F5B48CA38B30}" type="datetimeFigureOut">
              <a:rPr lang="en-US" smtClean="0"/>
              <a:t>1/17/2026</a:t>
            </a:fld>
            <a:endParaRPr lang="en-US"/>
          </a:p>
        </p:txBody>
      </p:sp>
      <p:sp>
        <p:nvSpPr>
          <p:cNvPr id="6" name="Footer Placeholder 5">
            <a:extLst>
              <a:ext uri="{FF2B5EF4-FFF2-40B4-BE49-F238E27FC236}">
                <a16:creationId xmlns:a16="http://schemas.microsoft.com/office/drawing/2014/main" id="{DF8FEC55-0B6B-4ADF-137A-EDE9BBC3C8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617AA9-A09D-95A1-845A-002841584FDB}"/>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27706432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91A1C2-1457-BA97-E02B-7478A5F753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5BB29C-956B-CB9A-82C7-D1A75368EA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1E78F4-29DC-15C6-EB91-0CB176A9FD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662D2E-911E-E254-4D20-F879D0105D5A}"/>
              </a:ext>
            </a:extLst>
          </p:cNvPr>
          <p:cNvSpPr>
            <a:spLocks noGrp="1"/>
          </p:cNvSpPr>
          <p:nvPr>
            <p:ph type="dt" sz="half" idx="10"/>
          </p:nvPr>
        </p:nvSpPr>
        <p:spPr/>
        <p:txBody>
          <a:bodyPr/>
          <a:lstStyle/>
          <a:p>
            <a:fld id="{B9268321-C9E7-441E-8ECB-F5B48CA38B30}" type="datetimeFigureOut">
              <a:rPr lang="en-US" smtClean="0"/>
              <a:t>1/17/2026</a:t>
            </a:fld>
            <a:endParaRPr lang="en-US"/>
          </a:p>
        </p:txBody>
      </p:sp>
      <p:sp>
        <p:nvSpPr>
          <p:cNvPr id="6" name="Footer Placeholder 5">
            <a:extLst>
              <a:ext uri="{FF2B5EF4-FFF2-40B4-BE49-F238E27FC236}">
                <a16:creationId xmlns:a16="http://schemas.microsoft.com/office/drawing/2014/main" id="{8A272F32-771C-2443-DCDF-49353E2801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3AD2F7-6465-65FF-9CBC-7F6BF47056E3}"/>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092705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23E70-A6AC-9EA6-A861-3E9FAA9E70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81546D-E49F-3CBD-23CB-6B06B2C4FF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91AD8-77DA-E023-CE62-8DB5F66E06B6}"/>
              </a:ext>
            </a:extLst>
          </p:cNvPr>
          <p:cNvSpPr>
            <a:spLocks noGrp="1"/>
          </p:cNvSpPr>
          <p:nvPr>
            <p:ph type="dt" sz="half" idx="10"/>
          </p:nvPr>
        </p:nvSpPr>
        <p:spPr/>
        <p:txBody>
          <a:bodyPr/>
          <a:lstStyle/>
          <a:p>
            <a:fld id="{B9268321-C9E7-441E-8ECB-F5B48CA38B30}" type="datetimeFigureOut">
              <a:rPr lang="en-US" smtClean="0"/>
              <a:t>1/17/2026</a:t>
            </a:fld>
            <a:endParaRPr lang="en-US"/>
          </a:p>
        </p:txBody>
      </p:sp>
      <p:sp>
        <p:nvSpPr>
          <p:cNvPr id="5" name="Footer Placeholder 4">
            <a:extLst>
              <a:ext uri="{FF2B5EF4-FFF2-40B4-BE49-F238E27FC236}">
                <a16:creationId xmlns:a16="http://schemas.microsoft.com/office/drawing/2014/main" id="{3F1C62C2-A50D-B686-F94E-63E71CD7A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8FBBC1-AC3E-2F70-80F3-F31F052F84A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5971295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98C326-4850-1342-F77B-8A9CFA2B50E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17BE1D-65FF-135C-6662-09A7BCF03C1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E94B37-9ED6-9087-1C2A-E654A453F1BD}"/>
              </a:ext>
            </a:extLst>
          </p:cNvPr>
          <p:cNvSpPr>
            <a:spLocks noGrp="1"/>
          </p:cNvSpPr>
          <p:nvPr>
            <p:ph type="dt" sz="half" idx="10"/>
          </p:nvPr>
        </p:nvSpPr>
        <p:spPr/>
        <p:txBody>
          <a:bodyPr/>
          <a:lstStyle/>
          <a:p>
            <a:fld id="{B9268321-C9E7-441E-8ECB-F5B48CA38B30}" type="datetimeFigureOut">
              <a:rPr lang="en-US" smtClean="0"/>
              <a:t>1/17/2026</a:t>
            </a:fld>
            <a:endParaRPr lang="en-US"/>
          </a:p>
        </p:txBody>
      </p:sp>
      <p:sp>
        <p:nvSpPr>
          <p:cNvPr id="5" name="Footer Placeholder 4">
            <a:extLst>
              <a:ext uri="{FF2B5EF4-FFF2-40B4-BE49-F238E27FC236}">
                <a16:creationId xmlns:a16="http://schemas.microsoft.com/office/drawing/2014/main" id="{B67920E9-EEE5-167B-DD70-3972F6A3C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742915-24C5-13A7-5B23-4A192DA2465A}"/>
              </a:ext>
            </a:extLst>
          </p:cNvPr>
          <p:cNvSpPr>
            <a:spLocks noGrp="1"/>
          </p:cNvSpPr>
          <p:nvPr>
            <p:ph type="sldNum" sz="quarter" idx="12"/>
          </p:nvPr>
        </p:nvSpPr>
        <p:spPr/>
        <p:txBody>
          <a:bodyPr/>
          <a:lstStyle/>
          <a:p>
            <a:fld id="{54004913-403C-4409-88C9-C8B79CC53BC2}" type="slidenum">
              <a:rPr lang="en-US" smtClean="0"/>
              <a:t>‹#›</a:t>
            </a:fld>
            <a:endParaRPr lang="en-US"/>
          </a:p>
        </p:txBody>
      </p:sp>
    </p:spTree>
    <p:extLst>
      <p:ext uri="{BB962C8B-B14F-4D97-AF65-F5344CB8AC3E}">
        <p14:creationId xmlns:p14="http://schemas.microsoft.com/office/powerpoint/2010/main" val="32282859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10354D-51EE-E6D6-CC86-FEEF104B17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6925FF8-2273-6FDB-FD37-C132E518F4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2069AE-095C-7EFB-19E6-EB28335555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9268321-C9E7-441E-8ECB-F5B48CA38B30}" type="datetimeFigureOut">
              <a:rPr lang="en-US" smtClean="0"/>
              <a:t>1/17/2026</a:t>
            </a:fld>
            <a:endParaRPr lang="en-US"/>
          </a:p>
        </p:txBody>
      </p:sp>
      <p:sp>
        <p:nvSpPr>
          <p:cNvPr id="5" name="Footer Placeholder 4">
            <a:extLst>
              <a:ext uri="{FF2B5EF4-FFF2-40B4-BE49-F238E27FC236}">
                <a16:creationId xmlns:a16="http://schemas.microsoft.com/office/drawing/2014/main" id="{54A3A893-A31D-AEFC-084A-9F7122082C7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1753884-7504-3E14-2818-7885D95322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004913-403C-4409-88C9-C8B79CC53BC2}" type="slidenum">
              <a:rPr lang="en-US" smtClean="0"/>
              <a:t>‹#›</a:t>
            </a:fld>
            <a:endParaRPr lang="en-US"/>
          </a:p>
        </p:txBody>
      </p:sp>
    </p:spTree>
    <p:extLst>
      <p:ext uri="{BB962C8B-B14F-4D97-AF65-F5344CB8AC3E}">
        <p14:creationId xmlns:p14="http://schemas.microsoft.com/office/powerpoint/2010/main" val="15504852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392AE-673E-92C5-303F-25E8450BD96A}"/>
              </a:ext>
            </a:extLst>
          </p:cNvPr>
          <p:cNvSpPr>
            <a:spLocks noGrp="1"/>
          </p:cNvSpPr>
          <p:nvPr>
            <p:ph type="ctrTitle"/>
          </p:nvPr>
        </p:nvSpPr>
        <p:spPr/>
        <p:txBody>
          <a:bodyPr/>
          <a:lstStyle/>
          <a:p>
            <a:r>
              <a:rPr lang="en-US" dirty="0"/>
              <a:t>AKS Workshop</a:t>
            </a:r>
          </a:p>
        </p:txBody>
      </p:sp>
      <p:sp>
        <p:nvSpPr>
          <p:cNvPr id="3" name="Subtitle 2">
            <a:extLst>
              <a:ext uri="{FF2B5EF4-FFF2-40B4-BE49-F238E27FC236}">
                <a16:creationId xmlns:a16="http://schemas.microsoft.com/office/drawing/2014/main" id="{300EBB44-02B4-0E0C-DADA-EC740183DF9D}"/>
              </a:ext>
            </a:extLst>
          </p:cNvPr>
          <p:cNvSpPr>
            <a:spLocks noGrp="1"/>
          </p:cNvSpPr>
          <p:nvPr>
            <p:ph type="subTitle" idx="1"/>
          </p:nvPr>
        </p:nvSpPr>
        <p:spPr/>
        <p:txBody>
          <a:bodyPr/>
          <a:lstStyle/>
          <a:p>
            <a:r>
              <a:rPr lang="en-US" dirty="0"/>
              <a:t>Faik Hakan Bilgen, </a:t>
            </a:r>
          </a:p>
          <a:p>
            <a:r>
              <a:rPr lang="en-US" dirty="0"/>
              <a:t>Sr. CSA, Microsoft</a:t>
            </a:r>
          </a:p>
        </p:txBody>
      </p:sp>
    </p:spTree>
    <p:extLst>
      <p:ext uri="{BB962C8B-B14F-4D97-AF65-F5344CB8AC3E}">
        <p14:creationId xmlns:p14="http://schemas.microsoft.com/office/powerpoint/2010/main" val="1785283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EF7A6B2-4CB7-A0DE-FF18-791F9572D386}"/>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7200" kern="1200">
                <a:solidFill>
                  <a:schemeClr val="tx1"/>
                </a:solidFill>
                <a:latin typeface="+mj-lt"/>
                <a:ea typeface="+mj-ea"/>
                <a:cs typeface="+mj-cs"/>
              </a:rPr>
              <a:t>Node Pools</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723934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541D8B-A5E3-0566-7DE2-67149D272081}"/>
              </a:ext>
            </a:extLst>
          </p:cNvPr>
          <p:cNvSpPr>
            <a:spLocks noGrp="1"/>
          </p:cNvSpPr>
          <p:nvPr>
            <p:ph type="title"/>
          </p:nvPr>
        </p:nvSpPr>
        <p:spPr>
          <a:xfrm>
            <a:off x="635000" y="640823"/>
            <a:ext cx="3418659" cy="5583148"/>
          </a:xfrm>
        </p:spPr>
        <p:txBody>
          <a:bodyPr anchor="ctr">
            <a:normAutofit/>
          </a:bodyPr>
          <a:lstStyle/>
          <a:p>
            <a:r>
              <a:rPr lang="en-US" sz="5400"/>
              <a:t>What are the Node Pools?</a:t>
            </a:r>
          </a:p>
        </p:txBody>
      </p:sp>
      <p:sp>
        <p:nvSpPr>
          <p:cNvPr id="16"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7" name="Content Placeholder 2">
            <a:extLst>
              <a:ext uri="{FF2B5EF4-FFF2-40B4-BE49-F238E27FC236}">
                <a16:creationId xmlns:a16="http://schemas.microsoft.com/office/drawing/2014/main" id="{F0A15B44-8040-9AC0-9387-944300101A20}"/>
              </a:ext>
            </a:extLst>
          </p:cNvPr>
          <p:cNvGraphicFramePr>
            <a:graphicFrameLocks noGrp="1"/>
          </p:cNvGraphicFramePr>
          <p:nvPr>
            <p:ph idx="1"/>
            <p:extLst>
              <p:ext uri="{D42A27DB-BD31-4B8C-83A1-F6EECF244321}">
                <p14:modId xmlns:p14="http://schemas.microsoft.com/office/powerpoint/2010/main" val="1538333870"/>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634964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5DB3719-6FDC-4E5D-891D-FF40B7300F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775033-B39F-A0E0-F5DD-8A5E717719B3}"/>
              </a:ext>
            </a:extLst>
          </p:cNvPr>
          <p:cNvSpPr>
            <a:spLocks noGrp="1"/>
          </p:cNvSpPr>
          <p:nvPr>
            <p:ph type="title"/>
          </p:nvPr>
        </p:nvSpPr>
        <p:spPr>
          <a:xfrm>
            <a:off x="838200" y="365125"/>
            <a:ext cx="10515600" cy="1325563"/>
          </a:xfrm>
        </p:spPr>
        <p:txBody>
          <a:bodyPr>
            <a:normAutofit/>
          </a:bodyPr>
          <a:lstStyle/>
          <a:p>
            <a:r>
              <a:rPr lang="en-US" sz="5400"/>
              <a:t>Node Pool – Core Functionality</a:t>
            </a:r>
          </a:p>
        </p:txBody>
      </p:sp>
      <p:sp>
        <p:nvSpPr>
          <p:cNvPr id="11" name="sketch line">
            <a:extLst>
              <a:ext uri="{FF2B5EF4-FFF2-40B4-BE49-F238E27FC236}">
                <a16:creationId xmlns:a16="http://schemas.microsoft.com/office/drawing/2014/main" id="{E0CBAC23-2E3F-4A90-BA59-F8299F6A5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1865313"/>
            <a:ext cx="10424160" cy="18288"/>
          </a:xfrm>
          <a:custGeom>
            <a:avLst/>
            <a:gdLst>
              <a:gd name="csX0" fmla="*/ 0 w 10424160"/>
              <a:gd name="csY0" fmla="*/ 0 h 18288"/>
              <a:gd name="csX1" fmla="*/ 903427 w 10424160"/>
              <a:gd name="csY1" fmla="*/ 0 h 18288"/>
              <a:gd name="csX2" fmla="*/ 1389888 w 10424160"/>
              <a:gd name="csY2" fmla="*/ 0 h 18288"/>
              <a:gd name="csX3" fmla="*/ 2189074 w 10424160"/>
              <a:gd name="csY3" fmla="*/ 0 h 18288"/>
              <a:gd name="csX4" fmla="*/ 2675534 w 10424160"/>
              <a:gd name="csY4" fmla="*/ 0 h 18288"/>
              <a:gd name="csX5" fmla="*/ 3370478 w 10424160"/>
              <a:gd name="csY5" fmla="*/ 0 h 18288"/>
              <a:gd name="csX6" fmla="*/ 4169664 w 10424160"/>
              <a:gd name="csY6" fmla="*/ 0 h 18288"/>
              <a:gd name="csX7" fmla="*/ 4551883 w 10424160"/>
              <a:gd name="csY7" fmla="*/ 0 h 18288"/>
              <a:gd name="csX8" fmla="*/ 4934102 w 10424160"/>
              <a:gd name="csY8" fmla="*/ 0 h 18288"/>
              <a:gd name="csX9" fmla="*/ 5837530 w 10424160"/>
              <a:gd name="csY9" fmla="*/ 0 h 18288"/>
              <a:gd name="csX10" fmla="*/ 6532474 w 10424160"/>
              <a:gd name="csY10" fmla="*/ 0 h 18288"/>
              <a:gd name="csX11" fmla="*/ 6914693 w 10424160"/>
              <a:gd name="csY11" fmla="*/ 0 h 18288"/>
              <a:gd name="csX12" fmla="*/ 7609637 w 10424160"/>
              <a:gd name="csY12" fmla="*/ 0 h 18288"/>
              <a:gd name="csX13" fmla="*/ 8513064 w 10424160"/>
              <a:gd name="csY13" fmla="*/ 0 h 18288"/>
              <a:gd name="csX14" fmla="*/ 9103766 w 10424160"/>
              <a:gd name="csY14" fmla="*/ 0 h 18288"/>
              <a:gd name="csX15" fmla="*/ 9694469 w 10424160"/>
              <a:gd name="csY15" fmla="*/ 0 h 18288"/>
              <a:gd name="csX16" fmla="*/ 10424160 w 10424160"/>
              <a:gd name="csY16" fmla="*/ 0 h 18288"/>
              <a:gd name="csX17" fmla="*/ 10424160 w 10424160"/>
              <a:gd name="csY17" fmla="*/ 18288 h 18288"/>
              <a:gd name="csX18" fmla="*/ 9729216 w 10424160"/>
              <a:gd name="csY18" fmla="*/ 18288 h 18288"/>
              <a:gd name="csX19" fmla="*/ 8930030 w 10424160"/>
              <a:gd name="csY19" fmla="*/ 18288 h 18288"/>
              <a:gd name="csX20" fmla="*/ 8130845 w 10424160"/>
              <a:gd name="csY20" fmla="*/ 18288 h 18288"/>
              <a:gd name="csX21" fmla="*/ 7644384 w 10424160"/>
              <a:gd name="csY21" fmla="*/ 18288 h 18288"/>
              <a:gd name="csX22" fmla="*/ 6740957 w 10424160"/>
              <a:gd name="csY22" fmla="*/ 18288 h 18288"/>
              <a:gd name="csX23" fmla="*/ 6046013 w 10424160"/>
              <a:gd name="csY23" fmla="*/ 18288 h 18288"/>
              <a:gd name="csX24" fmla="*/ 5663794 w 10424160"/>
              <a:gd name="csY24" fmla="*/ 18288 h 18288"/>
              <a:gd name="csX25" fmla="*/ 4968850 w 10424160"/>
              <a:gd name="csY25" fmla="*/ 18288 h 18288"/>
              <a:gd name="csX26" fmla="*/ 4378147 w 10424160"/>
              <a:gd name="csY26" fmla="*/ 18288 h 18288"/>
              <a:gd name="csX27" fmla="*/ 3787445 w 10424160"/>
              <a:gd name="csY27" fmla="*/ 18288 h 18288"/>
              <a:gd name="csX28" fmla="*/ 3196742 w 10424160"/>
              <a:gd name="csY28" fmla="*/ 18288 h 18288"/>
              <a:gd name="csX29" fmla="*/ 2606040 w 10424160"/>
              <a:gd name="csY29" fmla="*/ 18288 h 18288"/>
              <a:gd name="csX30" fmla="*/ 1806854 w 10424160"/>
              <a:gd name="csY30" fmla="*/ 18288 h 18288"/>
              <a:gd name="csX31" fmla="*/ 1111910 w 10424160"/>
              <a:gd name="csY31" fmla="*/ 18288 h 18288"/>
              <a:gd name="csX32" fmla="*/ 729691 w 10424160"/>
              <a:gd name="csY32" fmla="*/ 18288 h 18288"/>
              <a:gd name="csX33" fmla="*/ 0 w 10424160"/>
              <a:gd name="csY33" fmla="*/ 18288 h 18288"/>
              <a:gd name="csX34" fmla="*/ 0 w 10424160"/>
              <a:gd name="csY3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0424160" h="18288" fill="none" extrusionOk="0">
                <a:moveTo>
                  <a:pt x="0" y="0"/>
                </a:moveTo>
                <a:cubicBezTo>
                  <a:pt x="251416" y="-3874"/>
                  <a:pt x="479411" y="-20508"/>
                  <a:pt x="903427" y="0"/>
                </a:cubicBezTo>
                <a:cubicBezTo>
                  <a:pt x="1327443" y="20508"/>
                  <a:pt x="1177990" y="-7387"/>
                  <a:pt x="1389888" y="0"/>
                </a:cubicBezTo>
                <a:cubicBezTo>
                  <a:pt x="1601786" y="7387"/>
                  <a:pt x="1928602" y="-6697"/>
                  <a:pt x="2189074" y="0"/>
                </a:cubicBezTo>
                <a:cubicBezTo>
                  <a:pt x="2449546" y="6697"/>
                  <a:pt x="2440085" y="-21144"/>
                  <a:pt x="2675534" y="0"/>
                </a:cubicBezTo>
                <a:cubicBezTo>
                  <a:pt x="2910983" y="21144"/>
                  <a:pt x="3026158" y="-11124"/>
                  <a:pt x="3370478" y="0"/>
                </a:cubicBezTo>
                <a:cubicBezTo>
                  <a:pt x="3714798" y="11124"/>
                  <a:pt x="3864539" y="-10660"/>
                  <a:pt x="4169664" y="0"/>
                </a:cubicBezTo>
                <a:cubicBezTo>
                  <a:pt x="4474789" y="10660"/>
                  <a:pt x="4471218" y="16488"/>
                  <a:pt x="4551883" y="0"/>
                </a:cubicBezTo>
                <a:cubicBezTo>
                  <a:pt x="4632548" y="-16488"/>
                  <a:pt x="4786830" y="7986"/>
                  <a:pt x="4934102" y="0"/>
                </a:cubicBezTo>
                <a:cubicBezTo>
                  <a:pt x="5081374" y="-7986"/>
                  <a:pt x="5575881" y="-33003"/>
                  <a:pt x="5837530" y="0"/>
                </a:cubicBezTo>
                <a:cubicBezTo>
                  <a:pt x="6099179" y="33003"/>
                  <a:pt x="6305895" y="14170"/>
                  <a:pt x="6532474" y="0"/>
                </a:cubicBezTo>
                <a:cubicBezTo>
                  <a:pt x="6759053" y="-14170"/>
                  <a:pt x="6726707" y="16121"/>
                  <a:pt x="6914693" y="0"/>
                </a:cubicBezTo>
                <a:cubicBezTo>
                  <a:pt x="7102679" y="-16121"/>
                  <a:pt x="7397857" y="32594"/>
                  <a:pt x="7609637" y="0"/>
                </a:cubicBezTo>
                <a:cubicBezTo>
                  <a:pt x="7821417" y="-32594"/>
                  <a:pt x="8141235" y="-3745"/>
                  <a:pt x="8513064" y="0"/>
                </a:cubicBezTo>
                <a:cubicBezTo>
                  <a:pt x="8884893" y="3745"/>
                  <a:pt x="8877548" y="3359"/>
                  <a:pt x="9103766" y="0"/>
                </a:cubicBezTo>
                <a:cubicBezTo>
                  <a:pt x="9329984" y="-3359"/>
                  <a:pt x="9545570" y="-17843"/>
                  <a:pt x="9694469" y="0"/>
                </a:cubicBezTo>
                <a:cubicBezTo>
                  <a:pt x="9843368" y="17843"/>
                  <a:pt x="10162477" y="-1217"/>
                  <a:pt x="10424160" y="0"/>
                </a:cubicBezTo>
                <a:cubicBezTo>
                  <a:pt x="10424498" y="7640"/>
                  <a:pt x="10423710" y="11289"/>
                  <a:pt x="10424160" y="18288"/>
                </a:cubicBezTo>
                <a:cubicBezTo>
                  <a:pt x="10184680" y="20716"/>
                  <a:pt x="10034768" y="-9357"/>
                  <a:pt x="9729216" y="18288"/>
                </a:cubicBezTo>
                <a:cubicBezTo>
                  <a:pt x="9423664" y="45933"/>
                  <a:pt x="9309220" y="36372"/>
                  <a:pt x="8930030" y="18288"/>
                </a:cubicBezTo>
                <a:cubicBezTo>
                  <a:pt x="8550840" y="204"/>
                  <a:pt x="8513376" y="34707"/>
                  <a:pt x="8130845" y="18288"/>
                </a:cubicBezTo>
                <a:cubicBezTo>
                  <a:pt x="7748315" y="1869"/>
                  <a:pt x="7864674" y="19659"/>
                  <a:pt x="7644384" y="18288"/>
                </a:cubicBezTo>
                <a:cubicBezTo>
                  <a:pt x="7424094" y="16917"/>
                  <a:pt x="6947001" y="55680"/>
                  <a:pt x="6740957" y="18288"/>
                </a:cubicBezTo>
                <a:cubicBezTo>
                  <a:pt x="6534913" y="-19104"/>
                  <a:pt x="6313809" y="33391"/>
                  <a:pt x="6046013" y="18288"/>
                </a:cubicBezTo>
                <a:cubicBezTo>
                  <a:pt x="5778217" y="3185"/>
                  <a:pt x="5786775" y="1439"/>
                  <a:pt x="5663794" y="18288"/>
                </a:cubicBezTo>
                <a:cubicBezTo>
                  <a:pt x="5540813" y="35137"/>
                  <a:pt x="5204724" y="25434"/>
                  <a:pt x="4968850" y="18288"/>
                </a:cubicBezTo>
                <a:cubicBezTo>
                  <a:pt x="4732976" y="11142"/>
                  <a:pt x="4559928" y="34568"/>
                  <a:pt x="4378147" y="18288"/>
                </a:cubicBezTo>
                <a:cubicBezTo>
                  <a:pt x="4196366" y="2008"/>
                  <a:pt x="3992200" y="35409"/>
                  <a:pt x="3787445" y="18288"/>
                </a:cubicBezTo>
                <a:cubicBezTo>
                  <a:pt x="3582690" y="1167"/>
                  <a:pt x="3488876" y="-7583"/>
                  <a:pt x="3196742" y="18288"/>
                </a:cubicBezTo>
                <a:cubicBezTo>
                  <a:pt x="2904608" y="44159"/>
                  <a:pt x="2729828" y="45906"/>
                  <a:pt x="2606040" y="18288"/>
                </a:cubicBezTo>
                <a:cubicBezTo>
                  <a:pt x="2482252" y="-9330"/>
                  <a:pt x="2000672" y="-5498"/>
                  <a:pt x="1806854" y="18288"/>
                </a:cubicBezTo>
                <a:cubicBezTo>
                  <a:pt x="1613036" y="42074"/>
                  <a:pt x="1310933" y="-4240"/>
                  <a:pt x="1111910" y="18288"/>
                </a:cubicBezTo>
                <a:cubicBezTo>
                  <a:pt x="912887" y="40816"/>
                  <a:pt x="891560" y="1701"/>
                  <a:pt x="729691" y="18288"/>
                </a:cubicBezTo>
                <a:cubicBezTo>
                  <a:pt x="567822" y="34875"/>
                  <a:pt x="203025" y="34462"/>
                  <a:pt x="0" y="18288"/>
                </a:cubicBezTo>
                <a:cubicBezTo>
                  <a:pt x="-82" y="11708"/>
                  <a:pt x="-178" y="8956"/>
                  <a:pt x="0" y="0"/>
                </a:cubicBezTo>
                <a:close/>
              </a:path>
              <a:path w="10424160" h="18288" stroke="0" extrusionOk="0">
                <a:moveTo>
                  <a:pt x="0" y="0"/>
                </a:moveTo>
                <a:cubicBezTo>
                  <a:pt x="119910" y="17195"/>
                  <a:pt x="345032" y="1652"/>
                  <a:pt x="590702" y="0"/>
                </a:cubicBezTo>
                <a:cubicBezTo>
                  <a:pt x="836372" y="-1652"/>
                  <a:pt x="830717" y="-10944"/>
                  <a:pt x="972922" y="0"/>
                </a:cubicBezTo>
                <a:cubicBezTo>
                  <a:pt x="1115127" y="10944"/>
                  <a:pt x="1638708" y="17269"/>
                  <a:pt x="1876349" y="0"/>
                </a:cubicBezTo>
                <a:cubicBezTo>
                  <a:pt x="2113990" y="-17269"/>
                  <a:pt x="2263529" y="27642"/>
                  <a:pt x="2467051" y="0"/>
                </a:cubicBezTo>
                <a:cubicBezTo>
                  <a:pt x="2670573" y="-27642"/>
                  <a:pt x="2867743" y="-1552"/>
                  <a:pt x="3057754" y="0"/>
                </a:cubicBezTo>
                <a:cubicBezTo>
                  <a:pt x="3247765" y="1552"/>
                  <a:pt x="3729099" y="45169"/>
                  <a:pt x="3961181" y="0"/>
                </a:cubicBezTo>
                <a:cubicBezTo>
                  <a:pt x="4193263" y="-45169"/>
                  <a:pt x="4313735" y="4067"/>
                  <a:pt x="4447642" y="0"/>
                </a:cubicBezTo>
                <a:cubicBezTo>
                  <a:pt x="4581549" y="-4067"/>
                  <a:pt x="5123626" y="11867"/>
                  <a:pt x="5351069" y="0"/>
                </a:cubicBezTo>
                <a:cubicBezTo>
                  <a:pt x="5578512" y="-11867"/>
                  <a:pt x="6044105" y="-19983"/>
                  <a:pt x="6254496" y="0"/>
                </a:cubicBezTo>
                <a:cubicBezTo>
                  <a:pt x="6464887" y="19983"/>
                  <a:pt x="6664731" y="4232"/>
                  <a:pt x="6949440" y="0"/>
                </a:cubicBezTo>
                <a:cubicBezTo>
                  <a:pt x="7234149" y="-4232"/>
                  <a:pt x="7497205" y="28731"/>
                  <a:pt x="7852867" y="0"/>
                </a:cubicBezTo>
                <a:cubicBezTo>
                  <a:pt x="8208529" y="-28731"/>
                  <a:pt x="8287556" y="2616"/>
                  <a:pt x="8443570" y="0"/>
                </a:cubicBezTo>
                <a:cubicBezTo>
                  <a:pt x="8599584" y="-2616"/>
                  <a:pt x="8871283" y="-14113"/>
                  <a:pt x="9034272" y="0"/>
                </a:cubicBezTo>
                <a:cubicBezTo>
                  <a:pt x="9197261" y="14113"/>
                  <a:pt x="9604978" y="-35623"/>
                  <a:pt x="9833458" y="0"/>
                </a:cubicBezTo>
                <a:cubicBezTo>
                  <a:pt x="10061938" y="35623"/>
                  <a:pt x="10231944" y="-8194"/>
                  <a:pt x="10424160" y="0"/>
                </a:cubicBezTo>
                <a:cubicBezTo>
                  <a:pt x="10424285" y="4395"/>
                  <a:pt x="10424085" y="9776"/>
                  <a:pt x="10424160" y="18288"/>
                </a:cubicBezTo>
                <a:cubicBezTo>
                  <a:pt x="10058736" y="-5772"/>
                  <a:pt x="9942989" y="-18764"/>
                  <a:pt x="9624974" y="18288"/>
                </a:cubicBezTo>
                <a:cubicBezTo>
                  <a:pt x="9306959" y="55340"/>
                  <a:pt x="9229263" y="24995"/>
                  <a:pt x="8930030" y="18288"/>
                </a:cubicBezTo>
                <a:cubicBezTo>
                  <a:pt x="8630797" y="11581"/>
                  <a:pt x="8647263" y="10931"/>
                  <a:pt x="8547811" y="18288"/>
                </a:cubicBezTo>
                <a:cubicBezTo>
                  <a:pt x="8448359" y="25645"/>
                  <a:pt x="8173221" y="219"/>
                  <a:pt x="8061350" y="18288"/>
                </a:cubicBezTo>
                <a:cubicBezTo>
                  <a:pt x="7949479" y="36357"/>
                  <a:pt x="7437002" y="17516"/>
                  <a:pt x="7157923" y="18288"/>
                </a:cubicBezTo>
                <a:cubicBezTo>
                  <a:pt x="6878844" y="19060"/>
                  <a:pt x="6610241" y="8864"/>
                  <a:pt x="6462979" y="18288"/>
                </a:cubicBezTo>
                <a:cubicBezTo>
                  <a:pt x="6315717" y="27712"/>
                  <a:pt x="6124879" y="4989"/>
                  <a:pt x="5976518" y="18288"/>
                </a:cubicBezTo>
                <a:cubicBezTo>
                  <a:pt x="5828157" y="31587"/>
                  <a:pt x="5566880" y="7112"/>
                  <a:pt x="5281574" y="18288"/>
                </a:cubicBezTo>
                <a:cubicBezTo>
                  <a:pt x="4996268" y="29464"/>
                  <a:pt x="5085614" y="20493"/>
                  <a:pt x="4899355" y="18288"/>
                </a:cubicBezTo>
                <a:cubicBezTo>
                  <a:pt x="4713096" y="16083"/>
                  <a:pt x="4606138" y="34359"/>
                  <a:pt x="4517136" y="18288"/>
                </a:cubicBezTo>
                <a:cubicBezTo>
                  <a:pt x="4428134" y="2217"/>
                  <a:pt x="4125335" y="52414"/>
                  <a:pt x="3822192" y="18288"/>
                </a:cubicBezTo>
                <a:cubicBezTo>
                  <a:pt x="3519049" y="-15838"/>
                  <a:pt x="3453132" y="3859"/>
                  <a:pt x="3335731" y="18288"/>
                </a:cubicBezTo>
                <a:cubicBezTo>
                  <a:pt x="3218330" y="32717"/>
                  <a:pt x="2718749" y="-13936"/>
                  <a:pt x="2536546" y="18288"/>
                </a:cubicBezTo>
                <a:cubicBezTo>
                  <a:pt x="2354343" y="50512"/>
                  <a:pt x="2190669" y="3238"/>
                  <a:pt x="2050085" y="18288"/>
                </a:cubicBezTo>
                <a:cubicBezTo>
                  <a:pt x="1909501" y="33338"/>
                  <a:pt x="1520975" y="3062"/>
                  <a:pt x="1250899" y="18288"/>
                </a:cubicBezTo>
                <a:cubicBezTo>
                  <a:pt x="980823" y="33514"/>
                  <a:pt x="992936" y="28036"/>
                  <a:pt x="868680" y="18288"/>
                </a:cubicBezTo>
                <a:cubicBezTo>
                  <a:pt x="744424" y="8540"/>
                  <a:pt x="230364" y="33365"/>
                  <a:pt x="0" y="18288"/>
                </a:cubicBezTo>
                <a:cubicBezTo>
                  <a:pt x="-504" y="12101"/>
                  <a:pt x="-591" y="771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68FC6FFF-5C14-00E6-DEE7-0F99CE91297E}"/>
              </a:ext>
            </a:extLst>
          </p:cNvPr>
          <p:cNvGraphicFramePr>
            <a:graphicFrameLocks noGrp="1"/>
          </p:cNvGraphicFramePr>
          <p:nvPr>
            <p:ph idx="1"/>
            <p:extLst>
              <p:ext uri="{D42A27DB-BD31-4B8C-83A1-F6EECF244321}">
                <p14:modId xmlns:p14="http://schemas.microsoft.com/office/powerpoint/2010/main" val="1828684159"/>
              </p:ext>
            </p:extLst>
          </p:nvPr>
        </p:nvGraphicFramePr>
        <p:xfrm>
          <a:off x="838200" y="2228087"/>
          <a:ext cx="10515600" cy="39488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199891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9149DD-8BB7-1EAE-4C79-A44E2E30068A}"/>
              </a:ext>
            </a:extLst>
          </p:cNvPr>
          <p:cNvSpPr>
            <a:spLocks noGrp="1"/>
          </p:cNvSpPr>
          <p:nvPr>
            <p:ph type="title"/>
          </p:nvPr>
        </p:nvSpPr>
        <p:spPr>
          <a:xfrm>
            <a:off x="838200" y="365125"/>
            <a:ext cx="10515600" cy="1325563"/>
          </a:xfrm>
        </p:spPr>
        <p:txBody>
          <a:bodyPr>
            <a:normAutofit/>
          </a:bodyPr>
          <a:lstStyle/>
          <a:p>
            <a:r>
              <a:rPr lang="en-US" sz="5400"/>
              <a:t>Role of Node Pools</a:t>
            </a:r>
          </a:p>
        </p:txBody>
      </p:sp>
      <p:sp>
        <p:nvSpPr>
          <p:cNvPr id="1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832FE40-9216-3877-8297-23F75598F452}"/>
              </a:ext>
            </a:extLst>
          </p:cNvPr>
          <p:cNvSpPr>
            <a:spLocks noGrp="1"/>
          </p:cNvSpPr>
          <p:nvPr>
            <p:ph idx="1"/>
          </p:nvPr>
        </p:nvSpPr>
        <p:spPr>
          <a:xfrm>
            <a:off x="838200" y="2028774"/>
            <a:ext cx="10515600" cy="4251960"/>
          </a:xfrm>
        </p:spPr>
        <p:txBody>
          <a:bodyPr>
            <a:normAutofit/>
          </a:bodyPr>
          <a:lstStyle/>
          <a:p>
            <a:pPr marL="0" indent="0">
              <a:spcBef>
                <a:spcPts val="1200"/>
              </a:spcBef>
              <a:buNone/>
            </a:pPr>
            <a:r>
              <a:rPr lang="en-US" sz="2200" dirty="0"/>
              <a:t>Think of an AKS cluster as:</a:t>
            </a:r>
          </a:p>
          <a:p>
            <a:pPr lvl="1">
              <a:spcBef>
                <a:spcPts val="1200"/>
              </a:spcBef>
            </a:pPr>
            <a:r>
              <a:rPr lang="en-US" sz="2200" b="1" dirty="0"/>
              <a:t>Control plane</a:t>
            </a:r>
            <a:r>
              <a:rPr lang="en-US" sz="2200" dirty="0"/>
              <a:t> (managed by Azure)</a:t>
            </a:r>
          </a:p>
          <a:p>
            <a:pPr lvl="1">
              <a:spcBef>
                <a:spcPts val="1200"/>
              </a:spcBef>
            </a:pPr>
            <a:r>
              <a:rPr lang="en-US" sz="2200" b="1" dirty="0"/>
              <a:t>One or more node pools</a:t>
            </a:r>
            <a:r>
              <a:rPr lang="en-US" sz="2200" dirty="0"/>
              <a:t> (your worker capacity)</a:t>
            </a:r>
          </a:p>
          <a:p>
            <a:pPr marL="0" indent="0">
              <a:spcBef>
                <a:spcPts val="1200"/>
              </a:spcBef>
              <a:buNone/>
            </a:pPr>
            <a:r>
              <a:rPr lang="en-US" sz="2200" dirty="0"/>
              <a:t>Node pools are how you:</a:t>
            </a:r>
          </a:p>
          <a:p>
            <a:pPr lvl="1">
              <a:spcBef>
                <a:spcPts val="1200"/>
              </a:spcBef>
            </a:pPr>
            <a:r>
              <a:rPr lang="en-US" sz="2200" dirty="0"/>
              <a:t>Provide different “shapes” of compute (CPU/memory-heavy, GPU, Windows, etc.),</a:t>
            </a:r>
          </a:p>
          <a:p>
            <a:pPr lvl="1">
              <a:spcBef>
                <a:spcPts val="1200"/>
              </a:spcBef>
            </a:pPr>
            <a:r>
              <a:rPr lang="en-US" sz="2200" dirty="0"/>
              <a:t>Isolate noisy neighbors,</a:t>
            </a:r>
          </a:p>
          <a:p>
            <a:pPr lvl="1">
              <a:spcBef>
                <a:spcPts val="1200"/>
              </a:spcBef>
            </a:pPr>
            <a:r>
              <a:rPr lang="en-US" sz="2200" dirty="0"/>
              <a:t>Control upgrades safely (upgrade one pool at a time),</a:t>
            </a:r>
          </a:p>
          <a:p>
            <a:pPr lvl="1">
              <a:spcBef>
                <a:spcPts val="1200"/>
              </a:spcBef>
            </a:pPr>
            <a:r>
              <a:rPr lang="en-US" sz="2200" dirty="0"/>
              <a:t>Align with availability/reliability goals (e.g., zone-aware pools).</a:t>
            </a:r>
          </a:p>
          <a:p>
            <a:pPr marL="0" indent="0">
              <a:buNone/>
            </a:pPr>
            <a:endParaRPr lang="en-US" sz="2200" dirty="0"/>
          </a:p>
        </p:txBody>
      </p:sp>
    </p:spTree>
    <p:extLst>
      <p:ext uri="{BB962C8B-B14F-4D97-AF65-F5344CB8AC3E}">
        <p14:creationId xmlns:p14="http://schemas.microsoft.com/office/powerpoint/2010/main" val="6123581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CD7899-7AFB-EDF5-2D83-3AF68E652042}"/>
              </a:ext>
            </a:extLst>
          </p:cNvPr>
          <p:cNvSpPr>
            <a:spLocks noGrp="1"/>
          </p:cNvSpPr>
          <p:nvPr>
            <p:ph type="title"/>
          </p:nvPr>
        </p:nvSpPr>
        <p:spPr>
          <a:xfrm>
            <a:off x="838200" y="365125"/>
            <a:ext cx="10515600" cy="1325563"/>
          </a:xfrm>
        </p:spPr>
        <p:txBody>
          <a:bodyPr>
            <a:normAutofit/>
          </a:bodyPr>
          <a:lstStyle/>
          <a:p>
            <a:r>
              <a:rPr lang="en-US" sz="5400"/>
              <a:t>Node Pools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2">
            <a:extLst>
              <a:ext uri="{FF2B5EF4-FFF2-40B4-BE49-F238E27FC236}">
                <a16:creationId xmlns:a16="http://schemas.microsoft.com/office/drawing/2014/main" id="{38FF405A-6C75-0B44-08DA-DC78FCB3243E}"/>
              </a:ext>
            </a:extLst>
          </p:cNvPr>
          <p:cNvSpPr>
            <a:spLocks noGrp="1"/>
          </p:cNvSpPr>
          <p:nvPr>
            <p:ph idx="1"/>
          </p:nvPr>
        </p:nvSpPr>
        <p:spPr>
          <a:xfrm>
            <a:off x="838199" y="2197738"/>
            <a:ext cx="11088757" cy="4251960"/>
          </a:xfrm>
        </p:spPr>
        <p:txBody>
          <a:bodyPr>
            <a:normAutofit/>
          </a:bodyPr>
          <a:lstStyle/>
          <a:p>
            <a:pPr>
              <a:spcAft>
                <a:spcPts val="600"/>
              </a:spcAft>
            </a:pPr>
            <a:r>
              <a:rPr lang="en-US" sz="2400" dirty="0"/>
              <a:t>The AKS cluster must use the Standard SKU load balancer to use multiple node pools. This feature isn't supported with Basic SKU load balancers.</a:t>
            </a:r>
          </a:p>
          <a:p>
            <a:pPr>
              <a:spcAft>
                <a:spcPts val="600"/>
              </a:spcAft>
            </a:pPr>
            <a:r>
              <a:rPr lang="en-US" sz="2400" dirty="0"/>
              <a:t>The AKS cluster must use Virtual Machine Scale Sets for the nodes.</a:t>
            </a:r>
          </a:p>
          <a:p>
            <a:pPr>
              <a:spcAft>
                <a:spcPts val="600"/>
              </a:spcAft>
            </a:pPr>
            <a:r>
              <a:rPr lang="en-US" sz="2400" dirty="0"/>
              <a:t>All node pools must reside in the same virtual network.</a:t>
            </a:r>
          </a:p>
          <a:p>
            <a:pPr>
              <a:spcAft>
                <a:spcPts val="600"/>
              </a:spcAft>
            </a:pPr>
            <a:r>
              <a:rPr lang="en-US" sz="2400" dirty="0"/>
              <a:t>You can't change the virtual machine (VM) size of a node pool after you create it.</a:t>
            </a:r>
          </a:p>
          <a:p>
            <a:r>
              <a:rPr lang="en-US" sz="2400" dirty="0"/>
              <a:t>When you create multiple node pools at cluster creation time, the Kubernetes versions for the node pools must match the version set for the control plane. You can make updates after provisioning the cluster using per node pool operations.</a:t>
            </a:r>
          </a:p>
        </p:txBody>
      </p:sp>
    </p:spTree>
    <p:extLst>
      <p:ext uri="{BB962C8B-B14F-4D97-AF65-F5344CB8AC3E}">
        <p14:creationId xmlns:p14="http://schemas.microsoft.com/office/powerpoint/2010/main" val="38426969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B108BA-CE66-2908-88CD-284D3F55490C}"/>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BE0EBD9-543C-DF01-01FB-128713202535}"/>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Creating Node Pools</a:t>
            </a: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407440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1C7848-32E7-6008-4D6D-C35BF30B146B}"/>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0951A02-0D04-3561-B915-0E412BEBF915}"/>
              </a:ext>
            </a:extLst>
          </p:cNvPr>
          <p:cNvSpPr>
            <a:spLocks noGrp="1"/>
          </p:cNvSpPr>
          <p:nvPr>
            <p:ph idx="1"/>
          </p:nvPr>
        </p:nvSpPr>
        <p:spPr>
          <a:xfrm>
            <a:off x="838200" y="2028774"/>
            <a:ext cx="10515600" cy="4251960"/>
          </a:xfrm>
        </p:spPr>
        <p:txBody>
          <a:bodyPr>
            <a:normAutofit/>
          </a:bodyPr>
          <a:lstStyle/>
          <a:p>
            <a:pPr marL="0" indent="0">
              <a:buNone/>
            </a:pPr>
            <a:r>
              <a:rPr lang="en-US" sz="2200" b="1" dirty="0"/>
              <a:t>System vs User node pools</a:t>
            </a:r>
          </a:p>
          <a:p>
            <a:pPr marL="0" indent="0">
              <a:spcAft>
                <a:spcPts val="1200"/>
              </a:spcAft>
              <a:buNone/>
            </a:pPr>
            <a:r>
              <a:rPr lang="en-US" sz="2200" dirty="0"/>
              <a:t>AKS has two node pool </a:t>
            </a:r>
            <a:r>
              <a:rPr lang="en-US" sz="2200" b="1" dirty="0"/>
              <a:t>modes</a:t>
            </a:r>
            <a:r>
              <a:rPr lang="en-US" sz="2200" dirty="0"/>
              <a:t>:</a:t>
            </a:r>
          </a:p>
          <a:p>
            <a:pPr lvl="1"/>
            <a:r>
              <a:rPr lang="en-US" sz="2200" b="1" dirty="0"/>
              <a:t>System node pools</a:t>
            </a:r>
            <a:r>
              <a:rPr lang="en-US" sz="2200" dirty="0"/>
              <a:t> meant to host </a:t>
            </a:r>
            <a:r>
              <a:rPr lang="en-US" sz="2200" b="1" dirty="0"/>
              <a:t>critical system pods</a:t>
            </a:r>
            <a:r>
              <a:rPr lang="en-US" sz="2200" dirty="0"/>
              <a:t> (like </a:t>
            </a:r>
            <a:r>
              <a:rPr lang="en-US" sz="2200" dirty="0" err="1"/>
              <a:t>CoreDNS</a:t>
            </a:r>
            <a:r>
              <a:rPr lang="en-US" sz="2200" dirty="0"/>
              <a:t>, metrics-server). Best practice is to keep system components on dedicated capacity.</a:t>
            </a:r>
          </a:p>
          <a:p>
            <a:pPr lvl="1"/>
            <a:r>
              <a:rPr lang="en-US" sz="2200" b="1" dirty="0"/>
              <a:t>User node pools</a:t>
            </a:r>
            <a:r>
              <a:rPr lang="en-US" sz="2200" dirty="0"/>
              <a:t>: intended for </a:t>
            </a:r>
            <a:r>
              <a:rPr lang="en-US" sz="2200" b="1" dirty="0"/>
              <a:t>application pods</a:t>
            </a:r>
            <a:r>
              <a:rPr lang="en-US" sz="2200" dirty="0"/>
              <a:t>.</a:t>
            </a:r>
          </a:p>
          <a:p>
            <a:pPr marL="0" indent="0">
              <a:buNone/>
            </a:pPr>
            <a:endParaRPr lang="en-US" sz="2200" dirty="0"/>
          </a:p>
          <a:p>
            <a:pPr marL="0" indent="0">
              <a:buNone/>
            </a:pPr>
            <a:r>
              <a:rPr lang="en-US" sz="2200" dirty="0"/>
              <a:t>This distinction matters for reliability/operations: you generally don’t want your app scaling/evictions to starve the platform pods.</a:t>
            </a:r>
          </a:p>
          <a:p>
            <a:pPr marL="0" indent="0">
              <a:buNone/>
            </a:pPr>
            <a:endParaRPr lang="en-US" sz="2200" dirty="0"/>
          </a:p>
          <a:p>
            <a:pPr>
              <a:lnSpc>
                <a:spcPts val="1425"/>
              </a:lnSpc>
              <a:buNone/>
            </a:pPr>
            <a:r>
              <a:rPr lang="en-US" sz="2400" b="0" dirty="0" err="1">
                <a:solidFill>
                  <a:srgbClr val="CE9178"/>
                </a:solidFill>
                <a:effectLst/>
                <a:latin typeface="Consolas" panose="020B0609020204030204" pitchFamily="49" charset="0"/>
              </a:rPr>
              <a:t>CriticalAddonsOnly</a:t>
            </a:r>
            <a:r>
              <a:rPr lang="en-US" sz="2400" b="0" dirty="0">
                <a:solidFill>
                  <a:srgbClr val="CE9178"/>
                </a:solidFill>
                <a:effectLst/>
                <a:latin typeface="Consolas" panose="020B0609020204030204" pitchFamily="49" charset="0"/>
              </a:rPr>
              <a:t>=</a:t>
            </a:r>
            <a:r>
              <a:rPr lang="en-US" sz="2400" b="0" dirty="0" err="1">
                <a:solidFill>
                  <a:srgbClr val="569CD6"/>
                </a:solidFill>
                <a:effectLst/>
                <a:latin typeface="Consolas" panose="020B0609020204030204" pitchFamily="49" charset="0"/>
              </a:rPr>
              <a:t>true</a:t>
            </a:r>
            <a:r>
              <a:rPr lang="en-US" sz="2400" b="0" dirty="0" err="1">
                <a:solidFill>
                  <a:srgbClr val="CE9178"/>
                </a:solidFill>
                <a:effectLst/>
                <a:latin typeface="Consolas" panose="020B0609020204030204" pitchFamily="49" charset="0"/>
              </a:rPr>
              <a:t>:NoSchedule</a:t>
            </a:r>
            <a:endParaRPr lang="en-US" sz="2400" b="0" dirty="0">
              <a:solidFill>
                <a:srgbClr val="D4D4D4"/>
              </a:solidFill>
              <a:effectLst/>
              <a:latin typeface="Consolas" panose="020B0609020204030204" pitchFamily="49" charset="0"/>
            </a:endParaRPr>
          </a:p>
          <a:p>
            <a:pPr marL="0" indent="0">
              <a:buNone/>
            </a:pPr>
            <a:endParaRPr lang="en-US" sz="2200" dirty="0"/>
          </a:p>
        </p:txBody>
      </p:sp>
    </p:spTree>
    <p:extLst>
      <p:ext uri="{BB962C8B-B14F-4D97-AF65-F5344CB8AC3E}">
        <p14:creationId xmlns:p14="http://schemas.microsoft.com/office/powerpoint/2010/main" val="34982162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65FD7A5-A0D9-95CF-C334-946D9702BF6A}"/>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1E1385E-5043-ED5A-C5D2-C0488A3B05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9B8835-705B-C04B-E0F7-50ABC3E1C154}"/>
              </a:ext>
            </a:extLst>
          </p:cNvPr>
          <p:cNvSpPr>
            <a:spLocks noGrp="1"/>
          </p:cNvSpPr>
          <p:nvPr>
            <p:ph type="title"/>
          </p:nvPr>
        </p:nvSpPr>
        <p:spPr>
          <a:xfrm>
            <a:off x="838200" y="365125"/>
            <a:ext cx="10515600" cy="1325563"/>
          </a:xfrm>
        </p:spPr>
        <p:txBody>
          <a:bodyPr>
            <a:normAutofit/>
          </a:bodyPr>
          <a:lstStyle/>
          <a:p>
            <a:r>
              <a:rPr lang="en-US" sz="5400" dirty="0"/>
              <a:t>System Node Pools</a:t>
            </a:r>
          </a:p>
        </p:txBody>
      </p:sp>
      <p:sp>
        <p:nvSpPr>
          <p:cNvPr id="17" name="sketch line">
            <a:extLst>
              <a:ext uri="{FF2B5EF4-FFF2-40B4-BE49-F238E27FC236}">
                <a16:creationId xmlns:a16="http://schemas.microsoft.com/office/drawing/2014/main" id="{F93EB6F1-22D3-7B59-B5A0-079B4E3774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6BF8D70-5021-2E9A-ADEC-6A67E70F63A6}"/>
              </a:ext>
            </a:extLst>
          </p:cNvPr>
          <p:cNvSpPr>
            <a:spLocks noGrp="1"/>
          </p:cNvSpPr>
          <p:nvPr>
            <p:ph idx="1"/>
          </p:nvPr>
        </p:nvSpPr>
        <p:spPr>
          <a:xfrm>
            <a:off x="838201" y="2028774"/>
            <a:ext cx="3982278" cy="1861753"/>
          </a:xfrm>
        </p:spPr>
        <p:txBody>
          <a:bodyPr>
            <a:normAutofit/>
          </a:bodyPr>
          <a:lstStyle/>
          <a:p>
            <a:r>
              <a:rPr lang="en-US" sz="2400" dirty="0"/>
              <a:t>Must support min 30 pods</a:t>
            </a:r>
          </a:p>
          <a:p>
            <a:r>
              <a:rPr lang="en-US" sz="2400" dirty="0"/>
              <a:t>Must be running Linux</a:t>
            </a:r>
          </a:p>
          <a:p>
            <a:r>
              <a:rPr lang="en-US" sz="2400" dirty="0"/>
              <a:t>At least 2 nodes</a:t>
            </a:r>
          </a:p>
          <a:p>
            <a:r>
              <a:rPr lang="en-US" sz="2400" dirty="0"/>
              <a:t>Min 4 vCPU and 4 GB</a:t>
            </a:r>
          </a:p>
          <a:p>
            <a:endParaRPr lang="en-US" sz="2400" dirty="0"/>
          </a:p>
        </p:txBody>
      </p:sp>
      <p:sp>
        <p:nvSpPr>
          <p:cNvPr id="4" name="TextBox 3">
            <a:extLst>
              <a:ext uri="{FF2B5EF4-FFF2-40B4-BE49-F238E27FC236}">
                <a16:creationId xmlns:a16="http://schemas.microsoft.com/office/drawing/2014/main" id="{3367DFE3-629C-2392-1951-92D4132A03D9}"/>
              </a:ext>
            </a:extLst>
          </p:cNvPr>
          <p:cNvSpPr txBox="1"/>
          <p:nvPr/>
        </p:nvSpPr>
        <p:spPr>
          <a:xfrm>
            <a:off x="838200" y="3890527"/>
            <a:ext cx="4771050" cy="2554545"/>
          </a:xfrm>
          <a:prstGeom prst="rect">
            <a:avLst/>
          </a:prstGeom>
          <a:noFill/>
        </p:spPr>
        <p:txBody>
          <a:bodyPr wrap="none" rtlCol="0">
            <a:spAutoFit/>
          </a:bodyPr>
          <a:lstStyle/>
          <a:p>
            <a:r>
              <a:rPr lang="en-US" sz="2000" dirty="0"/>
              <a:t>… </a:t>
            </a:r>
          </a:p>
          <a:p>
            <a:r>
              <a:rPr lang="en-US" sz="2000" dirty="0"/>
              <a:t>  </a:t>
            </a:r>
            <a:r>
              <a:rPr lang="en-US" sz="2000" dirty="0">
                <a:highlight>
                  <a:srgbClr val="FFFF00"/>
                </a:highlight>
              </a:rPr>
              <a:t>"mode": "System",</a:t>
            </a:r>
          </a:p>
          <a:p>
            <a:r>
              <a:rPr lang="en-US" sz="2000" dirty="0"/>
              <a:t>  </a:t>
            </a:r>
            <a:r>
              <a:rPr lang="en-US" sz="2000" dirty="0">
                <a:highlight>
                  <a:srgbClr val="FFFF00"/>
                </a:highlight>
              </a:rPr>
              <a:t>"name": "</a:t>
            </a:r>
            <a:r>
              <a:rPr lang="en-US" sz="2000" dirty="0" err="1">
                <a:highlight>
                  <a:srgbClr val="FFFF00"/>
                </a:highlight>
              </a:rPr>
              <a:t>systempool</a:t>
            </a:r>
            <a:r>
              <a:rPr lang="en-US" sz="2000" dirty="0">
                <a:highlight>
                  <a:srgbClr val="FFFF00"/>
                </a:highlight>
              </a:rPr>
              <a:t>",</a:t>
            </a:r>
          </a:p>
          <a:p>
            <a:r>
              <a:rPr lang="en-US" sz="2000" dirty="0"/>
              <a:t>  …</a:t>
            </a:r>
          </a:p>
          <a:p>
            <a:r>
              <a:rPr lang="en-US" sz="2000" dirty="0"/>
              <a:t>  "</a:t>
            </a:r>
            <a:r>
              <a:rPr lang="en-US" sz="2000" dirty="0" err="1"/>
              <a:t>nodeTaints</a:t>
            </a:r>
            <a:r>
              <a:rPr lang="en-US" sz="2000" dirty="0"/>
              <a:t>": [</a:t>
            </a:r>
          </a:p>
          <a:p>
            <a:r>
              <a:rPr lang="en-US" sz="2000" dirty="0"/>
              <a:t>    </a:t>
            </a:r>
            <a:r>
              <a:rPr lang="en-US" sz="2000" dirty="0">
                <a:highlight>
                  <a:srgbClr val="FFFF00"/>
                </a:highlight>
              </a:rPr>
              <a:t>"</a:t>
            </a:r>
            <a:r>
              <a:rPr lang="en-US" sz="2000" dirty="0" err="1">
                <a:highlight>
                  <a:srgbClr val="FFFF00"/>
                </a:highlight>
              </a:rPr>
              <a:t>CriticalAddonsOnly</a:t>
            </a:r>
            <a:r>
              <a:rPr lang="en-US" sz="2000" dirty="0">
                <a:highlight>
                  <a:srgbClr val="FFFF00"/>
                </a:highlight>
              </a:rPr>
              <a:t>=</a:t>
            </a:r>
            <a:r>
              <a:rPr lang="en-US" sz="2000" dirty="0" err="1">
                <a:highlight>
                  <a:srgbClr val="FFFF00"/>
                </a:highlight>
              </a:rPr>
              <a:t>true:NoSchedule</a:t>
            </a:r>
            <a:r>
              <a:rPr lang="en-US" sz="2000" dirty="0">
                <a:highlight>
                  <a:srgbClr val="FFFF00"/>
                </a:highlight>
              </a:rPr>
              <a:t>"</a:t>
            </a:r>
          </a:p>
          <a:p>
            <a:r>
              <a:rPr lang="en-US" sz="2000" dirty="0"/>
              <a:t>  ],</a:t>
            </a:r>
          </a:p>
          <a:p>
            <a:r>
              <a:rPr lang="en-US" sz="2000" dirty="0"/>
              <a:t>…</a:t>
            </a:r>
          </a:p>
        </p:txBody>
      </p:sp>
      <p:sp>
        <p:nvSpPr>
          <p:cNvPr id="5" name="Content Placeholder 2">
            <a:extLst>
              <a:ext uri="{FF2B5EF4-FFF2-40B4-BE49-F238E27FC236}">
                <a16:creationId xmlns:a16="http://schemas.microsoft.com/office/drawing/2014/main" id="{496921FA-D64A-2E76-B317-58AF58475614}"/>
              </a:ext>
            </a:extLst>
          </p:cNvPr>
          <p:cNvSpPr txBox="1">
            <a:spLocks/>
          </p:cNvSpPr>
          <p:nvPr/>
        </p:nvSpPr>
        <p:spPr>
          <a:xfrm>
            <a:off x="5218043" y="2028773"/>
            <a:ext cx="6510131" cy="186175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You can delete the system node pool if you have another system node pool to take its place in the AKS cluster. Otherwise, you can't delete the system node pool.</a:t>
            </a:r>
          </a:p>
        </p:txBody>
      </p:sp>
    </p:spTree>
    <p:extLst>
      <p:ext uri="{BB962C8B-B14F-4D97-AF65-F5344CB8AC3E}">
        <p14:creationId xmlns:p14="http://schemas.microsoft.com/office/powerpoint/2010/main" val="1495505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4B174C-01C2-451B-1DFC-BC4D4860617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CE4985C-91DE-3139-647A-25E4EEC09A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A3E193B-F098-322B-441F-548D657C48EF}"/>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E4B95596-46B0-5907-861B-BB7E7C0A8019}"/>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System Node Pools</a:t>
            </a:r>
          </a:p>
        </p:txBody>
      </p:sp>
      <p:sp>
        <p:nvSpPr>
          <p:cNvPr id="10" name="sketch line">
            <a:extLst>
              <a:ext uri="{FF2B5EF4-FFF2-40B4-BE49-F238E27FC236}">
                <a16:creationId xmlns:a16="http://schemas.microsoft.com/office/drawing/2014/main" id="{9E12D8AE-3BEF-8235-100F-B4EC192FE9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93158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FF9A83D-F5B0-DB7B-FEB9-42D00122B485}"/>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5C0D3D9-0B5F-4F19-76C6-8680325163A3}"/>
              </a:ext>
            </a:extLst>
          </p:cNvPr>
          <p:cNvSpPr>
            <a:spLocks noGrp="1"/>
          </p:cNvSpPr>
          <p:nvPr>
            <p:ph idx="1"/>
          </p:nvPr>
        </p:nvSpPr>
        <p:spPr>
          <a:xfrm>
            <a:off x="838200" y="2028774"/>
            <a:ext cx="10515600" cy="4251960"/>
          </a:xfrm>
        </p:spPr>
        <p:txBody>
          <a:bodyPr>
            <a:normAutofit/>
          </a:bodyPr>
          <a:lstStyle/>
          <a:p>
            <a:pPr marL="0" indent="0">
              <a:buNone/>
            </a:pPr>
            <a:r>
              <a:rPr lang="en-US" sz="2200" b="1" dirty="0"/>
              <a:t>Linux vs Windows node pools</a:t>
            </a:r>
          </a:p>
          <a:p>
            <a:pPr>
              <a:spcBef>
                <a:spcPts val="2400"/>
              </a:spcBef>
            </a:pPr>
            <a:r>
              <a:rPr lang="en-US" sz="2200" dirty="0"/>
              <a:t>AKS supports adding node pools with </a:t>
            </a:r>
            <a:r>
              <a:rPr lang="en-US" sz="2200" b="1" dirty="0"/>
              <a:t>Linux or Windows</a:t>
            </a:r>
            <a:r>
              <a:rPr lang="en-US" sz="2200" dirty="0"/>
              <a:t> OS types (commonly used when you need Windows container)</a:t>
            </a:r>
          </a:p>
          <a:p>
            <a:pPr>
              <a:spcBef>
                <a:spcPts val="2400"/>
              </a:spcBef>
            </a:pPr>
            <a:r>
              <a:rPr lang="en-US" sz="2200" dirty="0"/>
              <a:t>The name of a node pool can only contain lower case alphanumeric characters and must begin with a lowercase letter.</a:t>
            </a:r>
          </a:p>
          <a:p>
            <a:pPr>
              <a:spcBef>
                <a:spcPts val="2400"/>
              </a:spcBef>
            </a:pPr>
            <a:r>
              <a:rPr lang="en-US" sz="2200" dirty="0"/>
              <a:t>For Linux node pools, the length must be between 1-12 characters</a:t>
            </a:r>
          </a:p>
          <a:p>
            <a:pPr>
              <a:spcBef>
                <a:spcPts val="2400"/>
              </a:spcBef>
            </a:pPr>
            <a:r>
              <a:rPr lang="en-US" sz="2200" dirty="0"/>
              <a:t>For Windows node pools, the length must be between 1-6 characters</a:t>
            </a:r>
          </a:p>
          <a:p>
            <a:pPr marL="0" indent="0">
              <a:buNone/>
            </a:pPr>
            <a:endParaRPr lang="en-US" sz="2200" dirty="0"/>
          </a:p>
        </p:txBody>
      </p:sp>
    </p:spTree>
    <p:extLst>
      <p:ext uri="{BB962C8B-B14F-4D97-AF65-F5344CB8AC3E}">
        <p14:creationId xmlns:p14="http://schemas.microsoft.com/office/powerpoint/2010/main" val="4275700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F1941A-B372-995B-6115-7C7A0F5B6D16}"/>
              </a:ext>
            </a:extLst>
          </p:cNvPr>
          <p:cNvSpPr>
            <a:spLocks noGrp="1"/>
          </p:cNvSpPr>
          <p:nvPr>
            <p:ph type="title"/>
          </p:nvPr>
        </p:nvSpPr>
        <p:spPr>
          <a:xfrm>
            <a:off x="838200" y="365125"/>
            <a:ext cx="10515600" cy="1325563"/>
          </a:xfrm>
        </p:spPr>
        <p:txBody>
          <a:bodyPr>
            <a:normAutofit/>
          </a:bodyPr>
          <a:lstStyle/>
          <a:p>
            <a:r>
              <a:rPr lang="en-US" sz="5400"/>
              <a:t>Node Pool Types</a:t>
            </a:r>
          </a:p>
        </p:txBody>
      </p:sp>
      <p:sp>
        <p:nvSpPr>
          <p:cNvPr id="1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F55BEC1-706E-171B-A530-83533B9D15EC}"/>
              </a:ext>
            </a:extLst>
          </p:cNvPr>
          <p:cNvSpPr>
            <a:spLocks noGrp="1"/>
          </p:cNvSpPr>
          <p:nvPr>
            <p:ph idx="1"/>
          </p:nvPr>
        </p:nvSpPr>
        <p:spPr>
          <a:xfrm>
            <a:off x="838200" y="2028774"/>
            <a:ext cx="10515600" cy="2433896"/>
          </a:xfrm>
        </p:spPr>
        <p:txBody>
          <a:bodyPr>
            <a:normAutofit/>
          </a:bodyPr>
          <a:lstStyle/>
          <a:p>
            <a:pPr marL="0" indent="0">
              <a:spcAft>
                <a:spcPts val="1200"/>
              </a:spcAft>
              <a:buNone/>
            </a:pPr>
            <a:r>
              <a:rPr lang="en-US" sz="2200" dirty="0"/>
              <a:t>A </a:t>
            </a:r>
            <a:r>
              <a:rPr lang="en-US" sz="2200" b="1" dirty="0"/>
              <a:t>Spot node pool</a:t>
            </a:r>
            <a:r>
              <a:rPr lang="en-US" sz="2200" dirty="0"/>
              <a:t> uses </a:t>
            </a:r>
            <a:r>
              <a:rPr lang="en-US" sz="2200" b="1" dirty="0"/>
              <a:t>Azure Spot VM scale sets</a:t>
            </a:r>
            <a:r>
              <a:rPr lang="en-US" sz="2200" dirty="0"/>
              <a:t> (cheaper, but can be evicted). This is great for interruption-tolerant workloads (batch, CI, stateless workers), and commonly paired with autoscaling + scheduling constraints. </a:t>
            </a:r>
          </a:p>
          <a:p>
            <a:pPr marL="0" indent="0">
              <a:spcAft>
                <a:spcPts val="1200"/>
              </a:spcAft>
              <a:buNone/>
            </a:pPr>
            <a:r>
              <a:rPr lang="en-US" sz="2200" dirty="0"/>
              <a:t>Practical pattern: keep “baseline” capacity on Regular pools; burst on Spot pools with appropriate taints/tolerations.</a:t>
            </a:r>
          </a:p>
          <a:p>
            <a:pPr marL="0" indent="0">
              <a:buNone/>
            </a:pPr>
            <a:endParaRPr lang="en-US" sz="2200" dirty="0"/>
          </a:p>
        </p:txBody>
      </p:sp>
    </p:spTree>
    <p:extLst>
      <p:ext uri="{BB962C8B-B14F-4D97-AF65-F5344CB8AC3E}">
        <p14:creationId xmlns:p14="http://schemas.microsoft.com/office/powerpoint/2010/main" val="2080183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CD8F6A6-993F-85A4-478E-053D8D0A5EFC}"/>
              </a:ext>
            </a:extLst>
          </p:cNvPr>
          <p:cNvSpPr>
            <a:spLocks noGrp="1"/>
          </p:cNvSpPr>
          <p:nvPr>
            <p:ph type="title"/>
          </p:nvPr>
        </p:nvSpPr>
        <p:spPr>
          <a:xfrm>
            <a:off x="838200" y="365125"/>
            <a:ext cx="10515600" cy="1325563"/>
          </a:xfrm>
        </p:spPr>
        <p:txBody>
          <a:bodyPr>
            <a:normAutofit/>
          </a:bodyPr>
          <a:lstStyle/>
          <a:p>
            <a:r>
              <a:rPr lang="en-US" sz="5000"/>
              <a:t>Common AKS node pool design patterns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7DE3F96-4146-3DB7-A408-9B91FEC871D5}"/>
              </a:ext>
            </a:extLst>
          </p:cNvPr>
          <p:cNvSpPr>
            <a:spLocks noGrp="1"/>
          </p:cNvSpPr>
          <p:nvPr>
            <p:ph idx="1"/>
          </p:nvPr>
        </p:nvSpPr>
        <p:spPr>
          <a:xfrm>
            <a:off x="838200" y="2028774"/>
            <a:ext cx="10515600" cy="4251960"/>
          </a:xfrm>
        </p:spPr>
        <p:txBody>
          <a:bodyPr>
            <a:normAutofit/>
          </a:bodyPr>
          <a:lstStyle/>
          <a:p>
            <a:pPr>
              <a:spcAft>
                <a:spcPts val="600"/>
              </a:spcAft>
            </a:pPr>
            <a:r>
              <a:rPr lang="en-US" sz="2200" b="1" dirty="0"/>
              <a:t>Dedicated system pool</a:t>
            </a:r>
            <a:r>
              <a:rPr lang="en-US" sz="2200" dirty="0"/>
              <a:t> (small/steady; avoid running heavy apps there).</a:t>
            </a:r>
          </a:p>
          <a:p>
            <a:pPr>
              <a:spcAft>
                <a:spcPts val="600"/>
              </a:spcAft>
            </a:pPr>
            <a:r>
              <a:rPr lang="en-US" sz="2200" b="1" dirty="0"/>
              <a:t>General-purpose app pool</a:t>
            </a:r>
            <a:r>
              <a:rPr lang="en-US" sz="2200" dirty="0"/>
              <a:t> (your default workload landing zone).</a:t>
            </a:r>
          </a:p>
          <a:p>
            <a:pPr>
              <a:spcAft>
                <a:spcPts val="600"/>
              </a:spcAft>
            </a:pPr>
            <a:r>
              <a:rPr lang="en-US" sz="2200" b="1" dirty="0"/>
              <a:t>Spot pool</a:t>
            </a:r>
            <a:r>
              <a:rPr lang="en-US" sz="2200" dirty="0"/>
              <a:t> for burst/batch/stateless.</a:t>
            </a:r>
          </a:p>
          <a:p>
            <a:pPr>
              <a:spcAft>
                <a:spcPts val="600"/>
              </a:spcAft>
            </a:pPr>
            <a:r>
              <a:rPr lang="en-US" sz="2200" b="1" dirty="0"/>
              <a:t>Windows pool</a:t>
            </a:r>
            <a:r>
              <a:rPr lang="en-US" sz="2200" dirty="0"/>
              <a:t> only if you need Windows containers.</a:t>
            </a:r>
          </a:p>
          <a:p>
            <a:pPr>
              <a:spcAft>
                <a:spcPts val="600"/>
              </a:spcAft>
            </a:pPr>
            <a:r>
              <a:rPr lang="en-US" sz="2200" b="1" dirty="0"/>
              <a:t>Specialized pools</a:t>
            </a:r>
            <a:r>
              <a:rPr lang="en-US" sz="2200" dirty="0"/>
              <a:t> (GPU, high-memory, IO-optimized) with taints + tolerations to keep scheduling intentional.</a:t>
            </a:r>
          </a:p>
          <a:p>
            <a:pPr marL="0" indent="0">
              <a:buNone/>
            </a:pPr>
            <a:endParaRPr lang="en-US" sz="2200" dirty="0"/>
          </a:p>
        </p:txBody>
      </p:sp>
    </p:spTree>
    <p:extLst>
      <p:ext uri="{BB962C8B-B14F-4D97-AF65-F5344CB8AC3E}">
        <p14:creationId xmlns:p14="http://schemas.microsoft.com/office/powerpoint/2010/main" val="36294316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DF388C-5115-DA41-73C2-29E529B3DFEF}"/>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D1411C4-426B-9D22-A186-7DED72D782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5F623F5-FBE3-258B-179D-41639E0B497E}"/>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AE9A90AF-4786-1939-96FC-BCC6BA730EB7}"/>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Spot Node Pools</a:t>
            </a:r>
          </a:p>
        </p:txBody>
      </p:sp>
      <p:sp>
        <p:nvSpPr>
          <p:cNvPr id="10" name="sketch line">
            <a:extLst>
              <a:ext uri="{FF2B5EF4-FFF2-40B4-BE49-F238E27FC236}">
                <a16:creationId xmlns:a16="http://schemas.microsoft.com/office/drawing/2014/main" id="{7C5F80BC-E3FC-918F-C563-D682D71B0C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116800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6C5C2E-EE72-737D-5AD9-55D3086940A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9FE60D-A4A8-4E2E-14D0-90CD1D8820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1FCFD2C-62A3-9408-4081-783E59745431}"/>
              </a:ext>
            </a:extLst>
          </p:cNvPr>
          <p:cNvSpPr>
            <a:spLocks noGrp="1"/>
          </p:cNvSpPr>
          <p:nvPr>
            <p:ph type="title"/>
          </p:nvPr>
        </p:nvSpPr>
        <p:spPr>
          <a:xfrm>
            <a:off x="838200" y="365125"/>
            <a:ext cx="10515600" cy="1325563"/>
          </a:xfrm>
        </p:spPr>
        <p:txBody>
          <a:bodyPr>
            <a:normAutofit/>
          </a:bodyPr>
          <a:lstStyle/>
          <a:p>
            <a:r>
              <a:rPr lang="en-US" sz="5000" dirty="0"/>
              <a:t>VM Series with GPU Support</a:t>
            </a:r>
          </a:p>
        </p:txBody>
      </p:sp>
      <p:sp>
        <p:nvSpPr>
          <p:cNvPr id="10" name="sketch line">
            <a:extLst>
              <a:ext uri="{FF2B5EF4-FFF2-40B4-BE49-F238E27FC236}">
                <a16:creationId xmlns:a16="http://schemas.microsoft.com/office/drawing/2014/main" id="{546E2F9B-AC85-FAC1-5208-9EB1F9F49B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 name="Content Placeholder 5">
            <a:extLst>
              <a:ext uri="{FF2B5EF4-FFF2-40B4-BE49-F238E27FC236}">
                <a16:creationId xmlns:a16="http://schemas.microsoft.com/office/drawing/2014/main" id="{02A85862-09DB-3209-FDA6-D1A223271C49}"/>
              </a:ext>
            </a:extLst>
          </p:cNvPr>
          <p:cNvGraphicFramePr>
            <a:graphicFrameLocks noGrp="1"/>
          </p:cNvGraphicFramePr>
          <p:nvPr>
            <p:ph idx="1"/>
          </p:nvPr>
        </p:nvGraphicFramePr>
        <p:xfrm>
          <a:off x="838200" y="2583974"/>
          <a:ext cx="10515600" cy="2834640"/>
        </p:xfrm>
        <a:graphic>
          <a:graphicData uri="http://schemas.openxmlformats.org/drawingml/2006/table">
            <a:tbl>
              <a:tblPr/>
              <a:tblGrid>
                <a:gridCol w="2628900">
                  <a:extLst>
                    <a:ext uri="{9D8B030D-6E8A-4147-A177-3AD203B41FA5}">
                      <a16:colId xmlns:a16="http://schemas.microsoft.com/office/drawing/2014/main" val="2000268856"/>
                    </a:ext>
                  </a:extLst>
                </a:gridCol>
                <a:gridCol w="2628900">
                  <a:extLst>
                    <a:ext uri="{9D8B030D-6E8A-4147-A177-3AD203B41FA5}">
                      <a16:colId xmlns:a16="http://schemas.microsoft.com/office/drawing/2014/main" val="2650236821"/>
                    </a:ext>
                  </a:extLst>
                </a:gridCol>
                <a:gridCol w="2628900">
                  <a:extLst>
                    <a:ext uri="{9D8B030D-6E8A-4147-A177-3AD203B41FA5}">
                      <a16:colId xmlns:a16="http://schemas.microsoft.com/office/drawing/2014/main" val="3630882563"/>
                    </a:ext>
                  </a:extLst>
                </a:gridCol>
                <a:gridCol w="2628900">
                  <a:extLst>
                    <a:ext uri="{9D8B030D-6E8A-4147-A177-3AD203B41FA5}">
                      <a16:colId xmlns:a16="http://schemas.microsoft.com/office/drawing/2014/main" val="1563818507"/>
                    </a:ext>
                  </a:extLst>
                </a:gridCol>
              </a:tblGrid>
              <a:tr h="0">
                <a:tc>
                  <a:txBody>
                    <a:bodyPr/>
                    <a:lstStyle/>
                    <a:p>
                      <a:pPr rtl="0">
                        <a:buNone/>
                      </a:pPr>
                      <a:r>
                        <a:rPr lang="en-US" b="1">
                          <a:solidFill>
                            <a:srgbClr val="1F1F1F"/>
                          </a:solidFill>
                          <a:effectLst/>
                          <a:latin typeface="Google Sans Text"/>
                        </a:rPr>
                        <a:t>VM Series</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GPU Model</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Primary Use Case</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Supports Partial GPU?</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621544"/>
                  </a:ext>
                </a:extLst>
              </a:tr>
              <a:tr h="0">
                <a:tc>
                  <a:txBody>
                    <a:bodyPr/>
                    <a:lstStyle/>
                    <a:p>
                      <a:pPr rtl="0">
                        <a:buNone/>
                      </a:pPr>
                      <a:r>
                        <a:rPr lang="en-US" b="1">
                          <a:solidFill>
                            <a:srgbClr val="1F1F1F"/>
                          </a:solidFill>
                          <a:effectLst/>
                          <a:latin typeface="Google Sans Text"/>
                        </a:rPr>
                        <a:t>NCasT4</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T4</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AI Inference / Cost-effective</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007610449"/>
                  </a:ext>
                </a:extLst>
              </a:tr>
              <a:tr h="0">
                <a:tc>
                  <a:txBody>
                    <a:bodyPr/>
                    <a:lstStyle/>
                    <a:p>
                      <a:pPr rtl="0">
                        <a:buNone/>
                      </a:pPr>
                      <a:r>
                        <a:rPr lang="en-US" b="1">
                          <a:solidFill>
                            <a:srgbClr val="1F1F1F"/>
                          </a:solidFill>
                          <a:effectLst/>
                          <a:latin typeface="Google Sans Text"/>
                        </a:rPr>
                        <a:t>NCads H100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H100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Enterprise AI Training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000803"/>
                  </a:ext>
                </a:extLst>
              </a:tr>
              <a:tr h="0">
                <a:tc>
                  <a:txBody>
                    <a:bodyPr/>
                    <a:lstStyle/>
                    <a:p>
                      <a:pPr rtl="0">
                        <a:buNone/>
                      </a:pPr>
                      <a:r>
                        <a:rPr lang="en-US" b="1">
                          <a:solidFill>
                            <a:srgbClr val="1F1F1F"/>
                          </a:solidFill>
                          <a:effectLst/>
                          <a:latin typeface="Google Sans Text"/>
                        </a:rPr>
                        <a:t>ND H100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8x NVIDIA H100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LLM / Supercomputing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No</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41717409"/>
                  </a:ext>
                </a:extLst>
              </a:tr>
              <a:tr h="0">
                <a:tc>
                  <a:txBody>
                    <a:bodyPr/>
                    <a:lstStyle/>
                    <a:p>
                      <a:pPr rtl="0">
                        <a:buNone/>
                      </a:pPr>
                      <a:r>
                        <a:rPr lang="en-US" b="1">
                          <a:solidFill>
                            <a:srgbClr val="1F1F1F"/>
                          </a:solidFill>
                          <a:effectLst/>
                          <a:latin typeface="Google Sans Text"/>
                        </a:rPr>
                        <a:t>NVads A10</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NVIDIA A10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3D Design / VDI</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a:solidFill>
                            <a:srgbClr val="1F1F1F"/>
                          </a:solidFill>
                          <a:effectLst/>
                          <a:latin typeface="Google Sans Text"/>
                        </a:rPr>
                        <a:t>Yes</a:t>
                      </a:r>
                      <a:r>
                        <a:rPr lang="en-US">
                          <a:solidFill>
                            <a:srgbClr val="1F1F1F"/>
                          </a:solidFill>
                          <a:effectLst/>
                          <a:latin typeface="Google Sans Text"/>
                        </a:rPr>
                        <a:t> (1/6 to 1 GPU)</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5302716"/>
                  </a:ext>
                </a:extLst>
              </a:tr>
              <a:tr h="0">
                <a:tc>
                  <a:txBody>
                    <a:bodyPr/>
                    <a:lstStyle/>
                    <a:p>
                      <a:pPr rtl="0">
                        <a:buNone/>
                      </a:pPr>
                      <a:r>
                        <a:rPr lang="en-US" b="1">
                          <a:solidFill>
                            <a:srgbClr val="1F1F1F"/>
                          </a:solidFill>
                          <a:effectLst/>
                          <a:latin typeface="Google Sans Text"/>
                        </a:rPr>
                        <a:t>NGads</a:t>
                      </a:r>
                      <a:endParaRPr lang="en-US">
                        <a:solidFill>
                          <a:srgbClr val="1F1F1F"/>
                        </a:solidFill>
                        <a:effectLst/>
                        <a:latin typeface="Google Sans Text"/>
                      </a:endParaRP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AMD Radeon V620</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a:solidFill>
                            <a:srgbClr val="1F1F1F"/>
                          </a:solidFill>
                          <a:effectLst/>
                          <a:latin typeface="Google Sans Text"/>
                        </a:rPr>
                        <a:t>Cloud Gaming</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tc>
                  <a:txBody>
                    <a:bodyPr/>
                    <a:lstStyle/>
                    <a:p>
                      <a:pPr rtl="0">
                        <a:buNone/>
                      </a:pPr>
                      <a:r>
                        <a:rPr lang="en-US" b="1" dirty="0">
                          <a:solidFill>
                            <a:srgbClr val="1F1F1F"/>
                          </a:solidFill>
                          <a:effectLst/>
                          <a:latin typeface="Google Sans Text"/>
                        </a:rPr>
                        <a:t>Yes</a:t>
                      </a:r>
                      <a:r>
                        <a:rPr lang="en-US" dirty="0">
                          <a:solidFill>
                            <a:srgbClr val="1F1F1F"/>
                          </a:solidFill>
                          <a:effectLst/>
                          <a:latin typeface="Google Sans Text"/>
                        </a:rPr>
                        <a:t> (1/4 to 1 GPU)</a:t>
                      </a:r>
                    </a:p>
                  </a:txBody>
                  <a:tcPr marL="114300" marR="114300" marT="76200" marB="7620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2420007"/>
                  </a:ext>
                </a:extLst>
              </a:tr>
            </a:tbl>
          </a:graphicData>
        </a:graphic>
      </p:graphicFrame>
    </p:spTree>
    <p:extLst>
      <p:ext uri="{BB962C8B-B14F-4D97-AF65-F5344CB8AC3E}">
        <p14:creationId xmlns:p14="http://schemas.microsoft.com/office/powerpoint/2010/main" val="18705578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9C6C66-E436-738D-AEAF-B75DB43E728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81E6395-6153-4928-ABD6-6AD5742C13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CF6751-E3E2-7AB5-B126-BB0AB0551260}"/>
              </a:ext>
            </a:extLst>
          </p:cNvPr>
          <p:cNvSpPr>
            <a:spLocks noGrp="1"/>
          </p:cNvSpPr>
          <p:nvPr>
            <p:ph type="title"/>
          </p:nvPr>
        </p:nvSpPr>
        <p:spPr>
          <a:xfrm>
            <a:off x="838200" y="365125"/>
            <a:ext cx="10515600" cy="1325563"/>
          </a:xfrm>
        </p:spPr>
        <p:txBody>
          <a:bodyPr>
            <a:normAutofit/>
          </a:bodyPr>
          <a:lstStyle/>
          <a:p>
            <a:r>
              <a:rPr lang="en-US" sz="5000" dirty="0"/>
              <a:t>Scale Node Pools in AKS</a:t>
            </a:r>
          </a:p>
        </p:txBody>
      </p:sp>
      <p:sp>
        <p:nvSpPr>
          <p:cNvPr id="10" name="sketch line">
            <a:extLst>
              <a:ext uri="{FF2B5EF4-FFF2-40B4-BE49-F238E27FC236}">
                <a16:creationId xmlns:a16="http://schemas.microsoft.com/office/drawing/2014/main" id="{050B0B97-8A97-FE75-1CA7-6BC6713FC6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CE31F24-3615-FB64-D8CE-FFA08B237245}"/>
              </a:ext>
            </a:extLst>
          </p:cNvPr>
          <p:cNvSpPr>
            <a:spLocks noGrp="1"/>
          </p:cNvSpPr>
          <p:nvPr>
            <p:ph idx="1"/>
          </p:nvPr>
        </p:nvSpPr>
        <p:spPr>
          <a:xfrm>
            <a:off x="838200" y="2028774"/>
            <a:ext cx="10515600" cy="4690078"/>
          </a:xfrm>
        </p:spPr>
        <p:txBody>
          <a:bodyPr>
            <a:normAutofit fontScale="92500" lnSpcReduction="20000"/>
          </a:bodyPr>
          <a:lstStyle/>
          <a:p>
            <a:pPr>
              <a:spcAft>
                <a:spcPts val="600"/>
              </a:spcAft>
            </a:pPr>
            <a:r>
              <a:rPr lang="en-US" sz="2200" b="1" dirty="0"/>
              <a:t>Scale a node pool</a:t>
            </a:r>
            <a:r>
              <a:rPr lang="en-US" sz="2200" dirty="0"/>
              <a:t> </a:t>
            </a:r>
            <a:r>
              <a:rPr lang="en-US" sz="2200" b="1" dirty="0"/>
              <a:t>manually</a:t>
            </a:r>
            <a:r>
              <a:rPr lang="en-US" sz="2200" dirty="0"/>
              <a:t> </a:t>
            </a:r>
          </a:p>
          <a:p>
            <a:pPr marL="0" indent="0">
              <a:lnSpc>
                <a:spcPct val="110000"/>
              </a:lnSpc>
              <a:spcBef>
                <a:spcPts val="0"/>
              </a:spcBef>
              <a:buNone/>
            </a:pPr>
            <a:r>
              <a:rPr lang="en-US" sz="1900" dirty="0" err="1">
                <a:latin typeface="Consolas" panose="020B0609020204030204" pitchFamily="49" charset="0"/>
              </a:rPr>
              <a:t>az</a:t>
            </a:r>
            <a:r>
              <a:rPr lang="en-US" sz="1900" dirty="0">
                <a:latin typeface="Consolas" panose="020B0609020204030204" pitchFamily="49" charset="0"/>
              </a:rPr>
              <a:t> </a:t>
            </a:r>
            <a:r>
              <a:rPr lang="en-US" sz="1900" dirty="0" err="1">
                <a:latin typeface="Consolas" panose="020B0609020204030204" pitchFamily="49" charset="0"/>
              </a:rPr>
              <a:t>aks</a:t>
            </a:r>
            <a:r>
              <a:rPr lang="en-US" sz="1900" dirty="0">
                <a:latin typeface="Consolas" panose="020B0609020204030204" pitchFamily="49" charset="0"/>
              </a:rPr>
              <a:t> </a:t>
            </a:r>
            <a:r>
              <a:rPr lang="en-US" sz="1900" dirty="0" err="1">
                <a:latin typeface="Consolas" panose="020B0609020204030204" pitchFamily="49" charset="0"/>
              </a:rPr>
              <a:t>nodepool</a:t>
            </a:r>
            <a:r>
              <a:rPr lang="en-US" sz="1900" dirty="0">
                <a:latin typeface="Consolas" panose="020B0609020204030204" pitchFamily="49" charset="0"/>
              </a:rPr>
              <a:t> scale </a:t>
            </a:r>
          </a:p>
          <a:p>
            <a:pPr marL="0" indent="0">
              <a:lnSpc>
                <a:spcPct val="110000"/>
              </a:lnSpc>
              <a:spcBef>
                <a:spcPts val="0"/>
              </a:spcBef>
              <a:buNone/>
            </a:pPr>
            <a:r>
              <a:rPr lang="en-US" sz="1900" dirty="0">
                <a:latin typeface="Consolas" panose="020B0609020204030204" pitchFamily="49" charset="0"/>
              </a:rPr>
              <a:t>--resource-group &lt;resource-group-name&gt; </a:t>
            </a:r>
          </a:p>
          <a:p>
            <a:pPr marL="0" indent="0">
              <a:lnSpc>
                <a:spcPct val="110000"/>
              </a:lnSpc>
              <a:spcBef>
                <a:spcPts val="0"/>
              </a:spcBef>
              <a:buNone/>
            </a:pPr>
            <a:r>
              <a:rPr lang="en-US" sz="1900" dirty="0">
                <a:latin typeface="Consolas" panose="020B0609020204030204" pitchFamily="49" charset="0"/>
              </a:rPr>
              <a:t>--cluster-name &lt;cluster-name&gt; </a:t>
            </a:r>
          </a:p>
          <a:p>
            <a:pPr marL="0" indent="0">
              <a:lnSpc>
                <a:spcPct val="110000"/>
              </a:lnSpc>
              <a:spcBef>
                <a:spcPts val="0"/>
              </a:spcBef>
              <a:buNone/>
            </a:pPr>
            <a:r>
              <a:rPr lang="en-US" sz="1900" dirty="0">
                <a:latin typeface="Consolas" panose="020B0609020204030204" pitchFamily="49" charset="0"/>
              </a:rPr>
              <a:t>--name &lt;node-pool-name&gt; </a:t>
            </a:r>
          </a:p>
          <a:p>
            <a:pPr marL="0" indent="0">
              <a:lnSpc>
                <a:spcPct val="110000"/>
              </a:lnSpc>
              <a:spcBef>
                <a:spcPts val="0"/>
              </a:spcBef>
              <a:buNone/>
            </a:pPr>
            <a:r>
              <a:rPr lang="en-US" sz="1900" dirty="0">
                <a:latin typeface="Consolas" panose="020B0609020204030204" pitchFamily="49" charset="0"/>
              </a:rPr>
              <a:t>--node-count 5 </a:t>
            </a:r>
          </a:p>
          <a:p>
            <a:pPr marL="0" indent="0">
              <a:lnSpc>
                <a:spcPct val="110000"/>
              </a:lnSpc>
              <a:spcBef>
                <a:spcPts val="0"/>
              </a:spcBef>
              <a:buNone/>
            </a:pPr>
            <a:r>
              <a:rPr lang="en-US" sz="1900" dirty="0">
                <a:latin typeface="Consolas" panose="020B0609020204030204" pitchFamily="49" charset="0"/>
              </a:rPr>
              <a:t>--no-wait</a:t>
            </a:r>
          </a:p>
          <a:p>
            <a:pPr marL="0" indent="0">
              <a:lnSpc>
                <a:spcPct val="110000"/>
              </a:lnSpc>
              <a:spcBef>
                <a:spcPts val="0"/>
              </a:spcBef>
              <a:buNone/>
            </a:pPr>
            <a:endParaRPr lang="en-US" sz="1600" b="1" dirty="0">
              <a:latin typeface="Consolas" panose="020B0609020204030204" pitchFamily="49" charset="0"/>
            </a:endParaRPr>
          </a:p>
          <a:p>
            <a:pPr>
              <a:spcAft>
                <a:spcPts val="600"/>
              </a:spcAft>
            </a:pPr>
            <a:r>
              <a:rPr lang="en-US" sz="2200" b="1" dirty="0"/>
              <a:t>Scale a node pool automatically with the cluster </a:t>
            </a:r>
            <a:r>
              <a:rPr lang="en-US" sz="2200" b="1" dirty="0" err="1"/>
              <a:t>autoscaler</a:t>
            </a:r>
            <a:endParaRPr lang="en-US" sz="2200" b="1" dirty="0"/>
          </a:p>
          <a:p>
            <a:pPr marL="0" indent="0">
              <a:lnSpc>
                <a:spcPct val="120000"/>
              </a:lnSpc>
              <a:spcBef>
                <a:spcPts val="0"/>
              </a:spcBef>
              <a:buNone/>
            </a:pPr>
            <a:r>
              <a:rPr lang="en-US" sz="1900" dirty="0" err="1">
                <a:latin typeface="Consolas" panose="020B0609020204030204" pitchFamily="49" charset="0"/>
              </a:rPr>
              <a:t>az</a:t>
            </a:r>
            <a:r>
              <a:rPr lang="en-US" sz="1900" dirty="0">
                <a:latin typeface="Consolas" panose="020B0609020204030204" pitchFamily="49" charset="0"/>
              </a:rPr>
              <a:t> </a:t>
            </a:r>
            <a:r>
              <a:rPr lang="en-US" sz="1900" dirty="0" err="1">
                <a:latin typeface="Consolas" panose="020B0609020204030204" pitchFamily="49" charset="0"/>
              </a:rPr>
              <a:t>aks</a:t>
            </a:r>
            <a:r>
              <a:rPr lang="en-US" sz="1900" dirty="0">
                <a:latin typeface="Consolas" panose="020B0609020204030204" pitchFamily="49" charset="0"/>
              </a:rPr>
              <a:t> </a:t>
            </a:r>
            <a:r>
              <a:rPr lang="en-US" sz="1900" dirty="0" err="1">
                <a:latin typeface="Consolas" panose="020B0609020204030204" pitchFamily="49" charset="0"/>
              </a:rPr>
              <a:t>nodepool</a:t>
            </a:r>
            <a:r>
              <a:rPr lang="en-US" sz="1900" dirty="0">
                <a:latin typeface="Consolas" panose="020B0609020204030204" pitchFamily="49" charset="0"/>
              </a:rPr>
              <a:t> update </a:t>
            </a:r>
          </a:p>
          <a:p>
            <a:pPr marL="0" indent="0">
              <a:lnSpc>
                <a:spcPct val="120000"/>
              </a:lnSpc>
              <a:spcBef>
                <a:spcPts val="0"/>
              </a:spcBef>
              <a:buNone/>
            </a:pPr>
            <a:r>
              <a:rPr lang="en-US" sz="1900" dirty="0">
                <a:latin typeface="Consolas" panose="020B0609020204030204" pitchFamily="49" charset="0"/>
              </a:rPr>
              <a:t>--resource-group &lt;resource-group-name&gt; </a:t>
            </a:r>
          </a:p>
          <a:p>
            <a:pPr marL="0" indent="0">
              <a:lnSpc>
                <a:spcPct val="120000"/>
              </a:lnSpc>
              <a:spcBef>
                <a:spcPts val="0"/>
              </a:spcBef>
              <a:buNone/>
            </a:pPr>
            <a:r>
              <a:rPr lang="en-US" sz="1900" dirty="0">
                <a:latin typeface="Consolas" panose="020B0609020204030204" pitchFamily="49" charset="0"/>
              </a:rPr>
              <a:t>--cluster-name &lt;cluster-name&gt; </a:t>
            </a:r>
          </a:p>
          <a:p>
            <a:pPr marL="0" indent="0">
              <a:lnSpc>
                <a:spcPct val="120000"/>
              </a:lnSpc>
              <a:spcBef>
                <a:spcPts val="0"/>
              </a:spcBef>
              <a:buNone/>
            </a:pPr>
            <a:r>
              <a:rPr lang="en-US" sz="1900" dirty="0">
                <a:latin typeface="Consolas" panose="020B0609020204030204" pitchFamily="49" charset="0"/>
              </a:rPr>
              <a:t>--name &lt;node-pool-name&gt; </a:t>
            </a:r>
          </a:p>
          <a:p>
            <a:pPr marL="0" indent="0">
              <a:lnSpc>
                <a:spcPct val="120000"/>
              </a:lnSpc>
              <a:spcBef>
                <a:spcPts val="0"/>
              </a:spcBef>
              <a:buNone/>
            </a:pPr>
            <a:r>
              <a:rPr lang="en-US" sz="1900" dirty="0">
                <a:latin typeface="Consolas" panose="020B0609020204030204" pitchFamily="49" charset="0"/>
              </a:rPr>
              <a:t>--update-cluster-</a:t>
            </a:r>
            <a:r>
              <a:rPr lang="en-US" sz="1900" dirty="0" err="1">
                <a:latin typeface="Consolas" panose="020B0609020204030204" pitchFamily="49" charset="0"/>
              </a:rPr>
              <a:t>autoscaler</a:t>
            </a:r>
            <a:r>
              <a:rPr lang="en-US" sz="1900" dirty="0">
                <a:latin typeface="Consolas" panose="020B0609020204030204" pitchFamily="49" charset="0"/>
              </a:rPr>
              <a:t> </a:t>
            </a:r>
          </a:p>
          <a:p>
            <a:pPr marL="0" indent="0">
              <a:lnSpc>
                <a:spcPct val="120000"/>
              </a:lnSpc>
              <a:spcBef>
                <a:spcPts val="0"/>
              </a:spcBef>
              <a:buNone/>
            </a:pPr>
            <a:r>
              <a:rPr lang="en-US" sz="1900" dirty="0">
                <a:latin typeface="Consolas" panose="020B0609020204030204" pitchFamily="49" charset="0"/>
              </a:rPr>
              <a:t>--min-count 1 </a:t>
            </a:r>
          </a:p>
          <a:p>
            <a:pPr marL="0" indent="0">
              <a:lnSpc>
                <a:spcPct val="120000"/>
              </a:lnSpc>
              <a:spcBef>
                <a:spcPts val="0"/>
              </a:spcBef>
              <a:buNone/>
            </a:pPr>
            <a:r>
              <a:rPr lang="en-US" sz="1900" dirty="0">
                <a:latin typeface="Consolas" panose="020B0609020204030204" pitchFamily="49" charset="0"/>
              </a:rPr>
              <a:t>--max-count 5</a:t>
            </a:r>
          </a:p>
          <a:p>
            <a:pPr marL="0" indent="0">
              <a:buNone/>
            </a:pPr>
            <a:endParaRPr lang="en-US" sz="2200" dirty="0"/>
          </a:p>
        </p:txBody>
      </p:sp>
    </p:spTree>
    <p:extLst>
      <p:ext uri="{BB962C8B-B14F-4D97-AF65-F5344CB8AC3E}">
        <p14:creationId xmlns:p14="http://schemas.microsoft.com/office/powerpoint/2010/main" val="3366502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F3C408C-2336-D0CF-2455-AD7B46A3FAD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9CEDDFF-8426-D257-C5AA-222021A5ED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C31F19-6C1B-7B3D-5A91-ECD0C34D07C3}"/>
              </a:ext>
            </a:extLst>
          </p:cNvPr>
          <p:cNvSpPr>
            <a:spLocks noGrp="1"/>
          </p:cNvSpPr>
          <p:nvPr>
            <p:ph type="title"/>
          </p:nvPr>
        </p:nvSpPr>
        <p:spPr>
          <a:xfrm>
            <a:off x="838200" y="365125"/>
            <a:ext cx="10515600" cy="1325563"/>
          </a:xfrm>
        </p:spPr>
        <p:txBody>
          <a:bodyPr>
            <a:normAutofit/>
          </a:bodyPr>
          <a:lstStyle/>
          <a:p>
            <a:r>
              <a:rPr lang="en-US" sz="5000" dirty="0"/>
              <a:t>Cluster Autoscaling in AKS</a:t>
            </a:r>
          </a:p>
        </p:txBody>
      </p:sp>
      <p:sp>
        <p:nvSpPr>
          <p:cNvPr id="10" name="sketch line">
            <a:extLst>
              <a:ext uri="{FF2B5EF4-FFF2-40B4-BE49-F238E27FC236}">
                <a16:creationId xmlns:a16="http://schemas.microsoft.com/office/drawing/2014/main" id="{7E92F718-4C17-AF1C-8677-69CBD395D8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B7A1DA1B-BFA4-7679-C7B5-B2DF85409AB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117860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DCA2356-C6F3-E69D-852E-5D5DF6A0CB2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3E8DACD-50DC-C4E1-C477-4821723214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F594ED-9FED-1FFD-203C-01FCA4A18A24}"/>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7E3488EC-D99E-791F-AD39-F7B43F2690EB}"/>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Scale Node Pools</a:t>
            </a:r>
          </a:p>
        </p:txBody>
      </p:sp>
      <p:sp>
        <p:nvSpPr>
          <p:cNvPr id="10" name="sketch line">
            <a:extLst>
              <a:ext uri="{FF2B5EF4-FFF2-40B4-BE49-F238E27FC236}">
                <a16:creationId xmlns:a16="http://schemas.microsoft.com/office/drawing/2014/main" id="{E52C971A-D5BA-A6D3-CE8D-A661911ED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193319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1CE3212-63B9-6C8F-1C3A-1ADC81E2495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99F692C-8762-6E9D-19F5-28C9C43CAB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BFADA13-C464-9FAA-7318-6342FAA9B774}"/>
              </a:ext>
            </a:extLst>
          </p:cNvPr>
          <p:cNvSpPr>
            <a:spLocks noGrp="1"/>
          </p:cNvSpPr>
          <p:nvPr>
            <p:ph type="title"/>
          </p:nvPr>
        </p:nvSpPr>
        <p:spPr>
          <a:xfrm>
            <a:off x="838200" y="365125"/>
            <a:ext cx="10515600" cy="1325563"/>
          </a:xfrm>
        </p:spPr>
        <p:txBody>
          <a:bodyPr>
            <a:normAutofit/>
          </a:bodyPr>
          <a:lstStyle/>
          <a:p>
            <a:r>
              <a:rPr lang="en-US" sz="5000" dirty="0"/>
              <a:t>Resize Node Pools in AKS</a:t>
            </a:r>
          </a:p>
        </p:txBody>
      </p:sp>
      <p:sp>
        <p:nvSpPr>
          <p:cNvPr id="10" name="sketch line">
            <a:extLst>
              <a:ext uri="{FF2B5EF4-FFF2-40B4-BE49-F238E27FC236}">
                <a16:creationId xmlns:a16="http://schemas.microsoft.com/office/drawing/2014/main" id="{4B181C67-1576-EB89-9113-DE9E7194A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ntent Placeholder 4">
            <a:extLst>
              <a:ext uri="{FF2B5EF4-FFF2-40B4-BE49-F238E27FC236}">
                <a16:creationId xmlns:a16="http://schemas.microsoft.com/office/drawing/2014/main" id="{D43DB3DC-6EB9-D003-9556-84737B5C8059}"/>
              </a:ext>
            </a:extLst>
          </p:cNvPr>
          <p:cNvSpPr>
            <a:spLocks noGrp="1"/>
          </p:cNvSpPr>
          <p:nvPr>
            <p:ph idx="1"/>
          </p:nvPr>
        </p:nvSpPr>
        <p:spPr>
          <a:xfrm>
            <a:off x="838200" y="2302704"/>
            <a:ext cx="10515600" cy="3300139"/>
          </a:xfrm>
        </p:spPr>
        <p:txBody>
          <a:bodyPr>
            <a:normAutofit/>
          </a:bodyPr>
          <a:lstStyle/>
          <a:p>
            <a:pPr>
              <a:spcAft>
                <a:spcPts val="600"/>
              </a:spcAft>
            </a:pPr>
            <a:r>
              <a:rPr lang="en-US" sz="3200" dirty="0"/>
              <a:t>Create a new node pool with the desired SKU</a:t>
            </a:r>
          </a:p>
          <a:p>
            <a:pPr>
              <a:spcAft>
                <a:spcPts val="600"/>
              </a:spcAft>
            </a:pPr>
            <a:r>
              <a:rPr lang="en-US" sz="3200" dirty="0"/>
              <a:t>Cordon the existing nodes</a:t>
            </a:r>
          </a:p>
          <a:p>
            <a:pPr>
              <a:spcAft>
                <a:spcPts val="600"/>
              </a:spcAft>
            </a:pPr>
            <a:r>
              <a:rPr lang="en-US" sz="3200" dirty="0"/>
              <a:t>Drain the existing nodes</a:t>
            </a:r>
          </a:p>
          <a:p>
            <a:pPr>
              <a:spcAft>
                <a:spcPts val="600"/>
              </a:spcAft>
            </a:pPr>
            <a:r>
              <a:rPr lang="en-US" sz="3200" dirty="0"/>
              <a:t>Troubleshoot pod eviction issues</a:t>
            </a:r>
          </a:p>
          <a:p>
            <a:pPr>
              <a:spcAft>
                <a:spcPts val="600"/>
              </a:spcAft>
            </a:pPr>
            <a:r>
              <a:rPr lang="en-US" sz="3200" dirty="0"/>
              <a:t>Remove the existing node pool</a:t>
            </a:r>
          </a:p>
        </p:txBody>
      </p:sp>
    </p:spTree>
    <p:extLst>
      <p:ext uri="{BB962C8B-B14F-4D97-AF65-F5344CB8AC3E}">
        <p14:creationId xmlns:p14="http://schemas.microsoft.com/office/powerpoint/2010/main" val="17052566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A47E92-92B4-A564-3100-A1D8435CC06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B1375A7-F644-944D-8D6D-F744781572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77071D3-E6AB-E81B-139A-7DA5C20898A7}"/>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DEMO</a:t>
            </a:r>
          </a:p>
        </p:txBody>
      </p:sp>
      <p:sp>
        <p:nvSpPr>
          <p:cNvPr id="3" name="Content Placeholder 2">
            <a:extLst>
              <a:ext uri="{FF2B5EF4-FFF2-40B4-BE49-F238E27FC236}">
                <a16:creationId xmlns:a16="http://schemas.microsoft.com/office/drawing/2014/main" id="{6FE15B48-8B42-6AB2-0972-DA13468857A4}"/>
              </a:ext>
            </a:extLst>
          </p:cNvPr>
          <p:cNvSpPr>
            <a:spLocks noGrp="1"/>
          </p:cNvSpPr>
          <p:nvPr>
            <p:ph idx="1"/>
          </p:nvPr>
        </p:nvSpPr>
        <p:spPr>
          <a:xfrm>
            <a:off x="838199" y="4983276"/>
            <a:ext cx="10512552" cy="1126680"/>
          </a:xfrm>
        </p:spPr>
        <p:txBody>
          <a:bodyPr vert="horz" lIns="91440" tIns="45720" rIns="91440" bIns="45720" rtlCol="0">
            <a:normAutofit/>
          </a:bodyPr>
          <a:lstStyle/>
          <a:p>
            <a:pPr marL="0" indent="0">
              <a:buNone/>
            </a:pPr>
            <a:r>
              <a:rPr lang="en-US" sz="2400" kern="1200" dirty="0">
                <a:solidFill>
                  <a:schemeClr val="tx1"/>
                </a:solidFill>
                <a:latin typeface="+mn-lt"/>
                <a:ea typeface="+mn-ea"/>
                <a:cs typeface="+mn-cs"/>
              </a:rPr>
              <a:t>Resize Node Pools</a:t>
            </a:r>
          </a:p>
        </p:txBody>
      </p:sp>
      <p:sp>
        <p:nvSpPr>
          <p:cNvPr id="10" name="sketch line">
            <a:extLst>
              <a:ext uri="{FF2B5EF4-FFF2-40B4-BE49-F238E27FC236}">
                <a16:creationId xmlns:a16="http://schemas.microsoft.com/office/drawing/2014/main" id="{94634B74-ACA5-47D4-C02A-49B11E8558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26386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354F4E26-D1F3-EC07-4782-463CFD06FAD1}"/>
              </a:ext>
            </a:extLst>
          </p:cNvPr>
          <p:cNvSpPr>
            <a:spLocks noGrp="1"/>
          </p:cNvSpPr>
          <p:nvPr>
            <p:ph idx="1"/>
          </p:nvPr>
        </p:nvSpPr>
        <p:spPr>
          <a:xfrm>
            <a:off x="4447308" y="591344"/>
            <a:ext cx="6906491" cy="5585619"/>
          </a:xfrm>
        </p:spPr>
        <p:txBody>
          <a:bodyPr anchor="ctr">
            <a:normAutofit/>
          </a:bodyPr>
          <a:lstStyle/>
          <a:p>
            <a:pPr marL="0" indent="0">
              <a:buNone/>
            </a:pPr>
            <a:r>
              <a:rPr lang="en-US"/>
              <a:t>Questions ?</a:t>
            </a:r>
          </a:p>
        </p:txBody>
      </p:sp>
    </p:spTree>
    <p:extLst>
      <p:ext uri="{BB962C8B-B14F-4D97-AF65-F5344CB8AC3E}">
        <p14:creationId xmlns:p14="http://schemas.microsoft.com/office/powerpoint/2010/main" val="19363687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8299C4-A57F-F76F-A252-0BDFCC66E676}"/>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79EAD09-A52B-3F40-20A0-992FD5B02C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E3C6766D-7230-6D6A-2178-AFEA6D3E88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 name="Arc 25">
            <a:extLst>
              <a:ext uri="{FF2B5EF4-FFF2-40B4-BE49-F238E27FC236}">
                <a16:creationId xmlns:a16="http://schemas.microsoft.com/office/drawing/2014/main" id="{7098CF42-3639-BD0B-AB92-5E94C9F7FB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 name="Content Placeholder 2">
            <a:extLst>
              <a:ext uri="{FF2B5EF4-FFF2-40B4-BE49-F238E27FC236}">
                <a16:creationId xmlns:a16="http://schemas.microsoft.com/office/drawing/2014/main" id="{19BE6953-44A8-E351-F8C5-9B2D6522B55D}"/>
              </a:ext>
            </a:extLst>
          </p:cNvPr>
          <p:cNvSpPr>
            <a:spLocks noGrp="1"/>
          </p:cNvSpPr>
          <p:nvPr>
            <p:ph idx="1"/>
          </p:nvPr>
        </p:nvSpPr>
        <p:spPr>
          <a:xfrm>
            <a:off x="4447308" y="591344"/>
            <a:ext cx="6906491" cy="5585619"/>
          </a:xfrm>
        </p:spPr>
        <p:txBody>
          <a:bodyPr anchor="ctr">
            <a:normAutofit/>
          </a:bodyPr>
          <a:lstStyle/>
          <a:p>
            <a:pPr marL="0" indent="0">
              <a:buNone/>
            </a:pPr>
            <a:r>
              <a:rPr lang="en-US" dirty="0"/>
              <a:t>Thank you</a:t>
            </a:r>
          </a:p>
        </p:txBody>
      </p:sp>
    </p:spTree>
    <p:extLst>
      <p:ext uri="{BB962C8B-B14F-4D97-AF65-F5344CB8AC3E}">
        <p14:creationId xmlns:p14="http://schemas.microsoft.com/office/powerpoint/2010/main" val="14091843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3108</TotalTime>
  <Words>939</Words>
  <Application>Microsoft Office PowerPoint</Application>
  <PresentationFormat>Widescreen</PresentationFormat>
  <Paragraphs>126</Paragraphs>
  <Slides>22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Aptos</vt:lpstr>
      <vt:lpstr>Aptos Display</vt:lpstr>
      <vt:lpstr>Arial</vt:lpstr>
      <vt:lpstr>Calibri</vt:lpstr>
      <vt:lpstr>Consolas</vt:lpstr>
      <vt:lpstr>Google Sans Text</vt:lpstr>
      <vt:lpstr>Office Theme</vt:lpstr>
      <vt:lpstr>AKS Workshop</vt:lpstr>
      <vt:lpstr>Node Pools</vt:lpstr>
      <vt:lpstr>What are the Node Pools?</vt:lpstr>
      <vt:lpstr>Node Pool – Core Functionality</vt:lpstr>
      <vt:lpstr>Role of Node Pools</vt:lpstr>
      <vt:lpstr>Node Pools</vt:lpstr>
      <vt:lpstr>DEMO</vt:lpstr>
      <vt:lpstr>Node Pool Types</vt:lpstr>
      <vt:lpstr>System Node Pools</vt:lpstr>
      <vt:lpstr>DEMO</vt:lpstr>
      <vt:lpstr>Node Pool Types</vt:lpstr>
      <vt:lpstr>Node Pool Types</vt:lpstr>
      <vt:lpstr>Common AKS node pool design patterns</vt:lpstr>
      <vt:lpstr>DEMO</vt:lpstr>
      <vt:lpstr>VM Series with GPU Support</vt:lpstr>
      <vt:lpstr>Scale Node Pools in AKS</vt:lpstr>
      <vt:lpstr>Cluster Autoscaling in AKS</vt:lpstr>
      <vt:lpstr>DEMO</vt:lpstr>
      <vt:lpstr>Resize Node Pools in AKS</vt:lpstr>
      <vt:lpstr>DEMO</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Faik Hakan Bilgen</dc:creator>
  <cp:lastModifiedBy>Faik Hakan Bilgen</cp:lastModifiedBy>
  <cp:revision>18</cp:revision>
  <dcterms:created xsi:type="dcterms:W3CDTF">2026-01-06T09:30:25Z</dcterms:created>
  <dcterms:modified xsi:type="dcterms:W3CDTF">2026-01-17T14:50:11Z</dcterms:modified>
</cp:coreProperties>
</file>