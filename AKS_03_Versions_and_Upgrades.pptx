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2" r:id="rId3"/>
    <p:sldId id="283" r:id="rId4"/>
    <p:sldId id="290" r:id="rId5"/>
    <p:sldId id="323" r:id="rId6"/>
    <p:sldId id="324" r:id="rId7"/>
    <p:sldId id="289" r:id="rId8"/>
    <p:sldId id="284" r:id="rId9"/>
    <p:sldId id="286" r:id="rId10"/>
    <p:sldId id="287" r:id="rId11"/>
    <p:sldId id="288" r:id="rId12"/>
    <p:sldId id="285" r:id="rId13"/>
    <p:sldId id="316" r:id="rId14"/>
    <p:sldId id="325" r:id="rId15"/>
    <p:sldId id="326" r:id="rId16"/>
    <p:sldId id="319" r:id="rId17"/>
    <p:sldId id="320" r:id="rId18"/>
    <p:sldId id="293" r:id="rId19"/>
    <p:sldId id="292" r:id="rId20"/>
    <p:sldId id="294" r:id="rId21"/>
    <p:sldId id="295" r:id="rId22"/>
    <p:sldId id="296" r:id="rId23"/>
    <p:sldId id="297" r:id="rId24"/>
    <p:sldId id="298" r:id="rId25"/>
    <p:sldId id="317" r:id="rId26"/>
    <p:sldId id="279" r:id="rId27"/>
    <p:sldId id="299" r:id="rId28"/>
    <p:sldId id="300" r:id="rId29"/>
    <p:sldId id="301" r:id="rId30"/>
    <p:sldId id="302" r:id="rId31"/>
    <p:sldId id="303" r:id="rId32"/>
    <p:sldId id="304" r:id="rId33"/>
    <p:sldId id="305" r:id="rId34"/>
    <p:sldId id="306" r:id="rId35"/>
    <p:sldId id="307" r:id="rId36"/>
    <p:sldId id="308" r:id="rId37"/>
    <p:sldId id="309" r:id="rId38"/>
    <p:sldId id="310" r:id="rId39"/>
    <p:sldId id="311" r:id="rId40"/>
    <p:sldId id="312" r:id="rId41"/>
    <p:sldId id="313" r:id="rId42"/>
    <p:sldId id="314" r:id="rId43"/>
    <p:sldId id="315" r:id="rId44"/>
    <p:sldId id="318" r:id="rId45"/>
    <p:sldId id="321" r:id="rId46"/>
    <p:sldId id="322" r:id="rId47"/>
    <p:sldId id="327" r:id="rId48"/>
    <p:sldId id="328" r:id="rId49"/>
    <p:sldId id="329" r:id="rId50"/>
    <p:sldId id="331" r:id="rId51"/>
    <p:sldId id="330" r:id="rId52"/>
    <p:sldId id="333" r:id="rId53"/>
    <p:sldId id="336" r:id="rId54"/>
    <p:sldId id="334" r:id="rId55"/>
    <p:sldId id="335"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A1915-CA71-4F43-B1C7-7BA77CA30EDA}" v="62" dt="2026-01-17T12:32:28.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6" d="100"/>
          <a:sy n="96" d="100"/>
        </p:scale>
        <p:origin x="115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k bilgen" userId="9fcb1696e65a161f" providerId="LiveId" clId="{0C3A4C9E-717D-4ADE-97E0-B0AD580B3355}"/>
    <pc:docChg chg="undo custSel addSld delSld modSld sldOrd">
      <pc:chgData name="faik bilgen" userId="9fcb1696e65a161f" providerId="LiveId" clId="{0C3A4C9E-717D-4ADE-97E0-B0AD580B3355}" dt="2026-01-17T12:39:52.038" v="4215" actId="20577"/>
      <pc:docMkLst>
        <pc:docMk/>
      </pc:docMkLst>
      <pc:sldChg chg="modSp add mod">
        <pc:chgData name="faik bilgen" userId="9fcb1696e65a161f" providerId="LiveId" clId="{0C3A4C9E-717D-4ADE-97E0-B0AD580B3355}" dt="2026-01-17T07:46:54.317" v="3310" actId="20577"/>
        <pc:sldMkLst>
          <pc:docMk/>
          <pc:sldMk cId="2540744057" sldId="279"/>
        </pc:sldMkLst>
        <pc:spChg chg="mod">
          <ac:chgData name="faik bilgen" userId="9fcb1696e65a161f" providerId="LiveId" clId="{0C3A4C9E-717D-4ADE-97E0-B0AD580B3355}" dt="2026-01-17T07:46:54.317" v="3310" actId="20577"/>
          <ac:spMkLst>
            <pc:docMk/>
            <pc:sldMk cId="2540744057" sldId="279"/>
            <ac:spMk id="3" creationId="{ABE0EBD9-543C-DF01-01FB-128713202535}"/>
          </ac:spMkLst>
        </pc:spChg>
      </pc:sldChg>
      <pc:sldChg chg="modSp mod">
        <pc:chgData name="faik bilgen" userId="9fcb1696e65a161f" providerId="LiveId" clId="{0C3A4C9E-717D-4ADE-97E0-B0AD580B3355}" dt="2026-01-17T09:05:26.472" v="3558" actId="20577"/>
        <pc:sldMkLst>
          <pc:docMk/>
          <pc:sldMk cId="413130814" sldId="285"/>
        </pc:sldMkLst>
        <pc:spChg chg="mod">
          <ac:chgData name="faik bilgen" userId="9fcb1696e65a161f" providerId="LiveId" clId="{0C3A4C9E-717D-4ADE-97E0-B0AD580B3355}" dt="2026-01-17T09:05:26.472" v="3558" actId="20577"/>
          <ac:spMkLst>
            <pc:docMk/>
            <pc:sldMk cId="413130814" sldId="285"/>
            <ac:spMk id="2" creationId="{D0B3C362-4D85-86C2-B52D-FD20B03C57A6}"/>
          </ac:spMkLst>
        </pc:spChg>
      </pc:sldChg>
      <pc:sldChg chg="del">
        <pc:chgData name="faik bilgen" userId="9fcb1696e65a161f" providerId="LiveId" clId="{0C3A4C9E-717D-4ADE-97E0-B0AD580B3355}" dt="2026-01-17T12:37:22.276" v="4127" actId="47"/>
        <pc:sldMkLst>
          <pc:docMk/>
          <pc:sldMk cId="3700015185" sldId="291"/>
        </pc:sldMkLst>
      </pc:sldChg>
      <pc:sldChg chg="addSp delSp modSp add mod ord">
        <pc:chgData name="faik bilgen" userId="9fcb1696e65a161f" providerId="LiveId" clId="{0C3A4C9E-717D-4ADE-97E0-B0AD580B3355}" dt="2026-01-16T08:48:11.542" v="39" actId="26606"/>
        <pc:sldMkLst>
          <pc:docMk/>
          <pc:sldMk cId="2895140611" sldId="299"/>
        </pc:sldMkLst>
        <pc:spChg chg="mod">
          <ac:chgData name="faik bilgen" userId="9fcb1696e65a161f" providerId="LiveId" clId="{0C3A4C9E-717D-4ADE-97E0-B0AD580B3355}" dt="2026-01-16T08:48:11.542" v="39" actId="26606"/>
          <ac:spMkLst>
            <pc:docMk/>
            <pc:sldMk cId="2895140611" sldId="299"/>
            <ac:spMk id="2" creationId="{80486FC3-76AF-1792-390C-C8285D9B1CB3}"/>
          </ac:spMkLst>
        </pc:spChg>
        <pc:spChg chg="del">
          <ac:chgData name="faik bilgen" userId="9fcb1696e65a161f" providerId="LiveId" clId="{0C3A4C9E-717D-4ADE-97E0-B0AD580B3355}" dt="2026-01-16T08:48:11.542" v="39" actId="26606"/>
          <ac:spMkLst>
            <pc:docMk/>
            <pc:sldMk cId="2895140611" sldId="299"/>
            <ac:spMk id="7" creationId="{478DEF91-69E5-A507-5126-BC36B92D27D8}"/>
          </ac:spMkLst>
        </pc:spChg>
        <pc:spChg chg="del">
          <ac:chgData name="faik bilgen" userId="9fcb1696e65a161f" providerId="LiveId" clId="{0C3A4C9E-717D-4ADE-97E0-B0AD580B3355}" dt="2026-01-16T08:48:11.542" v="39" actId="26606"/>
          <ac:spMkLst>
            <pc:docMk/>
            <pc:sldMk cId="2895140611" sldId="299"/>
            <ac:spMk id="9" creationId="{324D45C9-8E4D-E877-344A-B6B1BB5C8D06}"/>
          </ac:spMkLst>
        </pc:spChg>
        <pc:spChg chg="del">
          <ac:chgData name="faik bilgen" userId="9fcb1696e65a161f" providerId="LiveId" clId="{0C3A4C9E-717D-4ADE-97E0-B0AD580B3355}" dt="2026-01-16T08:48:11.542" v="39" actId="26606"/>
          <ac:spMkLst>
            <pc:docMk/>
            <pc:sldMk cId="2895140611" sldId="299"/>
            <ac:spMk id="11" creationId="{D62DC5FB-D023-3C13-183F-394335B46DB8}"/>
          </ac:spMkLst>
        </pc:spChg>
        <pc:spChg chg="add">
          <ac:chgData name="faik bilgen" userId="9fcb1696e65a161f" providerId="LiveId" clId="{0C3A4C9E-717D-4ADE-97E0-B0AD580B3355}" dt="2026-01-16T08:48:11.542" v="39" actId="26606"/>
          <ac:spMkLst>
            <pc:docMk/>
            <pc:sldMk cId="2895140611" sldId="299"/>
            <ac:spMk id="16" creationId="{FFD48BC7-DC40-47DE-87EE-9F4B6ECB9ABB}"/>
          </ac:spMkLst>
        </pc:spChg>
        <pc:spChg chg="add">
          <ac:chgData name="faik bilgen" userId="9fcb1696e65a161f" providerId="LiveId" clId="{0C3A4C9E-717D-4ADE-97E0-B0AD580B3355}" dt="2026-01-16T08:48:11.542" v="39" actId="26606"/>
          <ac:spMkLst>
            <pc:docMk/>
            <pc:sldMk cId="2895140611" sldId="299"/>
            <ac:spMk id="18" creationId="{E502BBC7-2C76-46F3-BC24-5985BC13DB88}"/>
          </ac:spMkLst>
        </pc:spChg>
        <pc:spChg chg="add">
          <ac:chgData name="faik bilgen" userId="9fcb1696e65a161f" providerId="LiveId" clId="{0C3A4C9E-717D-4ADE-97E0-B0AD580B3355}" dt="2026-01-16T08:48:11.542" v="39" actId="26606"/>
          <ac:spMkLst>
            <pc:docMk/>
            <pc:sldMk cId="2895140611" sldId="299"/>
            <ac:spMk id="20" creationId="{C7F28D52-2A5F-4D23-81AE-7CB8B591C7AF}"/>
          </ac:spMkLst>
        </pc:spChg>
        <pc:spChg chg="add">
          <ac:chgData name="faik bilgen" userId="9fcb1696e65a161f" providerId="LiveId" clId="{0C3A4C9E-717D-4ADE-97E0-B0AD580B3355}" dt="2026-01-16T08:48:11.542" v="39" actId="26606"/>
          <ac:spMkLst>
            <pc:docMk/>
            <pc:sldMk cId="2895140611" sldId="299"/>
            <ac:spMk id="22" creationId="{3629484E-3792-4B3D-89AD-7C8A1ED0E0D4}"/>
          </ac:spMkLst>
        </pc:spChg>
      </pc:sldChg>
      <pc:sldChg chg="addSp modSp add mod ord">
        <pc:chgData name="faik bilgen" userId="9fcb1696e65a161f" providerId="LiveId" clId="{0C3A4C9E-717D-4ADE-97E0-B0AD580B3355}" dt="2026-01-16T08:56:00.099" v="311" actId="20577"/>
        <pc:sldMkLst>
          <pc:docMk/>
          <pc:sldMk cId="3092654538" sldId="300"/>
        </pc:sldMkLst>
        <pc:spChg chg="add mod">
          <ac:chgData name="faik bilgen" userId="9fcb1696e65a161f" providerId="LiveId" clId="{0C3A4C9E-717D-4ADE-97E0-B0AD580B3355}" dt="2026-01-16T08:54:44.987" v="237" actId="14100"/>
          <ac:spMkLst>
            <pc:docMk/>
            <pc:sldMk cId="3092654538" sldId="300"/>
            <ac:spMk id="3" creationId="{CDFA852A-0264-6798-DD6C-D8D77A24FDB9}"/>
          </ac:spMkLst>
        </pc:spChg>
        <pc:spChg chg="mod">
          <ac:chgData name="faik bilgen" userId="9fcb1696e65a161f" providerId="LiveId" clId="{0C3A4C9E-717D-4ADE-97E0-B0AD580B3355}" dt="2026-01-16T08:54:44.987" v="237" actId="14100"/>
          <ac:spMkLst>
            <pc:docMk/>
            <pc:sldMk cId="3092654538" sldId="300"/>
            <ac:spMk id="4" creationId="{350EF2D2-6DDA-5820-EA0B-8B738B70C6FF}"/>
          </ac:spMkLst>
        </pc:spChg>
        <pc:spChg chg="mod">
          <ac:chgData name="faik bilgen" userId="9fcb1696e65a161f" providerId="LiveId" clId="{0C3A4C9E-717D-4ADE-97E0-B0AD580B3355}" dt="2026-01-16T08:52:23.202" v="54" actId="403"/>
          <ac:spMkLst>
            <pc:docMk/>
            <pc:sldMk cId="3092654538" sldId="300"/>
            <ac:spMk id="5" creationId="{45AC38A2-F43B-6DAF-FA28-3A828C924912}"/>
          </ac:spMkLst>
        </pc:spChg>
        <pc:spChg chg="mod">
          <ac:chgData name="faik bilgen" userId="9fcb1696e65a161f" providerId="LiveId" clId="{0C3A4C9E-717D-4ADE-97E0-B0AD580B3355}" dt="2026-01-16T08:54:53.288" v="249" actId="1035"/>
          <ac:spMkLst>
            <pc:docMk/>
            <pc:sldMk cId="3092654538" sldId="300"/>
            <ac:spMk id="7" creationId="{8A90738C-0F9D-3A59-DF07-0A496FBD0966}"/>
          </ac:spMkLst>
        </pc:spChg>
        <pc:spChg chg="mod">
          <ac:chgData name="faik bilgen" userId="9fcb1696e65a161f" providerId="LiveId" clId="{0C3A4C9E-717D-4ADE-97E0-B0AD580B3355}" dt="2026-01-16T08:54:44.987" v="237" actId="14100"/>
          <ac:spMkLst>
            <pc:docMk/>
            <pc:sldMk cId="3092654538" sldId="300"/>
            <ac:spMk id="8" creationId="{BF7A1E1E-A4FB-5FCC-9050-9142A1D32C37}"/>
          </ac:spMkLst>
        </pc:spChg>
        <pc:spChg chg="mod">
          <ac:chgData name="faik bilgen" userId="9fcb1696e65a161f" providerId="LiveId" clId="{0C3A4C9E-717D-4ADE-97E0-B0AD580B3355}" dt="2026-01-16T08:54:53.288" v="249" actId="1035"/>
          <ac:spMkLst>
            <pc:docMk/>
            <pc:sldMk cId="3092654538" sldId="300"/>
            <ac:spMk id="11" creationId="{0F9714F4-FD44-A0F1-6D9A-602BDA86ACB7}"/>
          </ac:spMkLst>
        </pc:spChg>
        <pc:spChg chg="mod">
          <ac:chgData name="faik bilgen" userId="9fcb1696e65a161f" providerId="LiveId" clId="{0C3A4C9E-717D-4ADE-97E0-B0AD580B3355}" dt="2026-01-16T08:54:44.987" v="237" actId="14100"/>
          <ac:spMkLst>
            <pc:docMk/>
            <pc:sldMk cId="3092654538" sldId="300"/>
            <ac:spMk id="12" creationId="{DAE1DD57-0E09-40AC-6623-85CEC24ACABA}"/>
          </ac:spMkLst>
        </pc:spChg>
        <pc:spChg chg="mod">
          <ac:chgData name="faik bilgen" userId="9fcb1696e65a161f" providerId="LiveId" clId="{0C3A4C9E-717D-4ADE-97E0-B0AD580B3355}" dt="2026-01-16T08:54:53.288" v="249" actId="1035"/>
          <ac:spMkLst>
            <pc:docMk/>
            <pc:sldMk cId="3092654538" sldId="300"/>
            <ac:spMk id="13" creationId="{48BEB5BC-22D8-AAB3-DFE3-1C2A4F79A064}"/>
          </ac:spMkLst>
        </pc:spChg>
        <pc:spChg chg="add mod">
          <ac:chgData name="faik bilgen" userId="9fcb1696e65a161f" providerId="LiveId" clId="{0C3A4C9E-717D-4ADE-97E0-B0AD580B3355}" dt="2026-01-16T08:54:53.288" v="249" actId="1035"/>
          <ac:spMkLst>
            <pc:docMk/>
            <pc:sldMk cId="3092654538" sldId="300"/>
            <ac:spMk id="15" creationId="{4F5EF9BC-C084-4A4F-38C1-0816129A6995}"/>
          </ac:spMkLst>
        </pc:spChg>
        <pc:graphicFrameChg chg="mod modGraphic">
          <ac:chgData name="faik bilgen" userId="9fcb1696e65a161f" providerId="LiveId" clId="{0C3A4C9E-717D-4ADE-97E0-B0AD580B3355}" dt="2026-01-16T08:56:00.099" v="311" actId="20577"/>
          <ac:graphicFrameMkLst>
            <pc:docMk/>
            <pc:sldMk cId="3092654538" sldId="300"/>
            <ac:graphicFrameMk id="14" creationId="{36E9014F-0A33-5C88-F8E7-855553A5E31B}"/>
          </ac:graphicFrameMkLst>
        </pc:graphicFrameChg>
      </pc:sldChg>
      <pc:sldChg chg="addSp modSp add mod">
        <pc:chgData name="faik bilgen" userId="9fcb1696e65a161f" providerId="LiveId" clId="{0C3A4C9E-717D-4ADE-97E0-B0AD580B3355}" dt="2026-01-16T11:25:44.614" v="538" actId="14734"/>
        <pc:sldMkLst>
          <pc:docMk/>
          <pc:sldMk cId="4067351338" sldId="301"/>
        </pc:sldMkLst>
        <pc:spChg chg="mod">
          <ac:chgData name="faik bilgen" userId="9fcb1696e65a161f" providerId="LiveId" clId="{0C3A4C9E-717D-4ADE-97E0-B0AD580B3355}" dt="2026-01-16T08:56:31.143" v="351" actId="20577"/>
          <ac:spMkLst>
            <pc:docMk/>
            <pc:sldMk cId="4067351338" sldId="301"/>
            <ac:spMk id="2" creationId="{6204133F-9122-9A4B-ADD4-A9856D669E02}"/>
          </ac:spMkLst>
        </pc:spChg>
        <pc:spChg chg="mod">
          <ac:chgData name="faik bilgen" userId="9fcb1696e65a161f" providerId="LiveId" clId="{0C3A4C9E-717D-4ADE-97E0-B0AD580B3355}" dt="2026-01-16T08:57:15.232" v="353" actId="1076"/>
          <ac:spMkLst>
            <pc:docMk/>
            <pc:sldMk cId="4067351338" sldId="301"/>
            <ac:spMk id="6" creationId="{10A82BBA-4511-1FED-1563-F188481F53F3}"/>
          </ac:spMkLst>
        </pc:spChg>
        <pc:spChg chg="mod">
          <ac:chgData name="faik bilgen" userId="9fcb1696e65a161f" providerId="LiveId" clId="{0C3A4C9E-717D-4ADE-97E0-B0AD580B3355}" dt="2026-01-16T08:58:03.514" v="371" actId="5793"/>
          <ac:spMkLst>
            <pc:docMk/>
            <pc:sldMk cId="4067351338" sldId="301"/>
            <ac:spMk id="7" creationId="{60F97B50-8D8D-EDE0-05C6-AD54265EF186}"/>
          </ac:spMkLst>
        </pc:spChg>
        <pc:graphicFrameChg chg="mod modGraphic">
          <ac:chgData name="faik bilgen" userId="9fcb1696e65a161f" providerId="LiveId" clId="{0C3A4C9E-717D-4ADE-97E0-B0AD580B3355}" dt="2026-01-16T11:25:44.614" v="538" actId="14734"/>
          <ac:graphicFrameMkLst>
            <pc:docMk/>
            <pc:sldMk cId="4067351338" sldId="301"/>
            <ac:graphicFrameMk id="14" creationId="{B3F89E57-EDFE-EFFB-567A-58BC9D2D0CBF}"/>
          </ac:graphicFrameMkLst>
        </pc:graphicFrameChg>
        <pc:cxnChg chg="add mod">
          <ac:chgData name="faik bilgen" userId="9fcb1696e65a161f" providerId="LiveId" clId="{0C3A4C9E-717D-4ADE-97E0-B0AD580B3355}" dt="2026-01-16T08:57:24.626" v="354" actId="693"/>
          <ac:cxnSpMkLst>
            <pc:docMk/>
            <pc:sldMk cId="4067351338" sldId="301"/>
            <ac:cxnSpMk id="17" creationId="{36B822A2-2EBA-355E-CCCE-C5F14E8CE26B}"/>
          </ac:cxnSpMkLst>
        </pc:cxnChg>
      </pc:sldChg>
      <pc:sldChg chg="addSp delSp modSp add mod">
        <pc:chgData name="faik bilgen" userId="9fcb1696e65a161f" providerId="LiveId" clId="{0C3A4C9E-717D-4ADE-97E0-B0AD580B3355}" dt="2026-01-16T11:32:21.687" v="880" actId="21"/>
        <pc:sldMkLst>
          <pc:docMk/>
          <pc:sldMk cId="583957781" sldId="302"/>
        </pc:sldMkLst>
        <pc:spChg chg="mod">
          <ac:chgData name="faik bilgen" userId="9fcb1696e65a161f" providerId="LiveId" clId="{0C3A4C9E-717D-4ADE-97E0-B0AD580B3355}" dt="2026-01-16T11:26:21.832" v="563" actId="20577"/>
          <ac:spMkLst>
            <pc:docMk/>
            <pc:sldMk cId="583957781" sldId="302"/>
            <ac:spMk id="2" creationId="{B8046F5E-538A-CE3C-D656-4F9A617E780F}"/>
          </ac:spMkLst>
        </pc:spChg>
        <pc:spChg chg="mod">
          <ac:chgData name="faik bilgen" userId="9fcb1696e65a161f" providerId="LiveId" clId="{0C3A4C9E-717D-4ADE-97E0-B0AD580B3355}" dt="2026-01-16T11:27:25.091" v="690" actId="1038"/>
          <ac:spMkLst>
            <pc:docMk/>
            <pc:sldMk cId="583957781" sldId="302"/>
            <ac:spMk id="9" creationId="{82CE8A76-C6F3-0701-4094-082B99D097A2}"/>
          </ac:spMkLst>
        </pc:spChg>
        <pc:spChg chg="mod">
          <ac:chgData name="faik bilgen" userId="9fcb1696e65a161f" providerId="LiveId" clId="{0C3A4C9E-717D-4ADE-97E0-B0AD580B3355}" dt="2026-01-16T11:27:25.091" v="690" actId="1038"/>
          <ac:spMkLst>
            <pc:docMk/>
            <pc:sldMk cId="583957781" sldId="302"/>
            <ac:spMk id="10" creationId="{2EFCEF0F-C928-EDEE-A2C7-5275AE009DF2}"/>
          </ac:spMkLst>
        </pc:spChg>
        <pc:graphicFrameChg chg="add del modGraphic">
          <ac:chgData name="faik bilgen" userId="9fcb1696e65a161f" providerId="LiveId" clId="{0C3A4C9E-717D-4ADE-97E0-B0AD580B3355}" dt="2026-01-16T11:32:21.687" v="880" actId="21"/>
          <ac:graphicFrameMkLst>
            <pc:docMk/>
            <pc:sldMk cId="583957781" sldId="302"/>
            <ac:graphicFrameMk id="14" creationId="{3604900E-EDF5-4A7E-CBFC-1244F9ED0286}"/>
          </ac:graphicFrameMkLst>
        </pc:graphicFrameChg>
        <pc:cxnChg chg="del">
          <ac:chgData name="faik bilgen" userId="9fcb1696e65a161f" providerId="LiveId" clId="{0C3A4C9E-717D-4ADE-97E0-B0AD580B3355}" dt="2026-01-16T11:27:31.606" v="691" actId="478"/>
          <ac:cxnSpMkLst>
            <pc:docMk/>
            <pc:sldMk cId="583957781" sldId="302"/>
            <ac:cxnSpMk id="17" creationId="{896E9EFE-F23D-490A-69BC-1B6CA1686AAE}"/>
          </ac:cxnSpMkLst>
        </pc:cxnChg>
        <pc:cxnChg chg="add mod">
          <ac:chgData name="faik bilgen" userId="9fcb1696e65a161f" providerId="LiveId" clId="{0C3A4C9E-717D-4ADE-97E0-B0AD580B3355}" dt="2026-01-16T11:27:57.465" v="692" actId="693"/>
          <ac:cxnSpMkLst>
            <pc:docMk/>
            <pc:sldMk cId="583957781" sldId="302"/>
            <ac:cxnSpMk id="18" creationId="{37934094-EA6E-C2C0-57AC-28E26C552F29}"/>
          </ac:cxnSpMkLst>
        </pc:cxnChg>
        <pc:cxnChg chg="add mod">
          <ac:chgData name="faik bilgen" userId="9fcb1696e65a161f" providerId="LiveId" clId="{0C3A4C9E-717D-4ADE-97E0-B0AD580B3355}" dt="2026-01-16T11:27:57.465" v="692" actId="693"/>
          <ac:cxnSpMkLst>
            <pc:docMk/>
            <pc:sldMk cId="583957781" sldId="302"/>
            <ac:cxnSpMk id="19" creationId="{D5B0F01A-5A24-399B-1A87-F22DB2C63627}"/>
          </ac:cxnSpMkLst>
        </pc:cxnChg>
      </pc:sldChg>
      <pc:sldChg chg="delSp modSp add mod">
        <pc:chgData name="faik bilgen" userId="9fcb1696e65a161f" providerId="LiveId" clId="{0C3A4C9E-717D-4ADE-97E0-B0AD580B3355}" dt="2026-01-16T11:34:03.993" v="956" actId="20577"/>
        <pc:sldMkLst>
          <pc:docMk/>
          <pc:sldMk cId="3950170324" sldId="303"/>
        </pc:sldMkLst>
        <pc:spChg chg="mod">
          <ac:chgData name="faik bilgen" userId="9fcb1696e65a161f" providerId="LiveId" clId="{0C3A4C9E-717D-4ADE-97E0-B0AD580B3355}" dt="2026-01-16T11:29:47.897" v="795" actId="20577"/>
          <ac:spMkLst>
            <pc:docMk/>
            <pc:sldMk cId="3950170324" sldId="303"/>
            <ac:spMk id="2" creationId="{CAAD0F7E-7937-FB5F-3CB3-34AAE11EF2F8}"/>
          </ac:spMkLst>
        </pc:spChg>
        <pc:spChg chg="mod">
          <ac:chgData name="faik bilgen" userId="9fcb1696e65a161f" providerId="LiveId" clId="{0C3A4C9E-717D-4ADE-97E0-B0AD580B3355}" dt="2026-01-16T11:34:03.993" v="956" actId="20577"/>
          <ac:spMkLst>
            <pc:docMk/>
            <pc:sldMk cId="3950170324" sldId="303"/>
            <ac:spMk id="11" creationId="{F2E63B1F-D287-2412-FA75-7773F8F6A35B}"/>
          </ac:spMkLst>
        </pc:spChg>
        <pc:graphicFrameChg chg="mod modGraphic">
          <ac:chgData name="faik bilgen" userId="9fcb1696e65a161f" providerId="LiveId" clId="{0C3A4C9E-717D-4ADE-97E0-B0AD580B3355}" dt="2026-01-16T11:32:36.581" v="883" actId="14734"/>
          <ac:graphicFrameMkLst>
            <pc:docMk/>
            <pc:sldMk cId="3950170324" sldId="303"/>
            <ac:graphicFrameMk id="14" creationId="{2E6CEAA7-2E15-4CD6-8603-4E8D12F17A92}"/>
          </ac:graphicFrameMkLst>
        </pc:graphicFrameChg>
        <pc:cxnChg chg="del">
          <ac:chgData name="faik bilgen" userId="9fcb1696e65a161f" providerId="LiveId" clId="{0C3A4C9E-717D-4ADE-97E0-B0AD580B3355}" dt="2026-01-16T11:30:15.266" v="796" actId="478"/>
          <ac:cxnSpMkLst>
            <pc:docMk/>
            <pc:sldMk cId="3950170324" sldId="303"/>
            <ac:cxnSpMk id="18" creationId="{6F10D540-4400-7385-A3F2-EE7ACD828A35}"/>
          </ac:cxnSpMkLst>
        </pc:cxnChg>
        <pc:cxnChg chg="del">
          <ac:chgData name="faik bilgen" userId="9fcb1696e65a161f" providerId="LiveId" clId="{0C3A4C9E-717D-4ADE-97E0-B0AD580B3355}" dt="2026-01-16T11:30:15.266" v="796" actId="478"/>
          <ac:cxnSpMkLst>
            <pc:docMk/>
            <pc:sldMk cId="3950170324" sldId="303"/>
            <ac:cxnSpMk id="19" creationId="{BEE7237F-E1F4-2F88-50A2-A2F1824A88ED}"/>
          </ac:cxnSpMkLst>
        </pc:cxnChg>
      </pc:sldChg>
      <pc:sldChg chg="addSp delSp modSp add mod">
        <pc:chgData name="faik bilgen" userId="9fcb1696e65a161f" providerId="LiveId" clId="{0C3A4C9E-717D-4ADE-97E0-B0AD580B3355}" dt="2026-01-16T11:41:10.510" v="1224" actId="688"/>
        <pc:sldMkLst>
          <pc:docMk/>
          <pc:sldMk cId="2540071051" sldId="304"/>
        </pc:sldMkLst>
        <pc:spChg chg="mod">
          <ac:chgData name="faik bilgen" userId="9fcb1696e65a161f" providerId="LiveId" clId="{0C3A4C9E-717D-4ADE-97E0-B0AD580B3355}" dt="2026-01-16T11:33:38.170" v="954" actId="20577"/>
          <ac:spMkLst>
            <pc:docMk/>
            <pc:sldMk cId="2540071051" sldId="304"/>
            <ac:spMk id="2" creationId="{253F2D7C-EEAD-17D1-4288-7D74DD795670}"/>
          </ac:spMkLst>
        </pc:spChg>
        <pc:spChg chg="mod">
          <ac:chgData name="faik bilgen" userId="9fcb1696e65a161f" providerId="LiveId" clId="{0C3A4C9E-717D-4ADE-97E0-B0AD580B3355}" dt="2026-01-16T11:35:14.256" v="1047" actId="1037"/>
          <ac:spMkLst>
            <pc:docMk/>
            <pc:sldMk cId="2540071051" sldId="304"/>
            <ac:spMk id="9" creationId="{1EB5D9D6-120C-AB17-42BD-BDC3E444B4DF}"/>
          </ac:spMkLst>
        </pc:spChg>
        <pc:spChg chg="mod">
          <ac:chgData name="faik bilgen" userId="9fcb1696e65a161f" providerId="LiveId" clId="{0C3A4C9E-717D-4ADE-97E0-B0AD580B3355}" dt="2026-01-16T11:35:14.256" v="1047" actId="1037"/>
          <ac:spMkLst>
            <pc:docMk/>
            <pc:sldMk cId="2540071051" sldId="304"/>
            <ac:spMk id="10" creationId="{A2250B3D-C7DE-9ADF-3372-BDBFCE1BF409}"/>
          </ac:spMkLst>
        </pc:spChg>
        <pc:spChg chg="mod">
          <ac:chgData name="faik bilgen" userId="9fcb1696e65a161f" providerId="LiveId" clId="{0C3A4C9E-717D-4ADE-97E0-B0AD580B3355}" dt="2026-01-16T11:34:22.852" v="958" actId="20577"/>
          <ac:spMkLst>
            <pc:docMk/>
            <pc:sldMk cId="2540071051" sldId="304"/>
            <ac:spMk id="11" creationId="{CC540675-459C-A99E-8038-6D0DE2F4EE5E}"/>
          </ac:spMkLst>
        </pc:spChg>
        <pc:spChg chg="add del">
          <ac:chgData name="faik bilgen" userId="9fcb1696e65a161f" providerId="LiveId" clId="{0C3A4C9E-717D-4ADE-97E0-B0AD580B3355}" dt="2026-01-16T11:40:50.125" v="1221" actId="478"/>
          <ac:spMkLst>
            <pc:docMk/>
            <pc:sldMk cId="2540071051" sldId="304"/>
            <ac:spMk id="22" creationId="{F682846B-A946-4B32-8E4D-3D4A3F11BF17}"/>
          </ac:spMkLst>
        </pc:spChg>
        <pc:spChg chg="add">
          <ac:chgData name="faik bilgen" userId="9fcb1696e65a161f" providerId="LiveId" clId="{0C3A4C9E-717D-4ADE-97E0-B0AD580B3355}" dt="2026-01-16T11:40:16.932" v="1217" actId="34122"/>
          <ac:spMkLst>
            <pc:docMk/>
            <pc:sldMk cId="2540071051" sldId="304"/>
            <ac:spMk id="23" creationId="{BBEC9586-C591-44C3-BB38-816EB8D31B0C}"/>
          </ac:spMkLst>
        </pc:spChg>
        <pc:spChg chg="add mod">
          <ac:chgData name="faik bilgen" userId="9fcb1696e65a161f" providerId="LiveId" clId="{0C3A4C9E-717D-4ADE-97E0-B0AD580B3355}" dt="2026-01-16T11:41:10.510" v="1224" actId="688"/>
          <ac:spMkLst>
            <pc:docMk/>
            <pc:sldMk cId="2540071051" sldId="304"/>
            <ac:spMk id="29" creationId="{7B8C3756-1842-7972-30BE-1E7DCC3BC528}"/>
          </ac:spMkLst>
        </pc:spChg>
        <pc:grpChg chg="mod">
          <ac:chgData name="faik bilgen" userId="9fcb1696e65a161f" providerId="LiveId" clId="{0C3A4C9E-717D-4ADE-97E0-B0AD580B3355}" dt="2026-01-16T11:35:52.221" v="1068"/>
          <ac:grpSpMkLst>
            <pc:docMk/>
            <pc:sldMk cId="2540071051" sldId="304"/>
            <ac:grpSpMk id="20" creationId="{FE5F4C48-DF2E-037B-9DF2-27440CB1FAFA}"/>
          </ac:grpSpMkLst>
        </pc:grpChg>
        <pc:graphicFrameChg chg="modGraphic">
          <ac:chgData name="faik bilgen" userId="9fcb1696e65a161f" providerId="LiveId" clId="{0C3A4C9E-717D-4ADE-97E0-B0AD580B3355}" dt="2026-01-16T11:38:05.934" v="1210" actId="14734"/>
          <ac:graphicFrameMkLst>
            <pc:docMk/>
            <pc:sldMk cId="2540071051" sldId="304"/>
            <ac:graphicFrameMk id="14" creationId="{6E514449-F873-FBF5-30A8-1C828816E1F7}"/>
          </ac:graphicFrameMkLst>
        </pc:graphicFrameChg>
        <pc:inkChg chg="add del mod">
          <ac:chgData name="faik bilgen" userId="9fcb1696e65a161f" providerId="LiveId" clId="{0C3A4C9E-717D-4ADE-97E0-B0AD580B3355}" dt="2026-01-16T11:35:52.724" v="1069" actId="9405"/>
          <ac:inkMkLst>
            <pc:docMk/>
            <pc:sldMk cId="2540071051" sldId="304"/>
            <ac:inkMk id="18" creationId="{2DDA8E27-5AFF-6FEB-9CE5-414BC1A4F067}"/>
          </ac:inkMkLst>
        </pc:inkChg>
        <pc:inkChg chg="add del mod">
          <ac:chgData name="faik bilgen" userId="9fcb1696e65a161f" providerId="LiveId" clId="{0C3A4C9E-717D-4ADE-97E0-B0AD580B3355}" dt="2026-01-16T11:35:52.221" v="1068"/>
          <ac:inkMkLst>
            <pc:docMk/>
            <pc:sldMk cId="2540071051" sldId="304"/>
            <ac:inkMk id="19" creationId="{4BAE430D-C7CC-FDC8-6130-EA13C7EA25BF}"/>
          </ac:inkMkLst>
        </pc:inkChg>
        <pc:inkChg chg="add del">
          <ac:chgData name="faik bilgen" userId="9fcb1696e65a161f" providerId="LiveId" clId="{0C3A4C9E-717D-4ADE-97E0-B0AD580B3355}" dt="2026-01-16T11:36:04.877" v="1071" actId="9405"/>
          <ac:inkMkLst>
            <pc:docMk/>
            <pc:sldMk cId="2540071051" sldId="304"/>
            <ac:inkMk id="21" creationId="{CC1C4C84-44DE-41CD-D8A7-ED4EC227EC5D}"/>
          </ac:inkMkLst>
        </pc:inkChg>
        <pc:inkChg chg="add del">
          <ac:chgData name="faik bilgen" userId="9fcb1696e65a161f" providerId="LiveId" clId="{0C3A4C9E-717D-4ADE-97E0-B0AD580B3355}" dt="2026-01-16T11:40:16.932" v="1217" actId="34122"/>
          <ac:inkMkLst>
            <pc:docMk/>
            <pc:sldMk cId="2540071051" sldId="304"/>
            <ac:inkMk id="22" creationId="{7532C960-15ED-6630-2F63-99BE8E7790DD}"/>
          </ac:inkMkLst>
        </pc:inkChg>
        <pc:inkChg chg="add del">
          <ac:chgData name="faik bilgen" userId="9fcb1696e65a161f" providerId="LiveId" clId="{0C3A4C9E-717D-4ADE-97E0-B0AD580B3355}" dt="2026-01-16T11:36:15.625" v="1076" actId="9405"/>
          <ac:inkMkLst>
            <pc:docMk/>
            <pc:sldMk cId="2540071051" sldId="304"/>
            <ac:inkMk id="23" creationId="{D99BDA9F-B3DA-1C4C-FA53-10EABF401A57}"/>
          </ac:inkMkLst>
        </pc:inkChg>
        <pc:inkChg chg="add">
          <ac:chgData name="faik bilgen" userId="9fcb1696e65a161f" providerId="LiveId" clId="{0C3A4C9E-717D-4ADE-97E0-B0AD580B3355}" dt="2026-01-16T11:36:13.304" v="1074"/>
          <ac:inkMkLst>
            <pc:docMk/>
            <pc:sldMk cId="2540071051" sldId="304"/>
            <ac:inkMk id="24" creationId="{1C3EEED9-2AF5-9EA1-F375-6DCFC2E9B9CE}"/>
          </ac:inkMkLst>
        </pc:inkChg>
        <pc:inkChg chg="add del">
          <ac:chgData name="faik bilgen" userId="9fcb1696e65a161f" providerId="LiveId" clId="{0C3A4C9E-717D-4ADE-97E0-B0AD580B3355}" dt="2026-01-16T11:36:19.170" v="1078" actId="9405"/>
          <ac:inkMkLst>
            <pc:docMk/>
            <pc:sldMk cId="2540071051" sldId="304"/>
            <ac:inkMk id="25" creationId="{4E41C16C-A89F-DE7E-FAC4-9B07FB274C75}"/>
          </ac:inkMkLst>
        </pc:inkChg>
        <pc:inkChg chg="add del">
          <ac:chgData name="faik bilgen" userId="9fcb1696e65a161f" providerId="LiveId" clId="{0C3A4C9E-717D-4ADE-97E0-B0AD580B3355}" dt="2026-01-16T11:40:20.471" v="1218" actId="34122"/>
          <ac:inkMkLst>
            <pc:docMk/>
            <pc:sldMk cId="2540071051" sldId="304"/>
            <ac:inkMk id="26" creationId="{E22060EE-90A0-E45C-6E97-EEF936A12470}"/>
          </ac:inkMkLst>
        </pc:inkChg>
        <pc:cxnChg chg="add mod">
          <ac:chgData name="faik bilgen" userId="9fcb1696e65a161f" providerId="LiveId" clId="{0C3A4C9E-717D-4ADE-97E0-B0AD580B3355}" dt="2026-01-16T11:35:26.886" v="1063" actId="1038"/>
          <ac:cxnSpMkLst>
            <pc:docMk/>
            <pc:sldMk cId="2540071051" sldId="304"/>
            <ac:cxnSpMk id="16" creationId="{32471B72-C7C7-B4C4-B82D-0504E8DBE5BF}"/>
          </ac:cxnSpMkLst>
        </pc:cxnChg>
        <pc:cxnChg chg="add mod">
          <ac:chgData name="faik bilgen" userId="9fcb1696e65a161f" providerId="LiveId" clId="{0C3A4C9E-717D-4ADE-97E0-B0AD580B3355}" dt="2026-01-16T11:35:26.886" v="1063" actId="1038"/>
          <ac:cxnSpMkLst>
            <pc:docMk/>
            <pc:sldMk cId="2540071051" sldId="304"/>
            <ac:cxnSpMk id="17" creationId="{F2DB0902-F4FF-56F2-CEBF-5540FF92CBAC}"/>
          </ac:cxnSpMkLst>
        </pc:cxnChg>
        <pc:cxnChg chg="add del">
          <ac:chgData name="faik bilgen" userId="9fcb1696e65a161f" providerId="LiveId" clId="{0C3A4C9E-717D-4ADE-97E0-B0AD580B3355}" dt="2026-01-16T11:40:43.693" v="1220" actId="11529"/>
          <ac:cxnSpMkLst>
            <pc:docMk/>
            <pc:sldMk cId="2540071051" sldId="304"/>
            <ac:cxnSpMk id="28" creationId="{BC330FB6-C9C2-2368-724E-11143A881DD1}"/>
          </ac:cxnSpMkLst>
        </pc:cxnChg>
      </pc:sldChg>
      <pc:sldChg chg="addSp delSp modSp add mod">
        <pc:chgData name="faik bilgen" userId="9fcb1696e65a161f" providerId="LiveId" clId="{0C3A4C9E-717D-4ADE-97E0-B0AD580B3355}" dt="2026-01-16T11:43:28.333" v="1314" actId="20577"/>
        <pc:sldMkLst>
          <pc:docMk/>
          <pc:sldMk cId="165835781" sldId="305"/>
        </pc:sldMkLst>
        <pc:spChg chg="mod">
          <ac:chgData name="faik bilgen" userId="9fcb1696e65a161f" providerId="LiveId" clId="{0C3A4C9E-717D-4ADE-97E0-B0AD580B3355}" dt="2026-01-16T11:41:28.368" v="1235" actId="20577"/>
          <ac:spMkLst>
            <pc:docMk/>
            <pc:sldMk cId="165835781" sldId="305"/>
            <ac:spMk id="2" creationId="{1C8BB56B-3353-4C40-61EE-38FACB9427DE}"/>
          </ac:spMkLst>
        </pc:spChg>
        <pc:spChg chg="del">
          <ac:chgData name="faik bilgen" userId="9fcb1696e65a161f" providerId="LiveId" clId="{0C3A4C9E-717D-4ADE-97E0-B0AD580B3355}" dt="2026-01-16T11:39:43.181" v="1212" actId="478"/>
          <ac:spMkLst>
            <pc:docMk/>
            <pc:sldMk cId="165835781" sldId="305"/>
            <ac:spMk id="3" creationId="{298AB61A-313B-E12F-19DB-0A080E323D49}"/>
          </ac:spMkLst>
        </pc:spChg>
        <pc:spChg chg="mod">
          <ac:chgData name="faik bilgen" userId="9fcb1696e65a161f" providerId="LiveId" clId="{0C3A4C9E-717D-4ADE-97E0-B0AD580B3355}" dt="2026-01-16T11:43:00.675" v="1305" actId="20577"/>
          <ac:spMkLst>
            <pc:docMk/>
            <pc:sldMk cId="165835781" sldId="305"/>
            <ac:spMk id="13" creationId="{C771059F-873B-1663-1012-BDE65440F451}"/>
          </ac:spMkLst>
        </pc:spChg>
        <pc:spChg chg="del">
          <ac:chgData name="faik bilgen" userId="9fcb1696e65a161f" providerId="LiveId" clId="{0C3A4C9E-717D-4ADE-97E0-B0AD580B3355}" dt="2026-01-16T11:43:04.497" v="1306" actId="478"/>
          <ac:spMkLst>
            <pc:docMk/>
            <pc:sldMk cId="165835781" sldId="305"/>
            <ac:spMk id="15" creationId="{E15C633B-4C31-82B0-9458-75D3080C774D}"/>
          </ac:spMkLst>
        </pc:spChg>
        <pc:spChg chg="add del">
          <ac:chgData name="faik bilgen" userId="9fcb1696e65a161f" providerId="LiveId" clId="{0C3A4C9E-717D-4ADE-97E0-B0AD580B3355}" dt="2026-01-16T11:40:11.164" v="1216" actId="478"/>
          <ac:spMkLst>
            <pc:docMk/>
            <pc:sldMk cId="165835781" sldId="305"/>
            <ac:spMk id="19" creationId="{C8104567-903F-4E35-A7C7-DA01D1FDC0F9}"/>
          </ac:spMkLst>
        </pc:spChg>
        <pc:graphicFrameChg chg="mod modGraphic">
          <ac:chgData name="faik bilgen" userId="9fcb1696e65a161f" providerId="LiveId" clId="{0C3A4C9E-717D-4ADE-97E0-B0AD580B3355}" dt="2026-01-16T11:43:28.333" v="1314" actId="20577"/>
          <ac:graphicFrameMkLst>
            <pc:docMk/>
            <pc:sldMk cId="165835781" sldId="305"/>
            <ac:graphicFrameMk id="14" creationId="{9DEC68DF-D7E9-2236-1C28-37FFCC4C7C2E}"/>
          </ac:graphicFrameMkLst>
        </pc:graphicFrameChg>
        <pc:inkChg chg="del">
          <ac:chgData name="faik bilgen" userId="9fcb1696e65a161f" providerId="LiveId" clId="{0C3A4C9E-717D-4ADE-97E0-B0AD580B3355}" dt="2026-01-16T11:40:07.323" v="1215" actId="34122"/>
          <ac:inkMkLst>
            <pc:docMk/>
            <pc:sldMk cId="165835781" sldId="305"/>
            <ac:inkMk id="22" creationId="{AFDAA052-3D99-7B65-7498-3DF248C865C1}"/>
          </ac:inkMkLst>
        </pc:inkChg>
        <pc:inkChg chg="del">
          <ac:chgData name="faik bilgen" userId="9fcb1696e65a161f" providerId="LiveId" clId="{0C3A4C9E-717D-4ADE-97E0-B0AD580B3355}" dt="2026-01-16T11:39:50.601" v="1214" actId="478"/>
          <ac:inkMkLst>
            <pc:docMk/>
            <pc:sldMk cId="165835781" sldId="305"/>
            <ac:inkMk id="26" creationId="{B333CE82-FC6C-A5FF-43FA-E0B094E76AEC}"/>
          </ac:inkMkLst>
        </pc:inkChg>
        <pc:cxnChg chg="del">
          <ac:chgData name="faik bilgen" userId="9fcb1696e65a161f" providerId="LiveId" clId="{0C3A4C9E-717D-4ADE-97E0-B0AD580B3355}" dt="2026-01-16T11:39:47.659" v="1213" actId="478"/>
          <ac:cxnSpMkLst>
            <pc:docMk/>
            <pc:sldMk cId="165835781" sldId="305"/>
            <ac:cxnSpMk id="16" creationId="{64ABB1DD-9BFF-86A6-8CD3-2A0C1C61DEFC}"/>
          </ac:cxnSpMkLst>
        </pc:cxnChg>
        <pc:cxnChg chg="del">
          <ac:chgData name="faik bilgen" userId="9fcb1696e65a161f" providerId="LiveId" clId="{0C3A4C9E-717D-4ADE-97E0-B0AD580B3355}" dt="2026-01-16T11:39:47.659" v="1213" actId="478"/>
          <ac:cxnSpMkLst>
            <pc:docMk/>
            <pc:sldMk cId="165835781" sldId="305"/>
            <ac:cxnSpMk id="17" creationId="{1352D403-89D3-4C7B-08D7-DD3EF6B3CEF8}"/>
          </ac:cxnSpMkLst>
        </pc:cxnChg>
      </pc:sldChg>
      <pc:sldChg chg="modSp new mod">
        <pc:chgData name="faik bilgen" userId="9fcb1696e65a161f" providerId="LiveId" clId="{0C3A4C9E-717D-4ADE-97E0-B0AD580B3355}" dt="2026-01-16T11:50:23.416" v="1517" actId="20577"/>
        <pc:sldMkLst>
          <pc:docMk/>
          <pc:sldMk cId="3058817951" sldId="306"/>
        </pc:sldMkLst>
        <pc:spChg chg="mod">
          <ac:chgData name="faik bilgen" userId="9fcb1696e65a161f" providerId="LiveId" clId="{0C3A4C9E-717D-4ADE-97E0-B0AD580B3355}" dt="2026-01-16T11:50:23.416" v="1517" actId="20577"/>
          <ac:spMkLst>
            <pc:docMk/>
            <pc:sldMk cId="3058817951" sldId="306"/>
            <ac:spMk id="2" creationId="{B89F2F33-DF7E-B81E-176C-FB404DF522FC}"/>
          </ac:spMkLst>
        </pc:spChg>
        <pc:spChg chg="mod">
          <ac:chgData name="faik bilgen" userId="9fcb1696e65a161f" providerId="LiveId" clId="{0C3A4C9E-717D-4ADE-97E0-B0AD580B3355}" dt="2026-01-16T11:50:03.711" v="1513" actId="948"/>
          <ac:spMkLst>
            <pc:docMk/>
            <pc:sldMk cId="3058817951" sldId="306"/>
            <ac:spMk id="3" creationId="{812CBB9A-1CF9-9B62-77E9-58869EE4EB71}"/>
          </ac:spMkLst>
        </pc:spChg>
      </pc:sldChg>
      <pc:sldChg chg="modSp add mod">
        <pc:chgData name="faik bilgen" userId="9fcb1696e65a161f" providerId="LiveId" clId="{0C3A4C9E-717D-4ADE-97E0-B0AD580B3355}" dt="2026-01-16T11:50:29.634" v="1521" actId="20577"/>
        <pc:sldMkLst>
          <pc:docMk/>
          <pc:sldMk cId="2278978057" sldId="307"/>
        </pc:sldMkLst>
        <pc:spChg chg="mod">
          <ac:chgData name="faik bilgen" userId="9fcb1696e65a161f" providerId="LiveId" clId="{0C3A4C9E-717D-4ADE-97E0-B0AD580B3355}" dt="2026-01-16T11:50:29.634" v="1521" actId="20577"/>
          <ac:spMkLst>
            <pc:docMk/>
            <pc:sldMk cId="2278978057" sldId="307"/>
            <ac:spMk id="2" creationId="{286C2C06-D877-66FA-9637-AC6B5B43798A}"/>
          </ac:spMkLst>
        </pc:spChg>
        <pc:spChg chg="mod">
          <ac:chgData name="faik bilgen" userId="9fcb1696e65a161f" providerId="LiveId" clId="{0C3A4C9E-717D-4ADE-97E0-B0AD580B3355}" dt="2026-01-16T11:49:11.803" v="1510" actId="113"/>
          <ac:spMkLst>
            <pc:docMk/>
            <pc:sldMk cId="2278978057" sldId="307"/>
            <ac:spMk id="3" creationId="{AEE2887A-035A-BD35-6DD5-7D05AEAD51E8}"/>
          </ac:spMkLst>
        </pc:spChg>
      </pc:sldChg>
      <pc:sldChg chg="modSp add mod ord">
        <pc:chgData name="faik bilgen" userId="9fcb1696e65a161f" providerId="LiveId" clId="{0C3A4C9E-717D-4ADE-97E0-B0AD580B3355}" dt="2026-01-16T11:52:37.567" v="1553" actId="20577"/>
        <pc:sldMkLst>
          <pc:docMk/>
          <pc:sldMk cId="4056952954" sldId="308"/>
        </pc:sldMkLst>
        <pc:spChg chg="mod">
          <ac:chgData name="faik bilgen" userId="9fcb1696e65a161f" providerId="LiveId" clId="{0C3A4C9E-717D-4ADE-97E0-B0AD580B3355}" dt="2026-01-16T11:52:37.567" v="1553" actId="20577"/>
          <ac:spMkLst>
            <pc:docMk/>
            <pc:sldMk cId="4056952954" sldId="308"/>
            <ac:spMk id="2" creationId="{1B4CCC7B-959B-6165-8E0B-C88E15740C40}"/>
          </ac:spMkLst>
        </pc:spChg>
      </pc:sldChg>
      <pc:sldChg chg="addSp delSp modSp add mod ord">
        <pc:chgData name="faik bilgen" userId="9fcb1696e65a161f" providerId="LiveId" clId="{0C3A4C9E-717D-4ADE-97E0-B0AD580B3355}" dt="2026-01-16T12:03:35.575" v="2042" actId="1076"/>
        <pc:sldMkLst>
          <pc:docMk/>
          <pc:sldMk cId="1816987502" sldId="309"/>
        </pc:sldMkLst>
        <pc:spChg chg="mod">
          <ac:chgData name="faik bilgen" userId="9fcb1696e65a161f" providerId="LiveId" clId="{0C3A4C9E-717D-4ADE-97E0-B0AD580B3355}" dt="2026-01-16T12:00:25.004" v="1871" actId="20577"/>
          <ac:spMkLst>
            <pc:docMk/>
            <pc:sldMk cId="1816987502" sldId="309"/>
            <ac:spMk id="2" creationId="{ED7F24FA-3877-F2E0-FFD6-487ED6E66D01}"/>
          </ac:spMkLst>
        </pc:spChg>
        <pc:spChg chg="del">
          <ac:chgData name="faik bilgen" userId="9fcb1696e65a161f" providerId="LiveId" clId="{0C3A4C9E-717D-4ADE-97E0-B0AD580B3355}" dt="2026-01-16T11:57:23.070" v="1741" actId="478"/>
          <ac:spMkLst>
            <pc:docMk/>
            <pc:sldMk cId="1816987502" sldId="309"/>
            <ac:spMk id="3" creationId="{3F926AE9-958B-1174-9D2B-BF6302C0497F}"/>
          </ac:spMkLst>
        </pc:spChg>
        <pc:spChg chg="del mod">
          <ac:chgData name="faik bilgen" userId="9fcb1696e65a161f" providerId="LiveId" clId="{0C3A4C9E-717D-4ADE-97E0-B0AD580B3355}" dt="2026-01-16T11:53:31.788" v="1564" actId="478"/>
          <ac:spMkLst>
            <pc:docMk/>
            <pc:sldMk cId="1816987502" sldId="309"/>
            <ac:spMk id="4" creationId="{04F021FA-F740-9ECE-39BA-BB266DBFD5F8}"/>
          </ac:spMkLst>
        </pc:spChg>
        <pc:spChg chg="del mod">
          <ac:chgData name="faik bilgen" userId="9fcb1696e65a161f" providerId="LiveId" clId="{0C3A4C9E-717D-4ADE-97E0-B0AD580B3355}" dt="2026-01-16T11:53:28.419" v="1563" actId="478"/>
          <ac:spMkLst>
            <pc:docMk/>
            <pc:sldMk cId="1816987502" sldId="309"/>
            <ac:spMk id="5" creationId="{0EB75CFE-F237-DEB7-D1B2-EACB5057BE09}"/>
          </ac:spMkLst>
        </pc:spChg>
        <pc:spChg chg="del">
          <ac:chgData name="faik bilgen" userId="9fcb1696e65a161f" providerId="LiveId" clId="{0C3A4C9E-717D-4ADE-97E0-B0AD580B3355}" dt="2026-01-16T11:53:31.788" v="1564" actId="478"/>
          <ac:spMkLst>
            <pc:docMk/>
            <pc:sldMk cId="1816987502" sldId="309"/>
            <ac:spMk id="6" creationId="{ACC8F316-F6F9-6158-998F-D50BA01958D8}"/>
          </ac:spMkLst>
        </pc:spChg>
        <pc:spChg chg="del">
          <ac:chgData name="faik bilgen" userId="9fcb1696e65a161f" providerId="LiveId" clId="{0C3A4C9E-717D-4ADE-97E0-B0AD580B3355}" dt="2026-01-16T11:53:31.788" v="1564" actId="478"/>
          <ac:spMkLst>
            <pc:docMk/>
            <pc:sldMk cId="1816987502" sldId="309"/>
            <ac:spMk id="7" creationId="{6384A394-4E6F-AEFD-A2C6-D4D1F48A5C9D}"/>
          </ac:spMkLst>
        </pc:spChg>
        <pc:spChg chg="mod">
          <ac:chgData name="faik bilgen" userId="9fcb1696e65a161f" providerId="LiveId" clId="{0C3A4C9E-717D-4ADE-97E0-B0AD580B3355}" dt="2026-01-16T11:58:08.386" v="1833" actId="207"/>
          <ac:spMkLst>
            <pc:docMk/>
            <pc:sldMk cId="1816987502" sldId="309"/>
            <ac:spMk id="8" creationId="{02894370-CF11-F963-0550-1E312975AEF3}"/>
          </ac:spMkLst>
        </pc:spChg>
        <pc:spChg chg="mod">
          <ac:chgData name="faik bilgen" userId="9fcb1696e65a161f" providerId="LiveId" clId="{0C3A4C9E-717D-4ADE-97E0-B0AD580B3355}" dt="2026-01-16T11:58:27.181" v="1835" actId="207"/>
          <ac:spMkLst>
            <pc:docMk/>
            <pc:sldMk cId="1816987502" sldId="309"/>
            <ac:spMk id="9" creationId="{12C720FF-DE38-B4A6-0398-354AAC40B540}"/>
          </ac:spMkLst>
        </pc:spChg>
        <pc:spChg chg="mod">
          <ac:chgData name="faik bilgen" userId="9fcb1696e65a161f" providerId="LiveId" clId="{0C3A4C9E-717D-4ADE-97E0-B0AD580B3355}" dt="2026-01-16T11:58:32.936" v="1836" actId="207"/>
          <ac:spMkLst>
            <pc:docMk/>
            <pc:sldMk cId="1816987502" sldId="309"/>
            <ac:spMk id="10" creationId="{824280FB-F265-EB96-A0D5-34076702B88F}"/>
          </ac:spMkLst>
        </pc:spChg>
        <pc:spChg chg="mod">
          <ac:chgData name="faik bilgen" userId="9fcb1696e65a161f" providerId="LiveId" clId="{0C3A4C9E-717D-4ADE-97E0-B0AD580B3355}" dt="2026-01-16T11:56:15.983" v="1709" actId="20577"/>
          <ac:spMkLst>
            <pc:docMk/>
            <pc:sldMk cId="1816987502" sldId="309"/>
            <ac:spMk id="11" creationId="{760A9C34-3AA4-C033-677E-D48D7D90FA8B}"/>
          </ac:spMkLst>
        </pc:spChg>
        <pc:spChg chg="del">
          <ac:chgData name="faik bilgen" userId="9fcb1696e65a161f" providerId="LiveId" clId="{0C3A4C9E-717D-4ADE-97E0-B0AD580B3355}" dt="2026-01-16T11:57:23.070" v="1741" actId="478"/>
          <ac:spMkLst>
            <pc:docMk/>
            <pc:sldMk cId="1816987502" sldId="309"/>
            <ac:spMk id="12" creationId="{CB8DBFCF-4FF9-6278-F2D5-4140387F8D7D}"/>
          </ac:spMkLst>
        </pc:spChg>
        <pc:spChg chg="del">
          <ac:chgData name="faik bilgen" userId="9fcb1696e65a161f" providerId="LiveId" clId="{0C3A4C9E-717D-4ADE-97E0-B0AD580B3355}" dt="2026-01-16T11:57:23.070" v="1741" actId="478"/>
          <ac:spMkLst>
            <pc:docMk/>
            <pc:sldMk cId="1816987502" sldId="309"/>
            <ac:spMk id="13" creationId="{33B8BBD3-A141-84EC-1696-26ADE7E04423}"/>
          </ac:spMkLst>
        </pc:spChg>
        <pc:spChg chg="del">
          <ac:chgData name="faik bilgen" userId="9fcb1696e65a161f" providerId="LiveId" clId="{0C3A4C9E-717D-4ADE-97E0-B0AD580B3355}" dt="2026-01-16T11:57:23.070" v="1741" actId="478"/>
          <ac:spMkLst>
            <pc:docMk/>
            <pc:sldMk cId="1816987502" sldId="309"/>
            <ac:spMk id="15" creationId="{62FC6632-D271-62BD-04FA-73299001274F}"/>
          </ac:spMkLst>
        </pc:spChg>
        <pc:spChg chg="add mod">
          <ac:chgData name="faik bilgen" userId="9fcb1696e65a161f" providerId="LiveId" clId="{0C3A4C9E-717D-4ADE-97E0-B0AD580B3355}" dt="2026-01-16T11:58:43.610" v="1837" actId="207"/>
          <ac:spMkLst>
            <pc:docMk/>
            <pc:sldMk cId="1816987502" sldId="309"/>
            <ac:spMk id="16" creationId="{1B133398-74DB-557F-5EC1-1687CB7D8535}"/>
          </ac:spMkLst>
        </pc:spChg>
        <pc:spChg chg="add mod">
          <ac:chgData name="faik bilgen" userId="9fcb1696e65a161f" providerId="LiveId" clId="{0C3A4C9E-717D-4ADE-97E0-B0AD580B3355}" dt="2026-01-16T11:58:57.179" v="1838" actId="207"/>
          <ac:spMkLst>
            <pc:docMk/>
            <pc:sldMk cId="1816987502" sldId="309"/>
            <ac:spMk id="17" creationId="{7D6CFB6E-8C82-C07B-D685-82132C358DBE}"/>
          </ac:spMkLst>
        </pc:spChg>
        <pc:spChg chg="add mod">
          <ac:chgData name="faik bilgen" userId="9fcb1696e65a161f" providerId="LiveId" clId="{0C3A4C9E-717D-4ADE-97E0-B0AD580B3355}" dt="2026-01-16T11:58:57.179" v="1838" actId="207"/>
          <ac:spMkLst>
            <pc:docMk/>
            <pc:sldMk cId="1816987502" sldId="309"/>
            <ac:spMk id="18" creationId="{3E803C7D-7D75-7F62-BABF-36DA5670E0BB}"/>
          </ac:spMkLst>
        </pc:spChg>
        <pc:spChg chg="add mod">
          <ac:chgData name="faik bilgen" userId="9fcb1696e65a161f" providerId="LiveId" clId="{0C3A4C9E-717D-4ADE-97E0-B0AD580B3355}" dt="2026-01-16T11:56:11.456" v="1708" actId="1035"/>
          <ac:spMkLst>
            <pc:docMk/>
            <pc:sldMk cId="1816987502" sldId="309"/>
            <ac:spMk id="19" creationId="{F0CE9D79-8135-F099-0E5C-F8F154B35FE4}"/>
          </ac:spMkLst>
        </pc:spChg>
        <pc:spChg chg="add mod">
          <ac:chgData name="faik bilgen" userId="9fcb1696e65a161f" providerId="LiveId" clId="{0C3A4C9E-717D-4ADE-97E0-B0AD580B3355}" dt="2026-01-16T12:03:24.384" v="2041" actId="1037"/>
          <ac:spMkLst>
            <pc:docMk/>
            <pc:sldMk cId="1816987502" sldId="309"/>
            <ac:spMk id="20" creationId="{481BAD76-34E8-5C91-2A23-41FA6080F8A6}"/>
          </ac:spMkLst>
        </pc:spChg>
        <pc:spChg chg="add del mod">
          <ac:chgData name="faik bilgen" userId="9fcb1696e65a161f" providerId="LiveId" clId="{0C3A4C9E-717D-4ADE-97E0-B0AD580B3355}" dt="2026-01-16T11:59:08.069" v="1839" actId="478"/>
          <ac:spMkLst>
            <pc:docMk/>
            <pc:sldMk cId="1816987502" sldId="309"/>
            <ac:spMk id="21" creationId="{BADF98F0-99D4-5A6F-7EAA-F1F05C9BDD31}"/>
          </ac:spMkLst>
        </pc:spChg>
        <pc:spChg chg="add del mod">
          <ac:chgData name="faik bilgen" userId="9fcb1696e65a161f" providerId="LiveId" clId="{0C3A4C9E-717D-4ADE-97E0-B0AD580B3355}" dt="2026-01-16T11:59:08.069" v="1839" actId="478"/>
          <ac:spMkLst>
            <pc:docMk/>
            <pc:sldMk cId="1816987502" sldId="309"/>
            <ac:spMk id="22" creationId="{E9CFA56B-13F1-443F-27AC-CC11AA046C1C}"/>
          </ac:spMkLst>
        </pc:spChg>
        <pc:spChg chg="add mod">
          <ac:chgData name="faik bilgen" userId="9fcb1696e65a161f" providerId="LiveId" clId="{0C3A4C9E-717D-4ADE-97E0-B0AD580B3355}" dt="2026-01-16T12:03:24.384" v="2041" actId="1037"/>
          <ac:spMkLst>
            <pc:docMk/>
            <pc:sldMk cId="1816987502" sldId="309"/>
            <ac:spMk id="23" creationId="{2174AEFE-9065-8494-3236-8E8A7938E234}"/>
          </ac:spMkLst>
        </pc:spChg>
        <pc:spChg chg="add mod">
          <ac:chgData name="faik bilgen" userId="9fcb1696e65a161f" providerId="LiveId" clId="{0C3A4C9E-717D-4ADE-97E0-B0AD580B3355}" dt="2026-01-16T12:03:24.384" v="2041" actId="1037"/>
          <ac:spMkLst>
            <pc:docMk/>
            <pc:sldMk cId="1816987502" sldId="309"/>
            <ac:spMk id="24" creationId="{93D64306-B0A3-F83B-BDE9-D75ABD02BED4}"/>
          </ac:spMkLst>
        </pc:spChg>
        <pc:spChg chg="add del mod">
          <ac:chgData name="faik bilgen" userId="9fcb1696e65a161f" providerId="LiveId" clId="{0C3A4C9E-717D-4ADE-97E0-B0AD580B3355}" dt="2026-01-16T11:59:08.069" v="1839" actId="478"/>
          <ac:spMkLst>
            <pc:docMk/>
            <pc:sldMk cId="1816987502" sldId="309"/>
            <ac:spMk id="25" creationId="{4BD87E1A-4D79-8324-B11B-892A6F0252AB}"/>
          </ac:spMkLst>
        </pc:spChg>
        <pc:spChg chg="add del mod">
          <ac:chgData name="faik bilgen" userId="9fcb1696e65a161f" providerId="LiveId" clId="{0C3A4C9E-717D-4ADE-97E0-B0AD580B3355}" dt="2026-01-16T11:59:08.069" v="1839" actId="478"/>
          <ac:spMkLst>
            <pc:docMk/>
            <pc:sldMk cId="1816987502" sldId="309"/>
            <ac:spMk id="26" creationId="{69AD6A80-4505-E875-6781-0DEF949F1135}"/>
          </ac:spMkLst>
        </pc:spChg>
        <pc:spChg chg="add mod">
          <ac:chgData name="faik bilgen" userId="9fcb1696e65a161f" providerId="LiveId" clId="{0C3A4C9E-717D-4ADE-97E0-B0AD580B3355}" dt="2026-01-16T12:03:24.384" v="2041" actId="1037"/>
          <ac:spMkLst>
            <pc:docMk/>
            <pc:sldMk cId="1816987502" sldId="309"/>
            <ac:spMk id="27" creationId="{2AA271C5-31EE-AA22-D05C-A96C358DE3F7}"/>
          </ac:spMkLst>
        </pc:spChg>
        <pc:graphicFrameChg chg="del">
          <ac:chgData name="faik bilgen" userId="9fcb1696e65a161f" providerId="LiveId" clId="{0C3A4C9E-717D-4ADE-97E0-B0AD580B3355}" dt="2026-01-16T11:53:08.453" v="1557" actId="478"/>
          <ac:graphicFrameMkLst>
            <pc:docMk/>
            <pc:sldMk cId="1816987502" sldId="309"/>
            <ac:graphicFrameMk id="14" creationId="{F59099EE-EA2C-6D2F-7F59-A178ABDAC0DD}"/>
          </ac:graphicFrameMkLst>
        </pc:graphicFrameChg>
        <pc:graphicFrameChg chg="add mod modGraphic">
          <ac:chgData name="faik bilgen" userId="9fcb1696e65a161f" providerId="LiveId" clId="{0C3A4C9E-717D-4ADE-97E0-B0AD580B3355}" dt="2026-01-16T12:03:35.575" v="2042" actId="1076"/>
          <ac:graphicFrameMkLst>
            <pc:docMk/>
            <pc:sldMk cId="1816987502" sldId="309"/>
            <ac:graphicFrameMk id="28" creationId="{BBAB3399-9F81-90E2-603E-6E7C0759967C}"/>
          </ac:graphicFrameMkLst>
        </pc:graphicFrameChg>
      </pc:sldChg>
      <pc:sldChg chg="modSp add mod">
        <pc:chgData name="faik bilgen" userId="9fcb1696e65a161f" providerId="LiveId" clId="{0C3A4C9E-717D-4ADE-97E0-B0AD580B3355}" dt="2026-01-16T12:05:57.888" v="2188" actId="20577"/>
        <pc:sldMkLst>
          <pc:docMk/>
          <pc:sldMk cId="3225331830" sldId="310"/>
        </pc:sldMkLst>
        <pc:spChg chg="mod">
          <ac:chgData name="faik bilgen" userId="9fcb1696e65a161f" providerId="LiveId" clId="{0C3A4C9E-717D-4ADE-97E0-B0AD580B3355}" dt="2026-01-16T12:04:03.811" v="2071" actId="20577"/>
          <ac:spMkLst>
            <pc:docMk/>
            <pc:sldMk cId="3225331830" sldId="310"/>
            <ac:spMk id="2" creationId="{0AACE464-5DC3-3521-71FF-8B9FD49343B6}"/>
          </ac:spMkLst>
        </pc:spChg>
        <pc:graphicFrameChg chg="mod modGraphic">
          <ac:chgData name="faik bilgen" userId="9fcb1696e65a161f" providerId="LiveId" clId="{0C3A4C9E-717D-4ADE-97E0-B0AD580B3355}" dt="2026-01-16T12:05:57.888" v="2188" actId="20577"/>
          <ac:graphicFrameMkLst>
            <pc:docMk/>
            <pc:sldMk cId="3225331830" sldId="310"/>
            <ac:graphicFrameMk id="28" creationId="{456CC8DD-5E07-3BE1-831D-C9758755D2B5}"/>
          </ac:graphicFrameMkLst>
        </pc:graphicFrameChg>
      </pc:sldChg>
      <pc:sldChg chg="addSp modSp add mod">
        <pc:chgData name="faik bilgen" userId="9fcb1696e65a161f" providerId="LiveId" clId="{0C3A4C9E-717D-4ADE-97E0-B0AD580B3355}" dt="2026-01-16T12:11:02.403" v="2480" actId="14100"/>
        <pc:sldMkLst>
          <pc:docMk/>
          <pc:sldMk cId="1400754023" sldId="311"/>
        </pc:sldMkLst>
        <pc:spChg chg="mod">
          <ac:chgData name="faik bilgen" userId="9fcb1696e65a161f" providerId="LiveId" clId="{0C3A4C9E-717D-4ADE-97E0-B0AD580B3355}" dt="2026-01-16T12:06:46.914" v="2204" actId="20577"/>
          <ac:spMkLst>
            <pc:docMk/>
            <pc:sldMk cId="1400754023" sldId="311"/>
            <ac:spMk id="2" creationId="{CBC269A6-D8A0-1C4E-034F-E3733CEB0CFA}"/>
          </ac:spMkLst>
        </pc:spChg>
        <pc:spChg chg="mod ord">
          <ac:chgData name="faik bilgen" userId="9fcb1696e65a161f" providerId="LiveId" clId="{0C3A4C9E-717D-4ADE-97E0-B0AD580B3355}" dt="2026-01-16T12:09:26.251" v="2351" actId="2085"/>
          <ac:spMkLst>
            <pc:docMk/>
            <pc:sldMk cId="1400754023" sldId="311"/>
            <ac:spMk id="9" creationId="{8AA7F0C5-085B-ED21-1509-8A3CA5BA0D79}"/>
          </ac:spMkLst>
        </pc:spChg>
        <pc:spChg chg="mod ord">
          <ac:chgData name="faik bilgen" userId="9fcb1696e65a161f" providerId="LiveId" clId="{0C3A4C9E-717D-4ADE-97E0-B0AD580B3355}" dt="2026-01-16T12:08:59.864" v="2346" actId="166"/>
          <ac:spMkLst>
            <pc:docMk/>
            <pc:sldMk cId="1400754023" sldId="311"/>
            <ac:spMk id="10" creationId="{9E0D832B-61C0-8E9A-BC23-589AE6059154}"/>
          </ac:spMkLst>
        </pc:spChg>
        <pc:graphicFrameChg chg="modGraphic">
          <ac:chgData name="faik bilgen" userId="9fcb1696e65a161f" providerId="LiveId" clId="{0C3A4C9E-717D-4ADE-97E0-B0AD580B3355}" dt="2026-01-16T12:11:02.403" v="2480" actId="14100"/>
          <ac:graphicFrameMkLst>
            <pc:docMk/>
            <pc:sldMk cId="1400754023" sldId="311"/>
            <ac:graphicFrameMk id="28" creationId="{982960D8-6BA1-8B2E-0C34-3161DA0328C2}"/>
          </ac:graphicFrameMkLst>
        </pc:graphicFrameChg>
        <pc:cxnChg chg="add mod">
          <ac:chgData name="faik bilgen" userId="9fcb1696e65a161f" providerId="LiveId" clId="{0C3A4C9E-717D-4ADE-97E0-B0AD580B3355}" dt="2026-01-16T12:07:22.896" v="2206" actId="693"/>
          <ac:cxnSpMkLst>
            <pc:docMk/>
            <pc:sldMk cId="1400754023" sldId="311"/>
            <ac:cxnSpMk id="4" creationId="{5DAE6B62-4E01-FD94-B82B-A386C49188E8}"/>
          </ac:cxnSpMkLst>
        </pc:cxnChg>
        <pc:cxnChg chg="add mod">
          <ac:chgData name="faik bilgen" userId="9fcb1696e65a161f" providerId="LiveId" clId="{0C3A4C9E-717D-4ADE-97E0-B0AD580B3355}" dt="2026-01-16T12:07:48.540" v="2208" actId="693"/>
          <ac:cxnSpMkLst>
            <pc:docMk/>
            <pc:sldMk cId="1400754023" sldId="311"/>
            <ac:cxnSpMk id="6" creationId="{F7DE5EF3-D0AC-8C21-82D9-14A8FC1E8D88}"/>
          </ac:cxnSpMkLst>
        </pc:cxnChg>
      </pc:sldChg>
      <pc:sldChg chg="modSp add mod">
        <pc:chgData name="faik bilgen" userId="9fcb1696e65a161f" providerId="LiveId" clId="{0C3A4C9E-717D-4ADE-97E0-B0AD580B3355}" dt="2026-01-16T12:13:16.824" v="2649" actId="552"/>
        <pc:sldMkLst>
          <pc:docMk/>
          <pc:sldMk cId="1349980952" sldId="312"/>
        </pc:sldMkLst>
        <pc:spChg chg="mod">
          <ac:chgData name="faik bilgen" userId="9fcb1696e65a161f" providerId="LiveId" clId="{0C3A4C9E-717D-4ADE-97E0-B0AD580B3355}" dt="2026-01-16T12:11:15.515" v="2483" actId="20577"/>
          <ac:spMkLst>
            <pc:docMk/>
            <pc:sldMk cId="1349980952" sldId="312"/>
            <ac:spMk id="2" creationId="{48F4750F-9D95-5D7A-24A4-700D51907745}"/>
          </ac:spMkLst>
        </pc:spChg>
        <pc:spChg chg="mod">
          <ac:chgData name="faik bilgen" userId="9fcb1696e65a161f" providerId="LiveId" clId="{0C3A4C9E-717D-4ADE-97E0-B0AD580B3355}" dt="2026-01-16T12:13:16.824" v="2649" actId="552"/>
          <ac:spMkLst>
            <pc:docMk/>
            <pc:sldMk cId="1349980952" sldId="312"/>
            <ac:spMk id="9" creationId="{D33BB504-3916-3FFB-D50B-7E8E7623FD0D}"/>
          </ac:spMkLst>
        </pc:spChg>
        <pc:spChg chg="mod">
          <ac:chgData name="faik bilgen" userId="9fcb1696e65a161f" providerId="LiveId" clId="{0C3A4C9E-717D-4ADE-97E0-B0AD580B3355}" dt="2026-01-16T12:12:17.941" v="2621" actId="552"/>
          <ac:spMkLst>
            <pc:docMk/>
            <pc:sldMk cId="1349980952" sldId="312"/>
            <ac:spMk id="10" creationId="{61E9717B-6273-0D61-9D4C-222BA80E8EE1}"/>
          </ac:spMkLst>
        </pc:spChg>
        <pc:spChg chg="mod ord">
          <ac:chgData name="faik bilgen" userId="9fcb1696e65a161f" providerId="LiveId" clId="{0C3A4C9E-717D-4ADE-97E0-B0AD580B3355}" dt="2026-01-16T12:13:16.824" v="2649" actId="552"/>
          <ac:spMkLst>
            <pc:docMk/>
            <pc:sldMk cId="1349980952" sldId="312"/>
            <ac:spMk id="17" creationId="{A2B6B54A-1094-B4F6-480C-0C268F3B03AC}"/>
          </ac:spMkLst>
        </pc:spChg>
        <pc:spChg chg="mod ord">
          <ac:chgData name="faik bilgen" userId="9fcb1696e65a161f" providerId="LiveId" clId="{0C3A4C9E-717D-4ADE-97E0-B0AD580B3355}" dt="2026-01-16T12:12:17.941" v="2621" actId="552"/>
          <ac:spMkLst>
            <pc:docMk/>
            <pc:sldMk cId="1349980952" sldId="312"/>
            <ac:spMk id="18" creationId="{A6AE5983-AAF6-7A19-B24E-0684BEFFC405}"/>
          </ac:spMkLst>
        </pc:spChg>
        <pc:cxnChg chg="mod">
          <ac:chgData name="faik bilgen" userId="9fcb1696e65a161f" providerId="LiveId" clId="{0C3A4C9E-717D-4ADE-97E0-B0AD580B3355}" dt="2026-01-16T12:11:34.218" v="2563" actId="1036"/>
          <ac:cxnSpMkLst>
            <pc:docMk/>
            <pc:sldMk cId="1349980952" sldId="312"/>
            <ac:cxnSpMk id="4" creationId="{CB434C6E-0E37-7B66-8389-26062B1476ED}"/>
          </ac:cxnSpMkLst>
        </pc:cxnChg>
        <pc:cxnChg chg="mod">
          <ac:chgData name="faik bilgen" userId="9fcb1696e65a161f" providerId="LiveId" clId="{0C3A4C9E-717D-4ADE-97E0-B0AD580B3355}" dt="2026-01-16T12:12:50.188" v="2646" actId="1036"/>
          <ac:cxnSpMkLst>
            <pc:docMk/>
            <pc:sldMk cId="1349980952" sldId="312"/>
            <ac:cxnSpMk id="6" creationId="{296694EB-D3F4-A072-CFA0-2A88FCAD8A9C}"/>
          </ac:cxnSpMkLst>
        </pc:cxnChg>
      </pc:sldChg>
      <pc:sldChg chg="delSp modSp add mod">
        <pc:chgData name="faik bilgen" userId="9fcb1696e65a161f" providerId="LiveId" clId="{0C3A4C9E-717D-4ADE-97E0-B0AD580B3355}" dt="2026-01-16T12:15:12.882" v="2789" actId="14100"/>
        <pc:sldMkLst>
          <pc:docMk/>
          <pc:sldMk cId="101886985" sldId="313"/>
        </pc:sldMkLst>
        <pc:spChg chg="mod">
          <ac:chgData name="faik bilgen" userId="9fcb1696e65a161f" providerId="LiveId" clId="{0C3A4C9E-717D-4ADE-97E0-B0AD580B3355}" dt="2026-01-16T12:13:57.693" v="2675" actId="20577"/>
          <ac:spMkLst>
            <pc:docMk/>
            <pc:sldMk cId="101886985" sldId="313"/>
            <ac:spMk id="2" creationId="{B2DDD6C4-6151-4DFA-6355-C1AC47EA7D4C}"/>
          </ac:spMkLst>
        </pc:spChg>
        <pc:graphicFrameChg chg="modGraphic">
          <ac:chgData name="faik bilgen" userId="9fcb1696e65a161f" providerId="LiveId" clId="{0C3A4C9E-717D-4ADE-97E0-B0AD580B3355}" dt="2026-01-16T12:15:12.882" v="2789" actId="14100"/>
          <ac:graphicFrameMkLst>
            <pc:docMk/>
            <pc:sldMk cId="101886985" sldId="313"/>
            <ac:graphicFrameMk id="28" creationId="{36754E3D-31F4-898F-9A7A-C6EEBA1922E3}"/>
          </ac:graphicFrameMkLst>
        </pc:graphicFrameChg>
        <pc:cxnChg chg="del">
          <ac:chgData name="faik bilgen" userId="9fcb1696e65a161f" providerId="LiveId" clId="{0C3A4C9E-717D-4ADE-97E0-B0AD580B3355}" dt="2026-01-16T12:14:13.448" v="2677" actId="478"/>
          <ac:cxnSpMkLst>
            <pc:docMk/>
            <pc:sldMk cId="101886985" sldId="313"/>
            <ac:cxnSpMk id="4" creationId="{3F95CAE4-0F20-ABEF-62B4-51C4EA179599}"/>
          </ac:cxnSpMkLst>
        </pc:cxnChg>
        <pc:cxnChg chg="del">
          <ac:chgData name="faik bilgen" userId="9fcb1696e65a161f" providerId="LiveId" clId="{0C3A4C9E-717D-4ADE-97E0-B0AD580B3355}" dt="2026-01-16T12:14:10.560" v="2676" actId="478"/>
          <ac:cxnSpMkLst>
            <pc:docMk/>
            <pc:sldMk cId="101886985" sldId="313"/>
            <ac:cxnSpMk id="6" creationId="{B7A9DBAD-BBF6-26A4-14F4-94BC8DF73C68}"/>
          </ac:cxnSpMkLst>
        </pc:cxnChg>
      </pc:sldChg>
      <pc:sldChg chg="delSp modSp add mod">
        <pc:chgData name="faik bilgen" userId="9fcb1696e65a161f" providerId="LiveId" clId="{0C3A4C9E-717D-4ADE-97E0-B0AD580B3355}" dt="2026-01-16T12:18:25.569" v="2908" actId="113"/>
        <pc:sldMkLst>
          <pc:docMk/>
          <pc:sldMk cId="1302287135" sldId="314"/>
        </pc:sldMkLst>
        <pc:spChg chg="mod">
          <ac:chgData name="faik bilgen" userId="9fcb1696e65a161f" providerId="LiveId" clId="{0C3A4C9E-717D-4ADE-97E0-B0AD580B3355}" dt="2026-01-16T12:16:29.744" v="2822" actId="20577"/>
          <ac:spMkLst>
            <pc:docMk/>
            <pc:sldMk cId="1302287135" sldId="314"/>
            <ac:spMk id="2" creationId="{8198E31D-2C64-AD82-4C23-AFADA0F1A899}"/>
          </ac:spMkLst>
        </pc:spChg>
        <pc:spChg chg="del">
          <ac:chgData name="faik bilgen" userId="9fcb1696e65a161f" providerId="LiveId" clId="{0C3A4C9E-717D-4ADE-97E0-B0AD580B3355}" dt="2026-01-16T12:16:58.639" v="2823" actId="478"/>
          <ac:spMkLst>
            <pc:docMk/>
            <pc:sldMk cId="1302287135" sldId="314"/>
            <ac:spMk id="8" creationId="{A277E2C9-E2C1-388D-1145-517F5A0D373F}"/>
          </ac:spMkLst>
        </pc:spChg>
        <pc:spChg chg="del">
          <ac:chgData name="faik bilgen" userId="9fcb1696e65a161f" providerId="LiveId" clId="{0C3A4C9E-717D-4ADE-97E0-B0AD580B3355}" dt="2026-01-16T12:16:58.639" v="2823" actId="478"/>
          <ac:spMkLst>
            <pc:docMk/>
            <pc:sldMk cId="1302287135" sldId="314"/>
            <ac:spMk id="11" creationId="{6F1EE446-7B7A-05B0-F5AE-F156FF209C2E}"/>
          </ac:spMkLst>
        </pc:spChg>
        <pc:spChg chg="del">
          <ac:chgData name="faik bilgen" userId="9fcb1696e65a161f" providerId="LiveId" clId="{0C3A4C9E-717D-4ADE-97E0-B0AD580B3355}" dt="2026-01-16T12:16:58.639" v="2823" actId="478"/>
          <ac:spMkLst>
            <pc:docMk/>
            <pc:sldMk cId="1302287135" sldId="314"/>
            <ac:spMk id="16" creationId="{0DA1AE8C-7DD1-C989-CD4D-BD6C690D8D78}"/>
          </ac:spMkLst>
        </pc:spChg>
        <pc:spChg chg="del">
          <ac:chgData name="faik bilgen" userId="9fcb1696e65a161f" providerId="LiveId" clId="{0C3A4C9E-717D-4ADE-97E0-B0AD580B3355}" dt="2026-01-16T12:16:58.639" v="2823" actId="478"/>
          <ac:spMkLst>
            <pc:docMk/>
            <pc:sldMk cId="1302287135" sldId="314"/>
            <ac:spMk id="19" creationId="{BC31683A-99B1-64AB-AE9C-9FCC7DC007B6}"/>
          </ac:spMkLst>
        </pc:spChg>
        <pc:graphicFrameChg chg="modGraphic">
          <ac:chgData name="faik bilgen" userId="9fcb1696e65a161f" providerId="LiveId" clId="{0C3A4C9E-717D-4ADE-97E0-B0AD580B3355}" dt="2026-01-16T12:18:25.569" v="2908" actId="113"/>
          <ac:graphicFrameMkLst>
            <pc:docMk/>
            <pc:sldMk cId="1302287135" sldId="314"/>
            <ac:graphicFrameMk id="28" creationId="{0C8EED75-E32E-4D8F-C4C8-BC6C2E01ED30}"/>
          </ac:graphicFrameMkLst>
        </pc:graphicFrameChg>
      </pc:sldChg>
      <pc:sldChg chg="delSp modSp add mod ord">
        <pc:chgData name="faik bilgen" userId="9fcb1696e65a161f" providerId="LiveId" clId="{0C3A4C9E-717D-4ADE-97E0-B0AD580B3355}" dt="2026-01-16T12:21:50.744" v="3149" actId="2711"/>
        <pc:sldMkLst>
          <pc:docMk/>
          <pc:sldMk cId="3907425655" sldId="315"/>
        </pc:sldMkLst>
        <pc:spChg chg="mod">
          <ac:chgData name="faik bilgen" userId="9fcb1696e65a161f" providerId="LiveId" clId="{0C3A4C9E-717D-4ADE-97E0-B0AD580B3355}" dt="2026-01-16T12:18:55.921" v="2941" actId="20577"/>
          <ac:spMkLst>
            <pc:docMk/>
            <pc:sldMk cId="3907425655" sldId="315"/>
            <ac:spMk id="2" creationId="{8BA99328-1725-64F8-4C59-A9A3670EB410}"/>
          </ac:spMkLst>
        </pc:spChg>
        <pc:spChg chg="del">
          <ac:chgData name="faik bilgen" userId="9fcb1696e65a161f" providerId="LiveId" clId="{0C3A4C9E-717D-4ADE-97E0-B0AD580B3355}" dt="2026-01-16T12:19:55.806" v="3005" actId="478"/>
          <ac:spMkLst>
            <pc:docMk/>
            <pc:sldMk cId="3907425655" sldId="315"/>
            <ac:spMk id="8" creationId="{59A441FD-BDAD-0F19-28E2-2FC71A594C18}"/>
          </ac:spMkLst>
        </pc:spChg>
        <pc:spChg chg="mod">
          <ac:chgData name="faik bilgen" userId="9fcb1696e65a161f" providerId="LiveId" clId="{0C3A4C9E-717D-4ADE-97E0-B0AD580B3355}" dt="2026-01-16T12:19:29.971" v="2995" actId="1037"/>
          <ac:spMkLst>
            <pc:docMk/>
            <pc:sldMk cId="3907425655" sldId="315"/>
            <ac:spMk id="9" creationId="{06AEF8ED-7DED-4099-2148-8340686614F3}"/>
          </ac:spMkLst>
        </pc:spChg>
        <pc:spChg chg="del">
          <ac:chgData name="faik bilgen" userId="9fcb1696e65a161f" providerId="LiveId" clId="{0C3A4C9E-717D-4ADE-97E0-B0AD580B3355}" dt="2026-01-16T12:19:55.806" v="3005" actId="478"/>
          <ac:spMkLst>
            <pc:docMk/>
            <pc:sldMk cId="3907425655" sldId="315"/>
            <ac:spMk id="11" creationId="{9D3D20D7-64B0-B4BA-82B3-0D8F44962E85}"/>
          </ac:spMkLst>
        </pc:spChg>
        <pc:spChg chg="del">
          <ac:chgData name="faik bilgen" userId="9fcb1696e65a161f" providerId="LiveId" clId="{0C3A4C9E-717D-4ADE-97E0-B0AD580B3355}" dt="2026-01-16T12:19:55.806" v="3005" actId="478"/>
          <ac:spMkLst>
            <pc:docMk/>
            <pc:sldMk cId="3907425655" sldId="315"/>
            <ac:spMk id="16" creationId="{D34C58F7-DE4A-FCFA-CE56-6840812A41A3}"/>
          </ac:spMkLst>
        </pc:spChg>
        <pc:spChg chg="mod">
          <ac:chgData name="faik bilgen" userId="9fcb1696e65a161f" providerId="LiveId" clId="{0C3A4C9E-717D-4ADE-97E0-B0AD580B3355}" dt="2026-01-16T12:19:29.971" v="2995" actId="1037"/>
          <ac:spMkLst>
            <pc:docMk/>
            <pc:sldMk cId="3907425655" sldId="315"/>
            <ac:spMk id="17" creationId="{6478032A-2D21-EA8A-F53D-6ACDA5FAD351}"/>
          </ac:spMkLst>
        </pc:spChg>
        <pc:spChg chg="del">
          <ac:chgData name="faik bilgen" userId="9fcb1696e65a161f" providerId="LiveId" clId="{0C3A4C9E-717D-4ADE-97E0-B0AD580B3355}" dt="2026-01-16T12:19:55.806" v="3005" actId="478"/>
          <ac:spMkLst>
            <pc:docMk/>
            <pc:sldMk cId="3907425655" sldId="315"/>
            <ac:spMk id="19" creationId="{582F578C-66E4-E133-2DB6-158C09D27FE1}"/>
          </ac:spMkLst>
        </pc:spChg>
        <pc:spChg chg="mod">
          <ac:chgData name="faik bilgen" userId="9fcb1696e65a161f" providerId="LiveId" clId="{0C3A4C9E-717D-4ADE-97E0-B0AD580B3355}" dt="2026-01-16T12:19:38.267" v="2996" actId="207"/>
          <ac:spMkLst>
            <pc:docMk/>
            <pc:sldMk cId="3907425655" sldId="315"/>
            <ac:spMk id="20" creationId="{9C9A3A81-074D-8FD1-42BB-7D9CF38F8E20}"/>
          </ac:spMkLst>
        </pc:spChg>
        <pc:spChg chg="mod">
          <ac:chgData name="faik bilgen" userId="9fcb1696e65a161f" providerId="LiveId" clId="{0C3A4C9E-717D-4ADE-97E0-B0AD580B3355}" dt="2026-01-16T12:19:44.316" v="3000" actId="20577"/>
          <ac:spMkLst>
            <pc:docMk/>
            <pc:sldMk cId="3907425655" sldId="315"/>
            <ac:spMk id="23" creationId="{75D866C7-4FB7-0446-7605-225F05A8E721}"/>
          </ac:spMkLst>
        </pc:spChg>
        <pc:spChg chg="mod">
          <ac:chgData name="faik bilgen" userId="9fcb1696e65a161f" providerId="LiveId" clId="{0C3A4C9E-717D-4ADE-97E0-B0AD580B3355}" dt="2026-01-16T12:19:38.267" v="2996" actId="207"/>
          <ac:spMkLst>
            <pc:docMk/>
            <pc:sldMk cId="3907425655" sldId="315"/>
            <ac:spMk id="24" creationId="{10238F5A-68F8-0500-8FA2-A892DDFC80E2}"/>
          </ac:spMkLst>
        </pc:spChg>
        <pc:spChg chg="mod">
          <ac:chgData name="faik bilgen" userId="9fcb1696e65a161f" providerId="LiveId" clId="{0C3A4C9E-717D-4ADE-97E0-B0AD580B3355}" dt="2026-01-16T12:19:50.378" v="3004" actId="20577"/>
          <ac:spMkLst>
            <pc:docMk/>
            <pc:sldMk cId="3907425655" sldId="315"/>
            <ac:spMk id="27" creationId="{DC79B9F8-A408-DF02-D117-68A89254B320}"/>
          </ac:spMkLst>
        </pc:spChg>
        <pc:graphicFrameChg chg="modGraphic">
          <ac:chgData name="faik bilgen" userId="9fcb1696e65a161f" providerId="LiveId" clId="{0C3A4C9E-717D-4ADE-97E0-B0AD580B3355}" dt="2026-01-16T12:21:50.744" v="3149" actId="2711"/>
          <ac:graphicFrameMkLst>
            <pc:docMk/>
            <pc:sldMk cId="3907425655" sldId="315"/>
            <ac:graphicFrameMk id="28" creationId="{CEAAA2E1-5D55-42A8-0AB4-EE8E63CF048C}"/>
          </ac:graphicFrameMkLst>
        </pc:graphicFrameChg>
      </pc:sldChg>
      <pc:sldChg chg="addSp delSp modSp add mod">
        <pc:chgData name="faik bilgen" userId="9fcb1696e65a161f" providerId="LiveId" clId="{0C3A4C9E-717D-4ADE-97E0-B0AD580B3355}" dt="2026-01-17T06:28:51.573" v="3202" actId="1076"/>
        <pc:sldMkLst>
          <pc:docMk/>
          <pc:sldMk cId="3575770827" sldId="316"/>
        </pc:sldMkLst>
        <pc:spChg chg="del mod">
          <ac:chgData name="faik bilgen" userId="9fcb1696e65a161f" providerId="LiveId" clId="{0C3A4C9E-717D-4ADE-97E0-B0AD580B3355}" dt="2026-01-17T06:24:23.236" v="3168" actId="478"/>
          <ac:spMkLst>
            <pc:docMk/>
            <pc:sldMk cId="3575770827" sldId="316"/>
            <ac:spMk id="3" creationId="{F74C5A7F-B282-6854-B127-A0DBB0B0F17D}"/>
          </ac:spMkLst>
        </pc:spChg>
        <pc:spChg chg="add mod">
          <ac:chgData name="faik bilgen" userId="9fcb1696e65a161f" providerId="LiveId" clId="{0C3A4C9E-717D-4ADE-97E0-B0AD580B3355}" dt="2026-01-17T06:28:51.573" v="3202" actId="1076"/>
          <ac:spMkLst>
            <pc:docMk/>
            <pc:sldMk cId="3575770827" sldId="316"/>
            <ac:spMk id="4" creationId="{7C0068E4-1EAB-8664-D411-E71C0150EF3D}"/>
          </ac:spMkLst>
        </pc:spChg>
      </pc:sldChg>
      <pc:sldChg chg="addSp delSp modSp add mod">
        <pc:chgData name="faik bilgen" userId="9fcb1696e65a161f" providerId="LiveId" clId="{0C3A4C9E-717D-4ADE-97E0-B0AD580B3355}" dt="2026-01-17T08:03:08.152" v="3420" actId="403"/>
        <pc:sldMkLst>
          <pc:docMk/>
          <pc:sldMk cId="3596573651" sldId="317"/>
        </pc:sldMkLst>
        <pc:spChg chg="mod">
          <ac:chgData name="faik bilgen" userId="9fcb1696e65a161f" providerId="LiveId" clId="{0C3A4C9E-717D-4ADE-97E0-B0AD580B3355}" dt="2026-01-17T06:28:24.851" v="3198" actId="20577"/>
          <ac:spMkLst>
            <pc:docMk/>
            <pc:sldMk cId="3596573651" sldId="317"/>
            <ac:spMk id="2" creationId="{6D04E126-B00F-33C1-77F2-9E6743C2BDBA}"/>
          </ac:spMkLst>
        </pc:spChg>
        <pc:spChg chg="add mod">
          <ac:chgData name="faik bilgen" userId="9fcb1696e65a161f" providerId="LiveId" clId="{0C3A4C9E-717D-4ADE-97E0-B0AD580B3355}" dt="2026-01-17T08:03:08.152" v="3420" actId="403"/>
          <ac:spMkLst>
            <pc:docMk/>
            <pc:sldMk cId="3596573651" sldId="317"/>
            <ac:spMk id="3" creationId="{3FFB04C9-9DEF-FF71-D284-79287E33F1A1}"/>
          </ac:spMkLst>
        </pc:spChg>
        <pc:spChg chg="del">
          <ac:chgData name="faik bilgen" userId="9fcb1696e65a161f" providerId="LiveId" clId="{0C3A4C9E-717D-4ADE-97E0-B0AD580B3355}" dt="2026-01-17T06:28:29.894" v="3199" actId="478"/>
          <ac:spMkLst>
            <pc:docMk/>
            <pc:sldMk cId="3596573651" sldId="317"/>
            <ac:spMk id="4" creationId="{FABA34CC-BDF4-FB80-8CA2-5628E41C23E7}"/>
          </ac:spMkLst>
        </pc:spChg>
        <pc:spChg chg="del">
          <ac:chgData name="faik bilgen" userId="9fcb1696e65a161f" providerId="LiveId" clId="{0C3A4C9E-717D-4ADE-97E0-B0AD580B3355}" dt="2026-01-17T06:28:29.894" v="3199" actId="478"/>
          <ac:spMkLst>
            <pc:docMk/>
            <pc:sldMk cId="3596573651" sldId="317"/>
            <ac:spMk id="5" creationId="{D509EA18-D2E1-05A3-DC1B-11EB38150765}"/>
          </ac:spMkLst>
        </pc:spChg>
        <pc:spChg chg="del">
          <ac:chgData name="faik bilgen" userId="9fcb1696e65a161f" providerId="LiveId" clId="{0C3A4C9E-717D-4ADE-97E0-B0AD580B3355}" dt="2026-01-17T06:28:29.894" v="3199" actId="478"/>
          <ac:spMkLst>
            <pc:docMk/>
            <pc:sldMk cId="3596573651" sldId="317"/>
            <ac:spMk id="6" creationId="{6A9A2873-B90F-B727-283C-07354A6AA6E2}"/>
          </ac:spMkLst>
        </pc:spChg>
        <pc:spChg chg="del">
          <ac:chgData name="faik bilgen" userId="9fcb1696e65a161f" providerId="LiveId" clId="{0C3A4C9E-717D-4ADE-97E0-B0AD580B3355}" dt="2026-01-17T06:28:29.894" v="3199" actId="478"/>
          <ac:spMkLst>
            <pc:docMk/>
            <pc:sldMk cId="3596573651" sldId="317"/>
            <ac:spMk id="7" creationId="{665B98E7-5340-BF0F-D1C0-E8442FFBDF8A}"/>
          </ac:spMkLst>
        </pc:spChg>
        <pc:spChg chg="del">
          <ac:chgData name="faik bilgen" userId="9fcb1696e65a161f" providerId="LiveId" clId="{0C3A4C9E-717D-4ADE-97E0-B0AD580B3355}" dt="2026-01-17T06:28:29.894" v="3199" actId="478"/>
          <ac:spMkLst>
            <pc:docMk/>
            <pc:sldMk cId="3596573651" sldId="317"/>
            <ac:spMk id="8" creationId="{AB1B442F-82B4-B4D9-9753-44580DB2997E}"/>
          </ac:spMkLst>
        </pc:spChg>
        <pc:spChg chg="del">
          <ac:chgData name="faik bilgen" userId="9fcb1696e65a161f" providerId="LiveId" clId="{0C3A4C9E-717D-4ADE-97E0-B0AD580B3355}" dt="2026-01-17T06:28:29.894" v="3199" actId="478"/>
          <ac:spMkLst>
            <pc:docMk/>
            <pc:sldMk cId="3596573651" sldId="317"/>
            <ac:spMk id="9" creationId="{10D0986F-6E8E-A33E-B6CC-DCC4049A991C}"/>
          </ac:spMkLst>
        </pc:spChg>
        <pc:spChg chg="del">
          <ac:chgData name="faik bilgen" userId="9fcb1696e65a161f" providerId="LiveId" clId="{0C3A4C9E-717D-4ADE-97E0-B0AD580B3355}" dt="2026-01-17T06:28:29.894" v="3199" actId="478"/>
          <ac:spMkLst>
            <pc:docMk/>
            <pc:sldMk cId="3596573651" sldId="317"/>
            <ac:spMk id="10" creationId="{9712392C-C7C4-804D-7433-0A44FED1514C}"/>
          </ac:spMkLst>
        </pc:spChg>
        <pc:spChg chg="del">
          <ac:chgData name="faik bilgen" userId="9fcb1696e65a161f" providerId="LiveId" clId="{0C3A4C9E-717D-4ADE-97E0-B0AD580B3355}" dt="2026-01-17T06:28:29.894" v="3199" actId="478"/>
          <ac:spMkLst>
            <pc:docMk/>
            <pc:sldMk cId="3596573651" sldId="317"/>
            <ac:spMk id="11" creationId="{DEE0917D-5D40-7673-D296-EE74197CB387}"/>
          </ac:spMkLst>
        </pc:spChg>
      </pc:sldChg>
      <pc:sldChg chg="modSp add mod">
        <pc:chgData name="faik bilgen" userId="9fcb1696e65a161f" providerId="LiveId" clId="{0C3A4C9E-717D-4ADE-97E0-B0AD580B3355}" dt="2026-01-17T07:47:37.741" v="3329" actId="20577"/>
        <pc:sldMkLst>
          <pc:docMk/>
          <pc:sldMk cId="186061912" sldId="318"/>
        </pc:sldMkLst>
        <pc:spChg chg="mod">
          <ac:chgData name="faik bilgen" userId="9fcb1696e65a161f" providerId="LiveId" clId="{0C3A4C9E-717D-4ADE-97E0-B0AD580B3355}" dt="2026-01-17T07:47:37.741" v="3329" actId="20577"/>
          <ac:spMkLst>
            <pc:docMk/>
            <pc:sldMk cId="186061912" sldId="318"/>
            <ac:spMk id="3" creationId="{BD9DE51F-5456-9590-FDB8-B40FBE825ECA}"/>
          </ac:spMkLst>
        </pc:spChg>
      </pc:sldChg>
      <pc:sldChg chg="modSp add mod ord">
        <pc:chgData name="faik bilgen" userId="9fcb1696e65a161f" providerId="LiveId" clId="{0C3A4C9E-717D-4ADE-97E0-B0AD580B3355}" dt="2026-01-17T08:02:35.885" v="3417" actId="20577"/>
        <pc:sldMkLst>
          <pc:docMk/>
          <pc:sldMk cId="3228626609" sldId="319"/>
        </pc:sldMkLst>
        <pc:spChg chg="mod">
          <ac:chgData name="faik bilgen" userId="9fcb1696e65a161f" providerId="LiveId" clId="{0C3A4C9E-717D-4ADE-97E0-B0AD580B3355}" dt="2026-01-17T07:54:13.901" v="3350" actId="20577"/>
          <ac:spMkLst>
            <pc:docMk/>
            <pc:sldMk cId="3228626609" sldId="319"/>
            <ac:spMk id="2" creationId="{CAC6DD2A-2269-EDBE-C4E8-46B41527F2CD}"/>
          </ac:spMkLst>
        </pc:spChg>
        <pc:spChg chg="mod">
          <ac:chgData name="faik bilgen" userId="9fcb1696e65a161f" providerId="LiveId" clId="{0C3A4C9E-717D-4ADE-97E0-B0AD580B3355}" dt="2026-01-17T08:02:35.885" v="3417" actId="20577"/>
          <ac:spMkLst>
            <pc:docMk/>
            <pc:sldMk cId="3228626609" sldId="319"/>
            <ac:spMk id="3" creationId="{7BB9BC0F-0E76-EBA0-82F2-60C4C38E6A98}"/>
          </ac:spMkLst>
        </pc:spChg>
      </pc:sldChg>
      <pc:sldChg chg="add">
        <pc:chgData name="faik bilgen" userId="9fcb1696e65a161f" providerId="LiveId" clId="{0C3A4C9E-717D-4ADE-97E0-B0AD580B3355}" dt="2026-01-17T07:56:59.635" v="3363" actId="2890"/>
        <pc:sldMkLst>
          <pc:docMk/>
          <pc:sldMk cId="2519155230" sldId="320"/>
        </pc:sldMkLst>
      </pc:sldChg>
      <pc:sldChg chg="modSp add mod ord">
        <pc:chgData name="faik bilgen" userId="9fcb1696e65a161f" providerId="LiveId" clId="{0C3A4C9E-717D-4ADE-97E0-B0AD580B3355}" dt="2026-01-17T08:30:04.072" v="3432" actId="20577"/>
        <pc:sldMkLst>
          <pc:docMk/>
          <pc:sldMk cId="1623904069" sldId="321"/>
        </pc:sldMkLst>
        <pc:spChg chg="mod">
          <ac:chgData name="faik bilgen" userId="9fcb1696e65a161f" providerId="LiveId" clId="{0C3A4C9E-717D-4ADE-97E0-B0AD580B3355}" dt="2026-01-17T08:30:04.072" v="3432" actId="20577"/>
          <ac:spMkLst>
            <pc:docMk/>
            <pc:sldMk cId="1623904069" sldId="321"/>
            <ac:spMk id="2" creationId="{1FA881C4-04EC-875E-DFF4-D7739DB01FCA}"/>
          </ac:spMkLst>
        </pc:spChg>
      </pc:sldChg>
      <pc:sldChg chg="addSp delSp modSp new mod setBg">
        <pc:chgData name="faik bilgen" userId="9fcb1696e65a161f" providerId="LiveId" clId="{0C3A4C9E-717D-4ADE-97E0-B0AD580B3355}" dt="2026-01-17T11:11:34.343" v="3855" actId="14734"/>
        <pc:sldMkLst>
          <pc:docMk/>
          <pc:sldMk cId="2699443842" sldId="322"/>
        </pc:sldMkLst>
        <pc:spChg chg="mod">
          <ac:chgData name="faik bilgen" userId="9fcb1696e65a161f" providerId="LiveId" clId="{0C3A4C9E-717D-4ADE-97E0-B0AD580B3355}" dt="2026-01-17T10:58:22.231" v="3739" actId="20577"/>
          <ac:spMkLst>
            <pc:docMk/>
            <pc:sldMk cId="2699443842" sldId="322"/>
            <ac:spMk id="2" creationId="{C2DF4DC1-1CD8-E099-DB2B-02F8BDB3993F}"/>
          </ac:spMkLst>
        </pc:spChg>
        <pc:spChg chg="del mod">
          <ac:chgData name="faik bilgen" userId="9fcb1696e65a161f" providerId="LiveId" clId="{0C3A4C9E-717D-4ADE-97E0-B0AD580B3355}" dt="2026-01-17T10:53:04.984" v="3680" actId="478"/>
          <ac:spMkLst>
            <pc:docMk/>
            <pc:sldMk cId="2699443842" sldId="322"/>
            <ac:spMk id="3" creationId="{E0214A55-F7DF-72E4-2EC9-C984469E4285}"/>
          </ac:spMkLst>
        </pc:spChg>
        <pc:spChg chg="add">
          <ac:chgData name="faik bilgen" userId="9fcb1696e65a161f" providerId="LiveId" clId="{0C3A4C9E-717D-4ADE-97E0-B0AD580B3355}" dt="2026-01-17T10:56:43.384" v="3713" actId="26606"/>
          <ac:spMkLst>
            <pc:docMk/>
            <pc:sldMk cId="2699443842" sldId="322"/>
            <ac:spMk id="9" creationId="{BCED4D40-4B67-4331-AC48-79B82B4A47D8}"/>
          </ac:spMkLst>
        </pc:spChg>
        <pc:spChg chg="add">
          <ac:chgData name="faik bilgen" userId="9fcb1696e65a161f" providerId="LiveId" clId="{0C3A4C9E-717D-4ADE-97E0-B0AD580B3355}" dt="2026-01-17T10:56:43.384" v="3713" actId="26606"/>
          <ac:spMkLst>
            <pc:docMk/>
            <pc:sldMk cId="2699443842" sldId="322"/>
            <ac:spMk id="11" creationId="{670CEDEF-4F34-412E-84EE-329C1E936AF5}"/>
          </ac:spMkLst>
        </pc:spChg>
        <pc:graphicFrameChg chg="add mod modGraphic">
          <ac:chgData name="faik bilgen" userId="9fcb1696e65a161f" providerId="LiveId" clId="{0C3A4C9E-717D-4ADE-97E0-B0AD580B3355}" dt="2026-01-17T11:11:34.343" v="3855" actId="14734"/>
          <ac:graphicFrameMkLst>
            <pc:docMk/>
            <pc:sldMk cId="2699443842" sldId="322"/>
            <ac:graphicFrameMk id="4" creationId="{8008CD5F-B38D-A1C3-DCE1-B13B3DF38E38}"/>
          </ac:graphicFrameMkLst>
        </pc:graphicFrameChg>
      </pc:sldChg>
      <pc:sldChg chg="addSp delSp modSp add mod addAnim delAnim">
        <pc:chgData name="faik bilgen" userId="9fcb1696e65a161f" providerId="LiveId" clId="{0C3A4C9E-717D-4ADE-97E0-B0AD580B3355}" dt="2026-01-17T08:56:37.977" v="3489" actId="26606"/>
        <pc:sldMkLst>
          <pc:docMk/>
          <pc:sldMk cId="815583536" sldId="323"/>
        </pc:sldMkLst>
        <pc:spChg chg="mod ord">
          <ac:chgData name="faik bilgen" userId="9fcb1696e65a161f" providerId="LiveId" clId="{0C3A4C9E-717D-4ADE-97E0-B0AD580B3355}" dt="2026-01-17T08:56:37.977" v="3489" actId="26606"/>
          <ac:spMkLst>
            <pc:docMk/>
            <pc:sldMk cId="815583536" sldId="323"/>
            <ac:spMk id="2" creationId="{573BC458-955D-64FE-AD5D-0AFB5F386DBB}"/>
          </ac:spMkLst>
        </pc:spChg>
        <pc:spChg chg="del">
          <ac:chgData name="faik bilgen" userId="9fcb1696e65a161f" providerId="LiveId" clId="{0C3A4C9E-717D-4ADE-97E0-B0AD580B3355}" dt="2026-01-17T08:55:32.034" v="3472" actId="478"/>
          <ac:spMkLst>
            <pc:docMk/>
            <pc:sldMk cId="815583536" sldId="323"/>
            <ac:spMk id="3" creationId="{4FD66AAB-CD4E-A078-1E47-9F7E5DE747B2}"/>
          </ac:spMkLst>
        </pc:spChg>
        <pc:spChg chg="add del mod">
          <ac:chgData name="faik bilgen" userId="9fcb1696e65a161f" providerId="LiveId" clId="{0C3A4C9E-717D-4ADE-97E0-B0AD580B3355}" dt="2026-01-17T08:55:35.628" v="3473" actId="478"/>
          <ac:spMkLst>
            <pc:docMk/>
            <pc:sldMk cId="815583536" sldId="323"/>
            <ac:spMk id="6" creationId="{F3B830B8-38A9-21E2-BF6A-2489C6FB6366}"/>
          </ac:spMkLst>
        </pc:spChg>
        <pc:spChg chg="add del">
          <ac:chgData name="faik bilgen" userId="9fcb1696e65a161f" providerId="LiveId" clId="{0C3A4C9E-717D-4ADE-97E0-B0AD580B3355}" dt="2026-01-17T08:56:37.977" v="3489" actId="26606"/>
          <ac:spMkLst>
            <pc:docMk/>
            <pc:sldMk cId="815583536" sldId="323"/>
            <ac:spMk id="8" creationId="{22D81076-136D-FF4C-5888-46DE8ACC42DA}"/>
          </ac:spMkLst>
        </pc:spChg>
        <pc:spChg chg="add del">
          <ac:chgData name="faik bilgen" userId="9fcb1696e65a161f" providerId="LiveId" clId="{0C3A4C9E-717D-4ADE-97E0-B0AD580B3355}" dt="2026-01-17T08:56:37.977" v="3489" actId="26606"/>
          <ac:spMkLst>
            <pc:docMk/>
            <pc:sldMk cId="815583536" sldId="323"/>
            <ac:spMk id="10" creationId="{1978267A-FCC2-79F0-2E9E-BD8205263848}"/>
          </ac:spMkLst>
        </pc:spChg>
        <pc:spChg chg="add del">
          <ac:chgData name="faik bilgen" userId="9fcb1696e65a161f" providerId="LiveId" clId="{0C3A4C9E-717D-4ADE-97E0-B0AD580B3355}" dt="2026-01-17T08:56:37.977" v="3489" actId="26606"/>
          <ac:spMkLst>
            <pc:docMk/>
            <pc:sldMk cId="815583536" sldId="323"/>
            <ac:spMk id="12" creationId="{3DB63BAD-0737-9DD9-9F41-E15E22591D97}"/>
          </ac:spMkLst>
        </pc:spChg>
        <pc:spChg chg="add del">
          <ac:chgData name="faik bilgen" userId="9fcb1696e65a161f" providerId="LiveId" clId="{0C3A4C9E-717D-4ADE-97E0-B0AD580B3355}" dt="2026-01-17T08:56:37.977" v="3489" actId="26606"/>
          <ac:spMkLst>
            <pc:docMk/>
            <pc:sldMk cId="815583536" sldId="323"/>
            <ac:spMk id="14" creationId="{992D148C-44EA-ECA9-AFEC-8239CA3161C3}"/>
          </ac:spMkLst>
        </pc:spChg>
        <pc:spChg chg="add del">
          <ac:chgData name="faik bilgen" userId="9fcb1696e65a161f" providerId="LiveId" clId="{0C3A4C9E-717D-4ADE-97E0-B0AD580B3355}" dt="2026-01-17T08:56:12.449" v="3477" actId="26606"/>
          <ac:spMkLst>
            <pc:docMk/>
            <pc:sldMk cId="815583536" sldId="323"/>
            <ac:spMk id="19" creationId="{665DBBEF-238B-476B-96AB-8AAC3224ECEA}"/>
          </ac:spMkLst>
        </pc:spChg>
        <pc:spChg chg="add del">
          <ac:chgData name="faik bilgen" userId="9fcb1696e65a161f" providerId="LiveId" clId="{0C3A4C9E-717D-4ADE-97E0-B0AD580B3355}" dt="2026-01-17T08:56:12.449" v="3477" actId="26606"/>
          <ac:spMkLst>
            <pc:docMk/>
            <pc:sldMk cId="815583536" sldId="323"/>
            <ac:spMk id="21" creationId="{3FCFB1DE-0B7E-48CC-BA90-B2AB0889F9D6}"/>
          </ac:spMkLst>
        </pc:spChg>
        <pc:spChg chg="add del">
          <ac:chgData name="faik bilgen" userId="9fcb1696e65a161f" providerId="LiveId" clId="{0C3A4C9E-717D-4ADE-97E0-B0AD580B3355}" dt="2026-01-17T08:56:14.200" v="3479" actId="26606"/>
          <ac:spMkLst>
            <pc:docMk/>
            <pc:sldMk cId="815583536" sldId="323"/>
            <ac:spMk id="23" creationId="{B7BD7FCF-A254-4A97-A15C-319B67622677}"/>
          </ac:spMkLst>
        </pc:spChg>
        <pc:spChg chg="add del">
          <ac:chgData name="faik bilgen" userId="9fcb1696e65a161f" providerId="LiveId" clId="{0C3A4C9E-717D-4ADE-97E0-B0AD580B3355}" dt="2026-01-17T08:56:14.200" v="3479" actId="26606"/>
          <ac:spMkLst>
            <pc:docMk/>
            <pc:sldMk cId="815583536" sldId="323"/>
            <ac:spMk id="24" creationId="{52FFAF72-6204-4676-9C6F-9A4CC4D91805}"/>
          </ac:spMkLst>
        </pc:spChg>
        <pc:spChg chg="add del">
          <ac:chgData name="faik bilgen" userId="9fcb1696e65a161f" providerId="LiveId" clId="{0C3A4C9E-717D-4ADE-97E0-B0AD580B3355}" dt="2026-01-17T08:56:30.371" v="3483" actId="26606"/>
          <ac:spMkLst>
            <pc:docMk/>
            <pc:sldMk cId="815583536" sldId="323"/>
            <ac:spMk id="25" creationId="{AF2F604E-43BE-4DC3-B983-E071523364F8}"/>
          </ac:spMkLst>
        </pc:spChg>
        <pc:spChg chg="add del">
          <ac:chgData name="faik bilgen" userId="9fcb1696e65a161f" providerId="LiveId" clId="{0C3A4C9E-717D-4ADE-97E0-B0AD580B3355}" dt="2026-01-17T08:56:23.404" v="3481" actId="26606"/>
          <ac:spMkLst>
            <pc:docMk/>
            <pc:sldMk cId="815583536" sldId="323"/>
            <ac:spMk id="26" creationId="{665DBBEF-238B-476B-96AB-8AAC3224ECEA}"/>
          </ac:spMkLst>
        </pc:spChg>
        <pc:spChg chg="add del">
          <ac:chgData name="faik bilgen" userId="9fcb1696e65a161f" providerId="LiveId" clId="{0C3A4C9E-717D-4ADE-97E0-B0AD580B3355}" dt="2026-01-17T08:56:23.404" v="3481" actId="26606"/>
          <ac:spMkLst>
            <pc:docMk/>
            <pc:sldMk cId="815583536" sldId="323"/>
            <ac:spMk id="27" creationId="{3FCFB1DE-0B7E-48CC-BA90-B2AB0889F9D6}"/>
          </ac:spMkLst>
        </pc:spChg>
        <pc:spChg chg="add del">
          <ac:chgData name="faik bilgen" userId="9fcb1696e65a161f" providerId="LiveId" clId="{0C3A4C9E-717D-4ADE-97E0-B0AD580B3355}" dt="2026-01-17T08:56:30.371" v="3483" actId="26606"/>
          <ac:spMkLst>
            <pc:docMk/>
            <pc:sldMk cId="815583536" sldId="323"/>
            <ac:spMk id="29" creationId="{5DCB5928-DC7D-4612-9922-441966E15627}"/>
          </ac:spMkLst>
        </pc:spChg>
        <pc:spChg chg="add del">
          <ac:chgData name="faik bilgen" userId="9fcb1696e65a161f" providerId="LiveId" clId="{0C3A4C9E-717D-4ADE-97E0-B0AD580B3355}" dt="2026-01-17T08:56:30.371" v="3483" actId="26606"/>
          <ac:spMkLst>
            <pc:docMk/>
            <pc:sldMk cId="815583536" sldId="323"/>
            <ac:spMk id="30" creationId="{682C1161-1736-45EC-99B7-33F3CAE9D517}"/>
          </ac:spMkLst>
        </pc:spChg>
        <pc:spChg chg="add del">
          <ac:chgData name="faik bilgen" userId="9fcb1696e65a161f" providerId="LiveId" clId="{0C3A4C9E-717D-4ADE-97E0-B0AD580B3355}" dt="2026-01-17T08:56:30.371" v="3483" actId="26606"/>
          <ac:spMkLst>
            <pc:docMk/>
            <pc:sldMk cId="815583536" sldId="323"/>
            <ac:spMk id="31" creationId="{84D4DDB8-B68F-45B0-9F62-C4279996F672}"/>
          </ac:spMkLst>
        </pc:spChg>
        <pc:spChg chg="add del">
          <ac:chgData name="faik bilgen" userId="9fcb1696e65a161f" providerId="LiveId" clId="{0C3A4C9E-717D-4ADE-97E0-B0AD580B3355}" dt="2026-01-17T08:56:30.371" v="3483" actId="26606"/>
          <ac:spMkLst>
            <pc:docMk/>
            <pc:sldMk cId="815583536" sldId="323"/>
            <ac:spMk id="32" creationId="{08C9B587-E65E-4B52-B37C-ABEBB6E87928}"/>
          </ac:spMkLst>
        </pc:spChg>
        <pc:spChg chg="add del">
          <ac:chgData name="faik bilgen" userId="9fcb1696e65a161f" providerId="LiveId" clId="{0C3A4C9E-717D-4ADE-97E0-B0AD580B3355}" dt="2026-01-17T08:56:34.844" v="3486" actId="26606"/>
          <ac:spMkLst>
            <pc:docMk/>
            <pc:sldMk cId="815583536" sldId="323"/>
            <ac:spMk id="34" creationId="{37C89E4B-3C9F-44B9-8B86-D9E3D112D8EC}"/>
          </ac:spMkLst>
        </pc:spChg>
        <pc:spChg chg="add del">
          <ac:chgData name="faik bilgen" userId="9fcb1696e65a161f" providerId="LiveId" clId="{0C3A4C9E-717D-4ADE-97E0-B0AD580B3355}" dt="2026-01-17T08:56:37.961" v="3488" actId="26606"/>
          <ac:spMkLst>
            <pc:docMk/>
            <pc:sldMk cId="815583536" sldId="323"/>
            <ac:spMk id="38" creationId="{C6FC42E6-6C25-4922-95D2-B97B1E123559}"/>
          </ac:spMkLst>
        </pc:spChg>
        <pc:spChg chg="add del">
          <ac:chgData name="faik bilgen" userId="9fcb1696e65a161f" providerId="LiveId" clId="{0C3A4C9E-717D-4ADE-97E0-B0AD580B3355}" dt="2026-01-17T08:56:37.961" v="3488" actId="26606"/>
          <ac:spMkLst>
            <pc:docMk/>
            <pc:sldMk cId="815583536" sldId="323"/>
            <ac:spMk id="39" creationId="{0295F874-A8A5-4A14-8CFC-828968DE64C4}"/>
          </ac:spMkLst>
        </pc:spChg>
        <pc:spChg chg="add">
          <ac:chgData name="faik bilgen" userId="9fcb1696e65a161f" providerId="LiveId" clId="{0C3A4C9E-717D-4ADE-97E0-B0AD580B3355}" dt="2026-01-17T08:56:37.977" v="3489" actId="26606"/>
          <ac:spMkLst>
            <pc:docMk/>
            <pc:sldMk cId="815583536" sldId="323"/>
            <ac:spMk id="41" creationId="{665DBBEF-238B-476B-96AB-8AAC3224ECEA}"/>
          </ac:spMkLst>
        </pc:spChg>
        <pc:spChg chg="add">
          <ac:chgData name="faik bilgen" userId="9fcb1696e65a161f" providerId="LiveId" clId="{0C3A4C9E-717D-4ADE-97E0-B0AD580B3355}" dt="2026-01-17T08:56:37.977" v="3489" actId="26606"/>
          <ac:spMkLst>
            <pc:docMk/>
            <pc:sldMk cId="815583536" sldId="323"/>
            <ac:spMk id="42" creationId="{3FCFB1DE-0B7E-48CC-BA90-B2AB0889F9D6}"/>
          </ac:spMkLst>
        </pc:spChg>
        <pc:graphicFrameChg chg="del">
          <ac:chgData name="faik bilgen" userId="9fcb1696e65a161f" providerId="LiveId" clId="{0C3A4C9E-717D-4ADE-97E0-B0AD580B3355}" dt="2026-01-17T08:55:38.594" v="3474" actId="478"/>
          <ac:graphicFrameMkLst>
            <pc:docMk/>
            <pc:sldMk cId="815583536" sldId="323"/>
            <ac:graphicFrameMk id="4" creationId="{72FD6E2D-F396-F4E8-BA2A-9C153FA9C9CD}"/>
          </ac:graphicFrameMkLst>
        </pc:graphicFrameChg>
        <pc:picChg chg="add mod">
          <ac:chgData name="faik bilgen" userId="9fcb1696e65a161f" providerId="LiveId" clId="{0C3A4C9E-717D-4ADE-97E0-B0AD580B3355}" dt="2026-01-17T08:56:37.977" v="3489" actId="26606"/>
          <ac:picMkLst>
            <pc:docMk/>
            <pc:sldMk cId="815583536" sldId="323"/>
            <ac:picMk id="7" creationId="{67D98201-9E5B-0551-416B-5A524C72750E}"/>
          </ac:picMkLst>
        </pc:picChg>
        <pc:cxnChg chg="add del">
          <ac:chgData name="faik bilgen" userId="9fcb1696e65a161f" providerId="LiveId" clId="{0C3A4C9E-717D-4ADE-97E0-B0AD580B3355}" dt="2026-01-17T08:56:34.844" v="3486" actId="26606"/>
          <ac:cxnSpMkLst>
            <pc:docMk/>
            <pc:sldMk cId="815583536" sldId="323"/>
            <ac:cxnSpMk id="35" creationId="{AA2EAA10-076F-46BD-8F0F-B9A2FB77A85C}"/>
          </ac:cxnSpMkLst>
        </pc:cxnChg>
        <pc:cxnChg chg="add del">
          <ac:chgData name="faik bilgen" userId="9fcb1696e65a161f" providerId="LiveId" clId="{0C3A4C9E-717D-4ADE-97E0-B0AD580B3355}" dt="2026-01-17T08:56:34.844" v="3486" actId="26606"/>
          <ac:cxnSpMkLst>
            <pc:docMk/>
            <pc:sldMk cId="815583536" sldId="323"/>
            <ac:cxnSpMk id="36" creationId="{D891E407-403B-4764-86C9-33A56D3BCAA3}"/>
          </ac:cxnSpMkLst>
        </pc:cxnChg>
      </pc:sldChg>
      <pc:sldChg chg="addSp delSp modSp new mod">
        <pc:chgData name="faik bilgen" userId="9fcb1696e65a161f" providerId="LiveId" clId="{0C3A4C9E-717D-4ADE-97E0-B0AD580B3355}" dt="2026-01-17T09:04:56.475" v="3552" actId="13926"/>
        <pc:sldMkLst>
          <pc:docMk/>
          <pc:sldMk cId="4116732816" sldId="324"/>
        </pc:sldMkLst>
        <pc:spChg chg="mod">
          <ac:chgData name="faik bilgen" userId="9fcb1696e65a161f" providerId="LiveId" clId="{0C3A4C9E-717D-4ADE-97E0-B0AD580B3355}" dt="2026-01-17T08:58:51.118" v="3535" actId="20577"/>
          <ac:spMkLst>
            <pc:docMk/>
            <pc:sldMk cId="4116732816" sldId="324"/>
            <ac:spMk id="2" creationId="{36DDFB77-18A3-4A6C-BD4D-109C8F46B630}"/>
          </ac:spMkLst>
        </pc:spChg>
        <pc:spChg chg="del">
          <ac:chgData name="faik bilgen" userId="9fcb1696e65a161f" providerId="LiveId" clId="{0C3A4C9E-717D-4ADE-97E0-B0AD580B3355}" dt="2026-01-17T08:57:44.268" v="3491" actId="478"/>
          <ac:spMkLst>
            <pc:docMk/>
            <pc:sldMk cId="4116732816" sldId="324"/>
            <ac:spMk id="3" creationId="{A01E8747-5A7B-D628-974A-49102B4D7B43}"/>
          </ac:spMkLst>
        </pc:spChg>
        <pc:graphicFrameChg chg="add mod modGraphic">
          <ac:chgData name="faik bilgen" userId="9fcb1696e65a161f" providerId="LiveId" clId="{0C3A4C9E-717D-4ADE-97E0-B0AD580B3355}" dt="2026-01-17T09:04:56.475" v="3552" actId="13926"/>
          <ac:graphicFrameMkLst>
            <pc:docMk/>
            <pc:sldMk cId="4116732816" sldId="324"/>
            <ac:graphicFrameMk id="4" creationId="{6427D033-C8A5-D77B-3B17-F8C2764F02C4}"/>
          </ac:graphicFrameMkLst>
        </pc:graphicFrameChg>
      </pc:sldChg>
      <pc:sldChg chg="modSp add mod">
        <pc:chgData name="faik bilgen" userId="9fcb1696e65a161f" providerId="LiveId" clId="{0C3A4C9E-717D-4ADE-97E0-B0AD580B3355}" dt="2026-01-17T09:15:00.582" v="3573" actId="20577"/>
        <pc:sldMkLst>
          <pc:docMk/>
          <pc:sldMk cId="3698575162" sldId="325"/>
        </pc:sldMkLst>
        <pc:spChg chg="mod">
          <ac:chgData name="faik bilgen" userId="9fcb1696e65a161f" providerId="LiveId" clId="{0C3A4C9E-717D-4ADE-97E0-B0AD580B3355}" dt="2026-01-17T09:15:00.582" v="3573" actId="20577"/>
          <ac:spMkLst>
            <pc:docMk/>
            <pc:sldMk cId="3698575162" sldId="325"/>
            <ac:spMk id="2" creationId="{17B3665E-C5B8-8117-D469-25E942E47F80}"/>
          </ac:spMkLst>
        </pc:spChg>
        <pc:spChg chg="mod">
          <ac:chgData name="faik bilgen" userId="9fcb1696e65a161f" providerId="LiveId" clId="{0C3A4C9E-717D-4ADE-97E0-B0AD580B3355}" dt="2026-01-17T09:11:42.047" v="3568" actId="13926"/>
          <ac:spMkLst>
            <pc:docMk/>
            <pc:sldMk cId="3698575162" sldId="325"/>
            <ac:spMk id="4" creationId="{814587B4-4AD1-3737-A50E-AA1DAEAA97A6}"/>
          </ac:spMkLst>
        </pc:spChg>
      </pc:sldChg>
      <pc:sldChg chg="modSp add mod">
        <pc:chgData name="faik bilgen" userId="9fcb1696e65a161f" providerId="LiveId" clId="{0C3A4C9E-717D-4ADE-97E0-B0AD580B3355}" dt="2026-01-17T10:35:09.511" v="3649" actId="20577"/>
        <pc:sldMkLst>
          <pc:docMk/>
          <pc:sldMk cId="2449768822" sldId="326"/>
        </pc:sldMkLst>
        <pc:spChg chg="mod">
          <ac:chgData name="faik bilgen" userId="9fcb1696e65a161f" providerId="LiveId" clId="{0C3A4C9E-717D-4ADE-97E0-B0AD580B3355}" dt="2026-01-17T10:32:43.487" v="3612" actId="6549"/>
          <ac:spMkLst>
            <pc:docMk/>
            <pc:sldMk cId="2449768822" sldId="326"/>
            <ac:spMk id="2" creationId="{5945C037-B12A-86CB-B880-13DC049B1753}"/>
          </ac:spMkLst>
        </pc:spChg>
        <pc:spChg chg="mod">
          <ac:chgData name="faik bilgen" userId="9fcb1696e65a161f" providerId="LiveId" clId="{0C3A4C9E-717D-4ADE-97E0-B0AD580B3355}" dt="2026-01-17T10:35:09.511" v="3649" actId="20577"/>
          <ac:spMkLst>
            <pc:docMk/>
            <pc:sldMk cId="2449768822" sldId="326"/>
            <ac:spMk id="4" creationId="{48D9FEE8-6715-5914-FB28-EE33DB753CD1}"/>
          </ac:spMkLst>
        </pc:spChg>
      </pc:sldChg>
      <pc:sldChg chg="addSp delSp modSp add mod">
        <pc:chgData name="faik bilgen" userId="9fcb1696e65a161f" providerId="LiveId" clId="{0C3A4C9E-717D-4ADE-97E0-B0AD580B3355}" dt="2026-01-17T11:06:07.138" v="3786" actId="13926"/>
        <pc:sldMkLst>
          <pc:docMk/>
          <pc:sldMk cId="1258146300" sldId="327"/>
        </pc:sldMkLst>
        <pc:spChg chg="mod">
          <ac:chgData name="faik bilgen" userId="9fcb1696e65a161f" providerId="LiveId" clId="{0C3A4C9E-717D-4ADE-97E0-B0AD580B3355}" dt="2026-01-17T10:59:06.177" v="3748" actId="20577"/>
          <ac:spMkLst>
            <pc:docMk/>
            <pc:sldMk cId="1258146300" sldId="327"/>
            <ac:spMk id="2" creationId="{ABEEE6B5-25C8-F9D2-2009-C6B2CA0A4438}"/>
          </ac:spMkLst>
        </pc:spChg>
        <pc:graphicFrameChg chg="add mod modGraphic">
          <ac:chgData name="faik bilgen" userId="9fcb1696e65a161f" providerId="LiveId" clId="{0C3A4C9E-717D-4ADE-97E0-B0AD580B3355}" dt="2026-01-17T11:06:07.138" v="3786" actId="13926"/>
          <ac:graphicFrameMkLst>
            <pc:docMk/>
            <pc:sldMk cId="1258146300" sldId="327"/>
            <ac:graphicFrameMk id="3" creationId="{CE597084-6887-74E5-69CB-36D663B38731}"/>
          </ac:graphicFrameMkLst>
        </pc:graphicFrameChg>
        <pc:graphicFrameChg chg="del">
          <ac:chgData name="faik bilgen" userId="9fcb1696e65a161f" providerId="LiveId" clId="{0C3A4C9E-717D-4ADE-97E0-B0AD580B3355}" dt="2026-01-17T10:59:26.082" v="3749" actId="478"/>
          <ac:graphicFrameMkLst>
            <pc:docMk/>
            <pc:sldMk cId="1258146300" sldId="327"/>
            <ac:graphicFrameMk id="4" creationId="{0D76AC55-A61D-ED92-2A4B-0DEBDBC9BC75}"/>
          </ac:graphicFrameMkLst>
        </pc:graphicFrameChg>
      </pc:sldChg>
      <pc:sldChg chg="addSp delSp modSp add mod">
        <pc:chgData name="faik bilgen" userId="9fcb1696e65a161f" providerId="LiveId" clId="{0C3A4C9E-717D-4ADE-97E0-B0AD580B3355}" dt="2026-01-17T11:10:36.200" v="3854" actId="403"/>
        <pc:sldMkLst>
          <pc:docMk/>
          <pc:sldMk cId="992742952" sldId="328"/>
        </pc:sldMkLst>
        <pc:graphicFrameChg chg="del">
          <ac:chgData name="faik bilgen" userId="9fcb1696e65a161f" providerId="LiveId" clId="{0C3A4C9E-717D-4ADE-97E0-B0AD580B3355}" dt="2026-01-17T11:04:52.536" v="3778" actId="478"/>
          <ac:graphicFrameMkLst>
            <pc:docMk/>
            <pc:sldMk cId="992742952" sldId="328"/>
            <ac:graphicFrameMk id="3" creationId="{B606C2E6-6976-AE54-FAD2-254D84B4A501}"/>
          </ac:graphicFrameMkLst>
        </pc:graphicFrameChg>
        <pc:graphicFrameChg chg="add mod modGraphic">
          <ac:chgData name="faik bilgen" userId="9fcb1696e65a161f" providerId="LiveId" clId="{0C3A4C9E-717D-4ADE-97E0-B0AD580B3355}" dt="2026-01-17T11:10:36.200" v="3854" actId="403"/>
          <ac:graphicFrameMkLst>
            <pc:docMk/>
            <pc:sldMk cId="992742952" sldId="328"/>
            <ac:graphicFrameMk id="4" creationId="{AAABBD10-0724-6241-5918-6C834A28276D}"/>
          </ac:graphicFrameMkLst>
        </pc:graphicFrameChg>
        <pc:graphicFrameChg chg="add mod modGraphic">
          <ac:chgData name="faik bilgen" userId="9fcb1696e65a161f" providerId="LiveId" clId="{0C3A4C9E-717D-4ADE-97E0-B0AD580B3355}" dt="2026-01-17T11:10:30.652" v="3853" actId="404"/>
          <ac:graphicFrameMkLst>
            <pc:docMk/>
            <pc:sldMk cId="992742952" sldId="328"/>
            <ac:graphicFrameMk id="5" creationId="{52ECF7E6-6D62-47CC-E90C-7A057E871692}"/>
          </ac:graphicFrameMkLst>
        </pc:graphicFrameChg>
      </pc:sldChg>
      <pc:sldChg chg="delSp add del mod">
        <pc:chgData name="faik bilgen" userId="9fcb1696e65a161f" providerId="LiveId" clId="{0C3A4C9E-717D-4ADE-97E0-B0AD580B3355}" dt="2026-01-17T11:33:59.353" v="3858" actId="47"/>
        <pc:sldMkLst>
          <pc:docMk/>
          <pc:sldMk cId="94724458" sldId="329"/>
        </pc:sldMkLst>
        <pc:graphicFrameChg chg="del">
          <ac:chgData name="faik bilgen" userId="9fcb1696e65a161f" providerId="LiveId" clId="{0C3A4C9E-717D-4ADE-97E0-B0AD580B3355}" dt="2026-01-17T11:11:46.625" v="3857" actId="478"/>
          <ac:graphicFrameMkLst>
            <pc:docMk/>
            <pc:sldMk cId="94724458" sldId="329"/>
            <ac:graphicFrameMk id="4" creationId="{5E83AF22-2DB5-7D57-8AA2-9882C83BF652}"/>
          </ac:graphicFrameMkLst>
        </pc:graphicFrameChg>
      </pc:sldChg>
      <pc:sldChg chg="add">
        <pc:chgData name="faik bilgen" userId="9fcb1696e65a161f" providerId="LiveId" clId="{0C3A4C9E-717D-4ADE-97E0-B0AD580B3355}" dt="2026-01-17T11:34:11.764" v="3859" actId="2890"/>
        <pc:sldMkLst>
          <pc:docMk/>
          <pc:sldMk cId="2074219807" sldId="329"/>
        </pc:sldMkLst>
      </pc:sldChg>
      <pc:sldChg chg="addSp delSp modSp add mod">
        <pc:chgData name="faik bilgen" userId="9fcb1696e65a161f" providerId="LiveId" clId="{0C3A4C9E-717D-4ADE-97E0-B0AD580B3355}" dt="2026-01-17T12:21:24.093" v="3889" actId="1076"/>
        <pc:sldMkLst>
          <pc:docMk/>
          <pc:sldMk cId="413828327" sldId="330"/>
        </pc:sldMkLst>
        <pc:spChg chg="mod">
          <ac:chgData name="faik bilgen" userId="9fcb1696e65a161f" providerId="LiveId" clId="{0C3A4C9E-717D-4ADE-97E0-B0AD580B3355}" dt="2026-01-17T12:20:13.407" v="3873" actId="26606"/>
          <ac:spMkLst>
            <pc:docMk/>
            <pc:sldMk cId="413828327" sldId="330"/>
            <ac:spMk id="2" creationId="{246FAEED-C387-49E7-3D50-1ADD62DC80EF}"/>
          </ac:spMkLst>
        </pc:spChg>
        <pc:spChg chg="add del">
          <ac:chgData name="faik bilgen" userId="9fcb1696e65a161f" providerId="LiveId" clId="{0C3A4C9E-717D-4ADE-97E0-B0AD580B3355}" dt="2026-01-17T12:20:13.407" v="3873" actId="26606"/>
          <ac:spMkLst>
            <pc:docMk/>
            <pc:sldMk cId="413828327" sldId="330"/>
            <ac:spMk id="9" creationId="{702FCCD6-1607-404C-4FE3-6ED971DFD1D0}"/>
          </ac:spMkLst>
        </pc:spChg>
        <pc:spChg chg="add del">
          <ac:chgData name="faik bilgen" userId="9fcb1696e65a161f" providerId="LiveId" clId="{0C3A4C9E-717D-4ADE-97E0-B0AD580B3355}" dt="2026-01-17T12:20:13.407" v="3873" actId="26606"/>
          <ac:spMkLst>
            <pc:docMk/>
            <pc:sldMk cId="413828327" sldId="330"/>
            <ac:spMk id="11" creationId="{F0846D3D-036E-7444-17A6-407E92D9079B}"/>
          </ac:spMkLst>
        </pc:spChg>
        <pc:spChg chg="add del">
          <ac:chgData name="faik bilgen" userId="9fcb1696e65a161f" providerId="LiveId" clId="{0C3A4C9E-717D-4ADE-97E0-B0AD580B3355}" dt="2026-01-17T12:20:13.407" v="3873" actId="26606"/>
          <ac:spMkLst>
            <pc:docMk/>
            <pc:sldMk cId="413828327" sldId="330"/>
            <ac:spMk id="17" creationId="{CA4BD6EE-7B51-447C-AAB3-028B7A3E515D}"/>
          </ac:spMkLst>
        </pc:spChg>
        <pc:spChg chg="add del">
          <ac:chgData name="faik bilgen" userId="9fcb1696e65a161f" providerId="LiveId" clId="{0C3A4C9E-717D-4ADE-97E0-B0AD580B3355}" dt="2026-01-17T12:20:13.407" v="3873" actId="26606"/>
          <ac:spMkLst>
            <pc:docMk/>
            <pc:sldMk cId="413828327" sldId="330"/>
            <ac:spMk id="19" creationId="{6B5FF7CD-712E-4187-BFF5-B192FFB33A49}"/>
          </ac:spMkLst>
        </pc:spChg>
        <pc:graphicFrameChg chg="del">
          <ac:chgData name="faik bilgen" userId="9fcb1696e65a161f" providerId="LiveId" clId="{0C3A4C9E-717D-4ADE-97E0-B0AD580B3355}" dt="2026-01-17T12:18:08.311" v="3863" actId="478"/>
          <ac:graphicFrameMkLst>
            <pc:docMk/>
            <pc:sldMk cId="413828327" sldId="330"/>
            <ac:graphicFrameMk id="4" creationId="{23B9A053-E213-8DEF-DA0A-89D8CD2EA483}"/>
          </ac:graphicFrameMkLst>
        </pc:graphicFrameChg>
        <pc:graphicFrameChg chg="del modGraphic">
          <ac:chgData name="faik bilgen" userId="9fcb1696e65a161f" providerId="LiveId" clId="{0C3A4C9E-717D-4ADE-97E0-B0AD580B3355}" dt="2026-01-17T12:18:05.169" v="3862" actId="478"/>
          <ac:graphicFrameMkLst>
            <pc:docMk/>
            <pc:sldMk cId="413828327" sldId="330"/>
            <ac:graphicFrameMk id="5" creationId="{53BD066A-20C7-DF93-4657-8E6F0BB9972A}"/>
          </ac:graphicFrameMkLst>
        </pc:graphicFrameChg>
        <pc:picChg chg="add mod">
          <ac:chgData name="faik bilgen" userId="9fcb1696e65a161f" providerId="LiveId" clId="{0C3A4C9E-717D-4ADE-97E0-B0AD580B3355}" dt="2026-01-17T12:21:16.085" v="3886" actId="1076"/>
          <ac:picMkLst>
            <pc:docMk/>
            <pc:sldMk cId="413828327" sldId="330"/>
            <ac:picMk id="6" creationId="{89A65671-7C2B-8CEB-2E5C-0E4DD0DADDAA}"/>
          </ac:picMkLst>
        </pc:picChg>
        <pc:picChg chg="add mod ord">
          <ac:chgData name="faik bilgen" userId="9fcb1696e65a161f" providerId="LiveId" clId="{0C3A4C9E-717D-4ADE-97E0-B0AD580B3355}" dt="2026-01-17T12:21:24.093" v="3889" actId="1076"/>
          <ac:picMkLst>
            <pc:docMk/>
            <pc:sldMk cId="413828327" sldId="330"/>
            <ac:picMk id="8" creationId="{33D4CC6B-548E-4D58-780A-CBD4197F2D8A}"/>
          </ac:picMkLst>
        </pc:picChg>
        <pc:picChg chg="add del mod">
          <ac:chgData name="faik bilgen" userId="9fcb1696e65a161f" providerId="LiveId" clId="{0C3A4C9E-717D-4ADE-97E0-B0AD580B3355}" dt="2026-01-17T12:21:06.823" v="3883" actId="478"/>
          <ac:picMkLst>
            <pc:docMk/>
            <pc:sldMk cId="413828327" sldId="330"/>
            <ac:picMk id="12" creationId="{ED07D8C6-4BAC-9A4B-4732-B8383C44E114}"/>
          </ac:picMkLst>
        </pc:picChg>
      </pc:sldChg>
      <pc:sldChg chg="addSp delSp modSp add del mod">
        <pc:chgData name="faik bilgen" userId="9fcb1696e65a161f" providerId="LiveId" clId="{0C3A4C9E-717D-4ADE-97E0-B0AD580B3355}" dt="2026-01-17T12:25:52.111" v="4032" actId="20577"/>
        <pc:sldMkLst>
          <pc:docMk/>
          <pc:sldMk cId="3049912915" sldId="331"/>
        </pc:sldMkLst>
        <pc:spChg chg="add mod">
          <ac:chgData name="faik bilgen" userId="9fcb1696e65a161f" providerId="LiveId" clId="{0C3A4C9E-717D-4ADE-97E0-B0AD580B3355}" dt="2026-01-17T12:25:52.111" v="4032" actId="20577"/>
          <ac:spMkLst>
            <pc:docMk/>
            <pc:sldMk cId="3049912915" sldId="331"/>
            <ac:spMk id="3" creationId="{A57D4334-D6C7-7763-6F99-B79C8643E85B}"/>
          </ac:spMkLst>
        </pc:spChg>
        <pc:graphicFrameChg chg="del">
          <ac:chgData name="faik bilgen" userId="9fcb1696e65a161f" providerId="LiveId" clId="{0C3A4C9E-717D-4ADE-97E0-B0AD580B3355}" dt="2026-01-17T12:21:45.800" v="3893" actId="478"/>
          <ac:graphicFrameMkLst>
            <pc:docMk/>
            <pc:sldMk cId="3049912915" sldId="331"/>
            <ac:graphicFrameMk id="4" creationId="{2B20408F-4623-D549-5776-F1B2CE8508AA}"/>
          </ac:graphicFrameMkLst>
        </pc:graphicFrameChg>
        <pc:graphicFrameChg chg="del">
          <ac:chgData name="faik bilgen" userId="9fcb1696e65a161f" providerId="LiveId" clId="{0C3A4C9E-717D-4ADE-97E0-B0AD580B3355}" dt="2026-01-17T12:21:45.800" v="3893" actId="478"/>
          <ac:graphicFrameMkLst>
            <pc:docMk/>
            <pc:sldMk cId="3049912915" sldId="331"/>
            <ac:graphicFrameMk id="5" creationId="{A20FA415-3B28-62A5-C44B-85BDEBB40DF9}"/>
          </ac:graphicFrameMkLst>
        </pc:graphicFrameChg>
      </pc:sldChg>
      <pc:sldChg chg="addSp delSp modSp add del mod">
        <pc:chgData name="faik bilgen" userId="9fcb1696e65a161f" providerId="LiveId" clId="{0C3A4C9E-717D-4ADE-97E0-B0AD580B3355}" dt="2026-01-17T12:35:18.380" v="4126" actId="47"/>
        <pc:sldMkLst>
          <pc:docMk/>
          <pc:sldMk cId="2809474518" sldId="332"/>
        </pc:sldMkLst>
        <pc:spChg chg="add del mod">
          <ac:chgData name="faik bilgen" userId="9fcb1696e65a161f" providerId="LiveId" clId="{0C3A4C9E-717D-4ADE-97E0-B0AD580B3355}" dt="2026-01-17T12:30:37.576" v="4059" actId="21"/>
          <ac:spMkLst>
            <pc:docMk/>
            <pc:sldMk cId="2809474518" sldId="332"/>
            <ac:spMk id="4" creationId="{2C0FF816-432C-0544-F85D-6FD76C2C436E}"/>
          </ac:spMkLst>
        </pc:spChg>
        <pc:picChg chg="del">
          <ac:chgData name="faik bilgen" userId="9fcb1696e65a161f" providerId="LiveId" clId="{0C3A4C9E-717D-4ADE-97E0-B0AD580B3355}" dt="2026-01-17T12:28:08.608" v="4034" actId="478"/>
          <ac:picMkLst>
            <pc:docMk/>
            <pc:sldMk cId="2809474518" sldId="332"/>
            <ac:picMk id="6" creationId="{C67AC143-8C59-D664-D14B-ACD3A806223D}"/>
          </ac:picMkLst>
        </pc:picChg>
        <pc:picChg chg="del">
          <ac:chgData name="faik bilgen" userId="9fcb1696e65a161f" providerId="LiveId" clId="{0C3A4C9E-717D-4ADE-97E0-B0AD580B3355}" dt="2026-01-17T12:28:10.364" v="4035" actId="478"/>
          <ac:picMkLst>
            <pc:docMk/>
            <pc:sldMk cId="2809474518" sldId="332"/>
            <ac:picMk id="8" creationId="{7F1BD419-84D7-D6AB-348A-C39AECE943BC}"/>
          </ac:picMkLst>
        </pc:picChg>
      </pc:sldChg>
      <pc:sldChg chg="addSp delSp modSp new mod">
        <pc:chgData name="faik bilgen" userId="9fcb1696e65a161f" providerId="LiveId" clId="{0C3A4C9E-717D-4ADE-97E0-B0AD580B3355}" dt="2026-01-17T12:33:15.980" v="4125" actId="552"/>
        <pc:sldMkLst>
          <pc:docMk/>
          <pc:sldMk cId="4037468409" sldId="333"/>
        </pc:sldMkLst>
        <pc:spChg chg="del">
          <ac:chgData name="faik bilgen" userId="9fcb1696e65a161f" providerId="LiveId" clId="{0C3A4C9E-717D-4ADE-97E0-B0AD580B3355}" dt="2026-01-17T12:30:07.059" v="4047" actId="478"/>
          <ac:spMkLst>
            <pc:docMk/>
            <pc:sldMk cId="4037468409" sldId="333"/>
            <ac:spMk id="2" creationId="{CEAB9F43-CCF9-1448-57EB-49AEF23CF38F}"/>
          </ac:spMkLst>
        </pc:spChg>
        <pc:spChg chg="del">
          <ac:chgData name="faik bilgen" userId="9fcb1696e65a161f" providerId="LiveId" clId="{0C3A4C9E-717D-4ADE-97E0-B0AD580B3355}" dt="2026-01-17T12:30:04.404" v="4046" actId="478"/>
          <ac:spMkLst>
            <pc:docMk/>
            <pc:sldMk cId="4037468409" sldId="333"/>
            <ac:spMk id="3" creationId="{7C6CC7D6-462F-B637-CC67-333FE3C8774E}"/>
          </ac:spMkLst>
        </pc:spChg>
        <pc:spChg chg="add mod">
          <ac:chgData name="faik bilgen" userId="9fcb1696e65a161f" providerId="LiveId" clId="{0C3A4C9E-717D-4ADE-97E0-B0AD580B3355}" dt="2026-01-17T12:33:15.980" v="4125" actId="552"/>
          <ac:spMkLst>
            <pc:docMk/>
            <pc:sldMk cId="4037468409" sldId="333"/>
            <ac:spMk id="5" creationId="{ABC729D5-FE2D-2054-F419-8AEAFF43EBCB}"/>
          </ac:spMkLst>
        </pc:spChg>
        <pc:spChg chg="add mod">
          <ac:chgData name="faik bilgen" userId="9fcb1696e65a161f" providerId="LiveId" clId="{0C3A4C9E-717D-4ADE-97E0-B0AD580B3355}" dt="2026-01-17T12:33:15.980" v="4125" actId="552"/>
          <ac:spMkLst>
            <pc:docMk/>
            <pc:sldMk cId="4037468409" sldId="333"/>
            <ac:spMk id="6" creationId="{2C0FF816-432C-0544-F85D-6FD76C2C436E}"/>
          </ac:spMkLst>
        </pc:spChg>
        <pc:spChg chg="add mod">
          <ac:chgData name="faik bilgen" userId="9fcb1696e65a161f" providerId="LiveId" clId="{0C3A4C9E-717D-4ADE-97E0-B0AD580B3355}" dt="2026-01-17T12:33:15.980" v="4125" actId="552"/>
          <ac:spMkLst>
            <pc:docMk/>
            <pc:sldMk cId="4037468409" sldId="333"/>
            <ac:spMk id="7" creationId="{4B83A1A6-E198-9952-962F-EA09877CD4DA}"/>
          </ac:spMkLst>
        </pc:spChg>
        <pc:spChg chg="add mod">
          <ac:chgData name="faik bilgen" userId="9fcb1696e65a161f" providerId="LiveId" clId="{0C3A4C9E-717D-4ADE-97E0-B0AD580B3355}" dt="2026-01-17T12:33:15.980" v="4125" actId="552"/>
          <ac:spMkLst>
            <pc:docMk/>
            <pc:sldMk cId="4037468409" sldId="333"/>
            <ac:spMk id="8" creationId="{F3F3DAF5-1FB8-20A0-0FC8-9CC6089F4F2B}"/>
          </ac:spMkLst>
        </pc:spChg>
      </pc:sldChg>
      <pc:sldChg chg="addSp delSp modSp new mod setBg">
        <pc:chgData name="faik bilgen" userId="9fcb1696e65a161f" providerId="LiveId" clId="{0C3A4C9E-717D-4ADE-97E0-B0AD580B3355}" dt="2026-01-17T12:38:38.133" v="4157" actId="26606"/>
        <pc:sldMkLst>
          <pc:docMk/>
          <pc:sldMk cId="1936368771" sldId="334"/>
        </pc:sldMkLst>
        <pc:spChg chg="del">
          <ac:chgData name="faik bilgen" userId="9fcb1696e65a161f" providerId="LiveId" clId="{0C3A4C9E-717D-4ADE-97E0-B0AD580B3355}" dt="2026-01-17T12:37:29.907" v="4129" actId="478"/>
          <ac:spMkLst>
            <pc:docMk/>
            <pc:sldMk cId="1936368771" sldId="334"/>
            <ac:spMk id="2" creationId="{34F909AA-9A04-D049-1D3E-CB00BCC91751}"/>
          </ac:spMkLst>
        </pc:spChg>
        <pc:spChg chg="mod">
          <ac:chgData name="faik bilgen" userId="9fcb1696e65a161f" providerId="LiveId" clId="{0C3A4C9E-717D-4ADE-97E0-B0AD580B3355}" dt="2026-01-17T12:38:38.133" v="4157" actId="26606"/>
          <ac:spMkLst>
            <pc:docMk/>
            <pc:sldMk cId="1936368771" sldId="334"/>
            <ac:spMk id="3" creationId="{354F4E26-D1F3-EC07-4782-463CFD06FAD1}"/>
          </ac:spMkLst>
        </pc:spChg>
        <pc:spChg chg="add del">
          <ac:chgData name="faik bilgen" userId="9fcb1696e65a161f" providerId="LiveId" clId="{0C3A4C9E-717D-4ADE-97E0-B0AD580B3355}" dt="2026-01-17T12:38:32.279" v="4152" actId="26606"/>
          <ac:spMkLst>
            <pc:docMk/>
            <pc:sldMk cId="1936368771" sldId="334"/>
            <ac:spMk id="8" creationId="{389575E1-3389-451A-A5F7-27854C25C599}"/>
          </ac:spMkLst>
        </pc:spChg>
        <pc:spChg chg="add del">
          <ac:chgData name="faik bilgen" userId="9fcb1696e65a161f" providerId="LiveId" clId="{0C3A4C9E-717D-4ADE-97E0-B0AD580B3355}" dt="2026-01-17T12:38:32.279" v="4152" actId="26606"/>
          <ac:spMkLst>
            <pc:docMk/>
            <pc:sldMk cId="1936368771" sldId="334"/>
            <ac:spMk id="10" creationId="{A53CCC5C-D88E-40FB-B30B-23DCDBD01D37}"/>
          </ac:spMkLst>
        </pc:spChg>
        <pc:spChg chg="add del">
          <ac:chgData name="faik bilgen" userId="9fcb1696e65a161f" providerId="LiveId" clId="{0C3A4C9E-717D-4ADE-97E0-B0AD580B3355}" dt="2026-01-17T12:38:32.279" v="4152" actId="26606"/>
          <ac:spMkLst>
            <pc:docMk/>
            <pc:sldMk cId="1936368771" sldId="334"/>
            <ac:spMk id="12" creationId="{081E4A58-353D-44AE-B2FC-2A74E2E400F7}"/>
          </ac:spMkLst>
        </pc:spChg>
        <pc:spChg chg="add del">
          <ac:chgData name="faik bilgen" userId="9fcb1696e65a161f" providerId="LiveId" clId="{0C3A4C9E-717D-4ADE-97E0-B0AD580B3355}" dt="2026-01-17T12:38:34.329" v="4154" actId="26606"/>
          <ac:spMkLst>
            <pc:docMk/>
            <pc:sldMk cId="1936368771" sldId="334"/>
            <ac:spMk id="14" creationId="{074B4F7D-14B2-478B-8BF5-01E4E0C5D263}"/>
          </ac:spMkLst>
        </pc:spChg>
        <pc:spChg chg="add del">
          <ac:chgData name="faik bilgen" userId="9fcb1696e65a161f" providerId="LiveId" clId="{0C3A4C9E-717D-4ADE-97E0-B0AD580B3355}" dt="2026-01-17T12:38:34.329" v="4154" actId="26606"/>
          <ac:spMkLst>
            <pc:docMk/>
            <pc:sldMk cId="1936368771" sldId="334"/>
            <ac:spMk id="15" creationId="{DAF1966E-FD40-4A4A-B61B-C4DF7FA05F06}"/>
          </ac:spMkLst>
        </pc:spChg>
        <pc:spChg chg="add del">
          <ac:chgData name="faik bilgen" userId="9fcb1696e65a161f" providerId="LiveId" clId="{0C3A4C9E-717D-4ADE-97E0-B0AD580B3355}" dt="2026-01-17T12:38:34.329" v="4154" actId="26606"/>
          <ac:spMkLst>
            <pc:docMk/>
            <pc:sldMk cId="1936368771" sldId="334"/>
            <ac:spMk id="16" creationId="{047BFA19-D45E-416B-A404-7AF2F3F27017}"/>
          </ac:spMkLst>
        </pc:spChg>
        <pc:spChg chg="add del">
          <ac:chgData name="faik bilgen" userId="9fcb1696e65a161f" providerId="LiveId" clId="{0C3A4C9E-717D-4ADE-97E0-B0AD580B3355}" dt="2026-01-17T12:38:34.329" v="4154" actId="26606"/>
          <ac:spMkLst>
            <pc:docMk/>
            <pc:sldMk cId="1936368771" sldId="334"/>
            <ac:spMk id="17" creationId="{8E0105E7-23DB-4CF2-8258-FF47C7620F6E}"/>
          </ac:spMkLst>
        </pc:spChg>
        <pc:spChg chg="add del">
          <ac:chgData name="faik bilgen" userId="9fcb1696e65a161f" providerId="LiveId" clId="{0C3A4C9E-717D-4ADE-97E0-B0AD580B3355}" dt="2026-01-17T12:38:38.133" v="4156" actId="26606"/>
          <ac:spMkLst>
            <pc:docMk/>
            <pc:sldMk cId="1936368771" sldId="334"/>
            <ac:spMk id="19" creationId="{1C799903-48D5-4A31-A1A2-541072D9771E}"/>
          </ac:spMkLst>
        </pc:spChg>
        <pc:spChg chg="add del">
          <ac:chgData name="faik bilgen" userId="9fcb1696e65a161f" providerId="LiveId" clId="{0C3A4C9E-717D-4ADE-97E0-B0AD580B3355}" dt="2026-01-17T12:38:38.133" v="4156" actId="26606"/>
          <ac:spMkLst>
            <pc:docMk/>
            <pc:sldMk cId="1936368771" sldId="334"/>
            <ac:spMk id="20" creationId="{8EFFF109-FC58-4FD3-BE05-9775A1310F55}"/>
          </ac:spMkLst>
        </pc:spChg>
        <pc:spChg chg="add del">
          <ac:chgData name="faik bilgen" userId="9fcb1696e65a161f" providerId="LiveId" clId="{0C3A4C9E-717D-4ADE-97E0-B0AD580B3355}" dt="2026-01-17T12:38:38.133" v="4156" actId="26606"/>
          <ac:spMkLst>
            <pc:docMk/>
            <pc:sldMk cId="1936368771" sldId="334"/>
            <ac:spMk id="21" creationId="{E1B96AD6-92A9-4273-A62B-96A1C3E0BA95}"/>
          </ac:spMkLst>
        </pc:spChg>
        <pc:spChg chg="add del">
          <ac:chgData name="faik bilgen" userId="9fcb1696e65a161f" providerId="LiveId" clId="{0C3A4C9E-717D-4ADE-97E0-B0AD580B3355}" dt="2026-01-17T12:38:38.133" v="4156" actId="26606"/>
          <ac:spMkLst>
            <pc:docMk/>
            <pc:sldMk cId="1936368771" sldId="334"/>
            <ac:spMk id="22" creationId="{463EEC44-1BA3-44ED-81FC-A644B04B2A44}"/>
          </ac:spMkLst>
        </pc:spChg>
        <pc:spChg chg="add">
          <ac:chgData name="faik bilgen" userId="9fcb1696e65a161f" providerId="LiveId" clId="{0C3A4C9E-717D-4ADE-97E0-B0AD580B3355}" dt="2026-01-17T12:38:38.133" v="4157" actId="26606"/>
          <ac:spMkLst>
            <pc:docMk/>
            <pc:sldMk cId="1936368771" sldId="334"/>
            <ac:spMk id="24" creationId="{389575E1-3389-451A-A5F7-27854C25C599}"/>
          </ac:spMkLst>
        </pc:spChg>
        <pc:spChg chg="add">
          <ac:chgData name="faik bilgen" userId="9fcb1696e65a161f" providerId="LiveId" clId="{0C3A4C9E-717D-4ADE-97E0-B0AD580B3355}" dt="2026-01-17T12:38:38.133" v="4157" actId="26606"/>
          <ac:spMkLst>
            <pc:docMk/>
            <pc:sldMk cId="1936368771" sldId="334"/>
            <ac:spMk id="25" creationId="{A53CCC5C-D88E-40FB-B30B-23DCDBD01D37}"/>
          </ac:spMkLst>
        </pc:spChg>
        <pc:spChg chg="add">
          <ac:chgData name="faik bilgen" userId="9fcb1696e65a161f" providerId="LiveId" clId="{0C3A4C9E-717D-4ADE-97E0-B0AD580B3355}" dt="2026-01-17T12:38:38.133" v="4157" actId="26606"/>
          <ac:spMkLst>
            <pc:docMk/>
            <pc:sldMk cId="1936368771" sldId="334"/>
            <ac:spMk id="26" creationId="{081E4A58-353D-44AE-B2FC-2A74E2E400F7}"/>
          </ac:spMkLst>
        </pc:spChg>
      </pc:sldChg>
      <pc:sldChg chg="modSp add mod">
        <pc:chgData name="faik bilgen" userId="9fcb1696e65a161f" providerId="LiveId" clId="{0C3A4C9E-717D-4ADE-97E0-B0AD580B3355}" dt="2026-01-17T12:39:00.985" v="4167" actId="20577"/>
        <pc:sldMkLst>
          <pc:docMk/>
          <pc:sldMk cId="1409184322" sldId="335"/>
        </pc:sldMkLst>
        <pc:spChg chg="mod">
          <ac:chgData name="faik bilgen" userId="9fcb1696e65a161f" providerId="LiveId" clId="{0C3A4C9E-717D-4ADE-97E0-B0AD580B3355}" dt="2026-01-17T12:39:00.985" v="4167" actId="20577"/>
          <ac:spMkLst>
            <pc:docMk/>
            <pc:sldMk cId="1409184322" sldId="335"/>
            <ac:spMk id="3" creationId="{19BE6953-44A8-E351-F8C5-9B2D6522B55D}"/>
          </ac:spMkLst>
        </pc:spChg>
      </pc:sldChg>
      <pc:sldChg chg="modSp add mod ord">
        <pc:chgData name="faik bilgen" userId="9fcb1696e65a161f" providerId="LiveId" clId="{0C3A4C9E-717D-4ADE-97E0-B0AD580B3355}" dt="2026-01-17T12:39:52.038" v="4215" actId="20577"/>
        <pc:sldMkLst>
          <pc:docMk/>
          <pc:sldMk cId="3793066071" sldId="336"/>
        </pc:sldMkLst>
        <pc:spChg chg="mod">
          <ac:chgData name="faik bilgen" userId="9fcb1696e65a161f" providerId="LiveId" clId="{0C3A4C9E-717D-4ADE-97E0-B0AD580B3355}" dt="2026-01-17T12:39:52.038" v="4215" actId="20577"/>
          <ac:spMkLst>
            <pc:docMk/>
            <pc:sldMk cId="3793066071" sldId="336"/>
            <ac:spMk id="3" creationId="{06873462-11CB-EEFB-C7EA-BBF6FAB9CD1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A376-8521-6577-2D07-990054A88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01D1AD-C5AE-D5D5-8AEB-3CF00915D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218E4-0D79-BDF6-8381-F4230E4C160D}"/>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5" name="Footer Placeholder 4">
            <a:extLst>
              <a:ext uri="{FF2B5EF4-FFF2-40B4-BE49-F238E27FC236}">
                <a16:creationId xmlns:a16="http://schemas.microsoft.com/office/drawing/2014/main" id="{12E1445C-3C43-0979-3BC3-3C50A3764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579E-F99E-72F7-92FC-E65D1F06D8D2}"/>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13834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3A46-966F-0889-0D6C-46EF223F7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90CF1-7AE8-CB01-72A6-3E5EC146C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2178-CB10-3C0D-9F26-FF03AA7D10AA}"/>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5" name="Footer Placeholder 4">
            <a:extLst>
              <a:ext uri="{FF2B5EF4-FFF2-40B4-BE49-F238E27FC236}">
                <a16:creationId xmlns:a16="http://schemas.microsoft.com/office/drawing/2014/main" id="{F606E56D-AAF0-53B1-2EB3-2B05DB7BE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C5A6-8A41-BFE5-5181-AD86B0150CF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6761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4A1F-F392-185D-224B-A830DD235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E378F9-DE95-A055-2AC6-E7157142E7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63784-AC7B-9035-BD5F-CA457D8DE724}"/>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5" name="Footer Placeholder 4">
            <a:extLst>
              <a:ext uri="{FF2B5EF4-FFF2-40B4-BE49-F238E27FC236}">
                <a16:creationId xmlns:a16="http://schemas.microsoft.com/office/drawing/2014/main" id="{A2E98C38-8659-E5D3-AA01-9DBE632E3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00AF-5C3D-1998-F8D6-2A1AD019587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8392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FF7E-5293-08F1-D9A1-3A1680CEE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F6F1-FDCC-6B3B-E060-DBA64E0B8A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95A3E-2804-E8CE-36A7-16F0D67A0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52C1A7-880C-CD35-6519-B44C1C001F65}"/>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6" name="Footer Placeholder 5">
            <a:extLst>
              <a:ext uri="{FF2B5EF4-FFF2-40B4-BE49-F238E27FC236}">
                <a16:creationId xmlns:a16="http://schemas.microsoft.com/office/drawing/2014/main" id="{1787389A-7BA7-00F2-9F0C-3FF625C376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9FFEB-E07F-475A-DC43-D784B049344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459602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AF15-66DF-0200-BF84-20E7FCAE16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C9DF7-FFE2-ACA5-598F-2E8D05F02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1AC6B-6EB4-8880-6CF2-B757060F0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57C6A-70C4-5D49-7AA6-616292306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BEDBF-9DCC-3C70-9011-CC3E8927C1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DCA26-C658-60E2-1424-45272CAB1A0C}"/>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8" name="Footer Placeholder 7">
            <a:extLst>
              <a:ext uri="{FF2B5EF4-FFF2-40B4-BE49-F238E27FC236}">
                <a16:creationId xmlns:a16="http://schemas.microsoft.com/office/drawing/2014/main" id="{EDDD7996-8661-7137-DBB1-48A6E8A73D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E27E70-8897-E13C-10F1-24FFB6B1B6F5}"/>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90271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71C0-5D8F-1D28-606D-4024F95F39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450D43-A793-90E4-6A35-09A203BFF80D}"/>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4" name="Footer Placeholder 3">
            <a:extLst>
              <a:ext uri="{FF2B5EF4-FFF2-40B4-BE49-F238E27FC236}">
                <a16:creationId xmlns:a16="http://schemas.microsoft.com/office/drawing/2014/main" id="{63D43902-4D2D-7893-9F50-76AD330273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BBF6F-A580-C66C-7FD8-0CD657578728}"/>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421149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9A4C65-793A-0452-3B22-EF9BAA6ABE5F}"/>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3" name="Footer Placeholder 2">
            <a:extLst>
              <a:ext uri="{FF2B5EF4-FFF2-40B4-BE49-F238E27FC236}">
                <a16:creationId xmlns:a16="http://schemas.microsoft.com/office/drawing/2014/main" id="{21B1979F-ACA8-3AB5-9C5B-FFA463C1DF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4F9D8-209E-4082-0939-7461D157A06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6684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0A0C-21B5-5B1E-1A71-72C64E1C5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10992-4A91-CA9A-6790-69C97B74C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F628-8009-4622-AD04-87974ADF9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9F7B8-21E1-FDBD-DF34-35B77CC99023}"/>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6" name="Footer Placeholder 5">
            <a:extLst>
              <a:ext uri="{FF2B5EF4-FFF2-40B4-BE49-F238E27FC236}">
                <a16:creationId xmlns:a16="http://schemas.microsoft.com/office/drawing/2014/main" id="{DF8FEC55-0B6B-4ADF-137A-EDE9BBC3C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17AA9-A09D-95A1-845A-002841584FD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53183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1C2-1457-BA97-E02B-7478A5F75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5BB29C-956B-CB9A-82C7-D1A75368E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E78F4-29DC-15C6-EB91-0CB176A9F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62D2E-911E-E254-4D20-F879D0105D5A}"/>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6" name="Footer Placeholder 5">
            <a:extLst>
              <a:ext uri="{FF2B5EF4-FFF2-40B4-BE49-F238E27FC236}">
                <a16:creationId xmlns:a16="http://schemas.microsoft.com/office/drawing/2014/main" id="{8A272F32-771C-2443-DCDF-49353E280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AD2F7-6465-65FF-9CBC-7F6BF47056E3}"/>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202299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E70-A6AC-9EA6-A861-3E9FAA9E70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81546D-E49F-3CBD-23CB-6B06B2C4FF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91AD8-77DA-E023-CE62-8DB5F66E06B6}"/>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5" name="Footer Placeholder 4">
            <a:extLst>
              <a:ext uri="{FF2B5EF4-FFF2-40B4-BE49-F238E27FC236}">
                <a16:creationId xmlns:a16="http://schemas.microsoft.com/office/drawing/2014/main" id="{3F1C62C2-A50D-B686-F94E-63E71CD7A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FBBC1-AC3E-2F70-80F3-F31F052F84A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0936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8C326-4850-1342-F77B-8A9CFA2B5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7BE1D-65FF-135C-6662-09A7BCF03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94B37-9ED6-9087-1C2A-E654A453F1BD}"/>
              </a:ext>
            </a:extLst>
          </p:cNvPr>
          <p:cNvSpPr>
            <a:spLocks noGrp="1"/>
          </p:cNvSpPr>
          <p:nvPr>
            <p:ph type="dt" sz="half" idx="10"/>
          </p:nvPr>
        </p:nvSpPr>
        <p:spPr/>
        <p:txBody>
          <a:bodyPr/>
          <a:lstStyle/>
          <a:p>
            <a:fld id="{B9268321-C9E7-441E-8ECB-F5B48CA38B30}" type="datetimeFigureOut">
              <a:rPr lang="en-US" smtClean="0"/>
              <a:t>1/17/2026</a:t>
            </a:fld>
            <a:endParaRPr lang="en-US"/>
          </a:p>
        </p:txBody>
      </p:sp>
      <p:sp>
        <p:nvSpPr>
          <p:cNvPr id="5" name="Footer Placeholder 4">
            <a:extLst>
              <a:ext uri="{FF2B5EF4-FFF2-40B4-BE49-F238E27FC236}">
                <a16:creationId xmlns:a16="http://schemas.microsoft.com/office/drawing/2014/main" id="{B67920E9-EEE5-167B-DD70-3972F6A3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42915-24C5-13A7-5B23-4A192DA2465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04715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0354D-51EE-E6D6-CC86-FEEF104B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925FF8-2273-6FDB-FD37-C132E518F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069AE-095C-7EFB-19E6-EB2833555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68321-C9E7-441E-8ECB-F5B48CA38B30}" type="datetimeFigureOut">
              <a:rPr lang="en-US" smtClean="0"/>
              <a:t>1/17/2026</a:t>
            </a:fld>
            <a:endParaRPr lang="en-US"/>
          </a:p>
        </p:txBody>
      </p:sp>
      <p:sp>
        <p:nvSpPr>
          <p:cNvPr id="5" name="Footer Placeholder 4">
            <a:extLst>
              <a:ext uri="{FF2B5EF4-FFF2-40B4-BE49-F238E27FC236}">
                <a16:creationId xmlns:a16="http://schemas.microsoft.com/office/drawing/2014/main" id="{54A3A893-A31D-AEFC-084A-9F7122082C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753884-7504-3E14-2818-7885D9532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04913-403C-4409-88C9-C8B79CC53BC2}" type="slidenum">
              <a:rPr lang="en-US" smtClean="0"/>
              <a:t>‹#›</a:t>
            </a:fld>
            <a:endParaRPr lang="en-US"/>
          </a:p>
        </p:txBody>
      </p:sp>
    </p:spTree>
    <p:extLst>
      <p:ext uri="{BB962C8B-B14F-4D97-AF65-F5344CB8AC3E}">
        <p14:creationId xmlns:p14="http://schemas.microsoft.com/office/powerpoint/2010/main" val="38547762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learn.microsoft.com/en-us/azure/aks/istio-upgrade" TargetMode="External"/><Relationship Id="rId3" Type="http://schemas.openxmlformats.org/officeDocument/2006/relationships/hyperlink" Target="https://github.com/azure/aks/releases" TargetMode="External"/><Relationship Id="rId7" Type="http://schemas.openxmlformats.org/officeDocument/2006/relationships/hyperlink" Target="https://learn.microsoft.com/en-us/azure/aks/auto-upgrade-node-os-image" TargetMode="External"/><Relationship Id="rId2" Type="http://schemas.openxmlformats.org/officeDocument/2006/relationships/hyperlink" Target="https://learn.microsoft.com/en-us/azure/aks/supported-kubernetes-versions" TargetMode="External"/><Relationship Id="rId1" Type="http://schemas.openxmlformats.org/officeDocument/2006/relationships/slideLayout" Target="../slideLayouts/slideLayout2.xml"/><Relationship Id="rId6" Type="http://schemas.openxmlformats.org/officeDocument/2006/relationships/hyperlink" Target="https://learn.microsoft.com/en-us/cli/azure/aks/nodepool#az-aks-nodepool-upgrade" TargetMode="External"/><Relationship Id="rId5" Type="http://schemas.openxmlformats.org/officeDocument/2006/relationships/hyperlink" Target="https://learn.microsoft.com/en-us/azure/aks/auto-upgrade-cluster" TargetMode="External"/><Relationship Id="rId4" Type="http://schemas.openxmlformats.org/officeDocument/2006/relationships/hyperlink" Target="https://learn.microsoft.com/en-us/cli/azure/aks#az-aks-upgrad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learn.microsoft.com/en-us/azure/aks/auto-upgrade-node-image"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learn.microsoft.com/en-us/azure/aks/use-azure-linux-os-guard" TargetMode="External"/><Relationship Id="rId2" Type="http://schemas.openxmlformats.org/officeDocument/2006/relationships/hyperlink" Target="https://learn.microsoft.com/en-us/azure/aks/node-updates-kured" TargetMode="External"/><Relationship Id="rId1" Type="http://schemas.openxmlformats.org/officeDocument/2006/relationships/slideLayout" Target="../slideLayouts/slideLayout2.xml"/><Relationship Id="rId5" Type="http://schemas.openxmlformats.org/officeDocument/2006/relationships/hyperlink" Target="https://learn.microsoft.com/en-us/azure/aks/flatcar-container-linux-for-aks" TargetMode="External"/><Relationship Id="rId4" Type="http://schemas.openxmlformats.org/officeDocument/2006/relationships/hyperlink" Target="https://help.ubuntu.com/community/AutomaticSecurityUpdates"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techcommunity.microsoft.com/t5/linux-and-open-source-blog/increased-security-and-resiliency-of-canonical-workloads-on/ba-p/3970623" TargetMode="External"/><Relationship Id="rId2" Type="http://schemas.openxmlformats.org/officeDocument/2006/relationships/hyperlink" Target="https://learn.microsoft.com/en-us/azure/aks/release-tracker"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techcommunity.microsoft.com/t5/linux-and-open-source-blog/increased-security-and-resiliency-of-canonical-workloads-on/ba-p/3970623" TargetMode="External"/><Relationship Id="rId2" Type="http://schemas.openxmlformats.org/officeDocument/2006/relationships/hyperlink" Target="https://learn.microsoft.com/en-us/azure/aks/release-tracker"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92AE-673E-92C5-303F-25E8450BD96A}"/>
              </a:ext>
            </a:extLst>
          </p:cNvPr>
          <p:cNvSpPr>
            <a:spLocks noGrp="1"/>
          </p:cNvSpPr>
          <p:nvPr>
            <p:ph type="ctrTitle"/>
          </p:nvPr>
        </p:nvSpPr>
        <p:spPr/>
        <p:txBody>
          <a:bodyPr/>
          <a:lstStyle/>
          <a:p>
            <a:r>
              <a:rPr lang="en-US" dirty="0"/>
              <a:t>AKS Workshop</a:t>
            </a:r>
          </a:p>
        </p:txBody>
      </p:sp>
      <p:sp>
        <p:nvSpPr>
          <p:cNvPr id="3" name="Subtitle 2">
            <a:extLst>
              <a:ext uri="{FF2B5EF4-FFF2-40B4-BE49-F238E27FC236}">
                <a16:creationId xmlns:a16="http://schemas.microsoft.com/office/drawing/2014/main" id="{300EBB44-02B4-0E0C-DADA-EC740183DF9D}"/>
              </a:ext>
            </a:extLst>
          </p:cNvPr>
          <p:cNvSpPr>
            <a:spLocks noGrp="1"/>
          </p:cNvSpPr>
          <p:nvPr>
            <p:ph type="subTitle" idx="1"/>
          </p:nvPr>
        </p:nvSpPr>
        <p:spPr/>
        <p:txBody>
          <a:bodyPr/>
          <a:lstStyle/>
          <a:p>
            <a:r>
              <a:rPr lang="en-US" dirty="0"/>
              <a:t>Faik Hakan Bilgen, </a:t>
            </a:r>
          </a:p>
          <a:p>
            <a:r>
              <a:rPr lang="en-US" dirty="0"/>
              <a:t>Sr. CSA, Microsoft</a:t>
            </a:r>
          </a:p>
        </p:txBody>
      </p:sp>
    </p:spTree>
    <p:extLst>
      <p:ext uri="{BB962C8B-B14F-4D97-AF65-F5344CB8AC3E}">
        <p14:creationId xmlns:p14="http://schemas.microsoft.com/office/powerpoint/2010/main" val="178528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C7DB3-6261-13BA-CFB6-51B82A8A706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A9B969-ADD1-69B6-086B-02182DCFD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0BBD310-98A1-006F-FA3E-62BF86561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D7232A9-8766-5242-39EC-AD57E25F1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27CCCF-AE7A-25E7-BFFF-0DA25929D33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Versions and Upgrades</a:t>
            </a:r>
          </a:p>
        </p:txBody>
      </p:sp>
      <p:sp>
        <p:nvSpPr>
          <p:cNvPr id="13" name="Rectangle 12">
            <a:extLst>
              <a:ext uri="{FF2B5EF4-FFF2-40B4-BE49-F238E27FC236}">
                <a16:creationId xmlns:a16="http://schemas.microsoft.com/office/drawing/2014/main" id="{3443F645-2985-4A7F-5C56-219710EC8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31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04EC62-3031-7072-16EC-B397A472F0CE}"/>
              </a:ext>
            </a:extLst>
          </p:cNvPr>
          <p:cNvSpPr>
            <a:spLocks noGrp="1"/>
          </p:cNvSpPr>
          <p:nvPr>
            <p:ph type="title"/>
          </p:nvPr>
        </p:nvSpPr>
        <p:spPr>
          <a:xfrm>
            <a:off x="1115568" y="548640"/>
            <a:ext cx="10168128" cy="1179576"/>
          </a:xfrm>
        </p:spPr>
        <p:txBody>
          <a:bodyPr>
            <a:normAutofit/>
          </a:bodyPr>
          <a:lstStyle/>
          <a:p>
            <a:r>
              <a:rPr lang="en-US" sz="4000" dirty="0"/>
              <a:t>AKS Versioning</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F269636-5A48-605F-5D7F-D02783CEAB36}"/>
              </a:ext>
            </a:extLst>
          </p:cNvPr>
          <p:cNvSpPr>
            <a:spLocks noGrp="1"/>
          </p:cNvSpPr>
          <p:nvPr>
            <p:ph idx="1"/>
          </p:nvPr>
        </p:nvSpPr>
        <p:spPr>
          <a:xfrm>
            <a:off x="566926" y="2221992"/>
            <a:ext cx="11625073" cy="3954971"/>
          </a:xfrm>
        </p:spPr>
        <p:txBody>
          <a:bodyPr>
            <a:normAutofit/>
          </a:bodyPr>
          <a:lstStyle/>
          <a:p>
            <a:pPr marL="0" indent="0">
              <a:buNone/>
            </a:pPr>
            <a:r>
              <a:rPr lang="en-US" sz="2400" b="1" dirty="0">
                <a:latin typeface="Consolas" panose="020B0609020204030204" pitchFamily="49" charset="0"/>
              </a:rPr>
              <a:t>[major].[minor].[patch]</a:t>
            </a:r>
          </a:p>
          <a:p>
            <a:pPr marL="0" indent="0">
              <a:buNone/>
            </a:pPr>
            <a:r>
              <a:rPr lang="en-US" sz="2400" dirty="0"/>
              <a:t>Examples:</a:t>
            </a:r>
          </a:p>
          <a:p>
            <a:pPr marL="0" indent="0">
              <a:spcAft>
                <a:spcPts val="1200"/>
              </a:spcAft>
              <a:buNone/>
            </a:pPr>
            <a:r>
              <a:rPr lang="en-US" sz="2400" dirty="0"/>
              <a:t>  1.29.2, 1.29.1</a:t>
            </a:r>
          </a:p>
          <a:p>
            <a:pPr marL="0" indent="0">
              <a:spcAft>
                <a:spcPts val="600"/>
              </a:spcAft>
              <a:buNone/>
            </a:pPr>
            <a:r>
              <a:rPr lang="en-US" sz="2400" dirty="0"/>
              <a:t>Each number in the version reflects compatibility with previous versions:</a:t>
            </a:r>
          </a:p>
          <a:p>
            <a:pPr>
              <a:spcAft>
                <a:spcPts val="600"/>
              </a:spcAft>
            </a:pPr>
            <a:r>
              <a:rPr lang="en-US" sz="2400" dirty="0"/>
              <a:t>Major versions: Introduce incompatible API changes or break backward compatibility.</a:t>
            </a:r>
          </a:p>
          <a:p>
            <a:pPr>
              <a:spcAft>
                <a:spcPts val="600"/>
              </a:spcAft>
            </a:pPr>
            <a:r>
              <a:rPr lang="en-US" sz="2400" dirty="0"/>
              <a:t>Minor versions: Add new features while maintaining backward compatibility.</a:t>
            </a:r>
          </a:p>
          <a:p>
            <a:pPr>
              <a:spcAft>
                <a:spcPts val="600"/>
              </a:spcAft>
            </a:pPr>
            <a:r>
              <a:rPr lang="en-US" sz="2400" dirty="0"/>
              <a:t>Patch versions: Include backward-compatible bug fixes.</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1827053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C159FE-521C-3F1C-FABC-52B2BAEDDB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B8E4ED-EC96-F581-485A-53265A27E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82E2B2BF-AAA7-23EE-96B9-6895F72F59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A394D27C-42C2-4D27-C27E-33C07C9B9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6C58987-1811-D9F2-026B-17CCF0C0F224}"/>
              </a:ext>
            </a:extLst>
          </p:cNvPr>
          <p:cNvSpPr>
            <a:spLocks noGrp="1"/>
          </p:cNvSpPr>
          <p:nvPr>
            <p:ph type="title"/>
          </p:nvPr>
        </p:nvSpPr>
        <p:spPr>
          <a:xfrm>
            <a:off x="1115568" y="548640"/>
            <a:ext cx="10168128" cy="1179576"/>
          </a:xfrm>
        </p:spPr>
        <p:txBody>
          <a:bodyPr>
            <a:normAutofit/>
          </a:bodyPr>
          <a:lstStyle/>
          <a:p>
            <a:r>
              <a:rPr lang="en-US" sz="4000" dirty="0"/>
              <a:t>AKS Versioning</a:t>
            </a:r>
          </a:p>
        </p:txBody>
      </p:sp>
      <p:sp>
        <p:nvSpPr>
          <p:cNvPr id="14" name="Rectangle 13">
            <a:extLst>
              <a:ext uri="{FF2B5EF4-FFF2-40B4-BE49-F238E27FC236}">
                <a16:creationId xmlns:a16="http://schemas.microsoft.com/office/drawing/2014/main" id="{D04FD6D6-3C9A-3F02-FDB9-8BA8ACC794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7B8D800-C497-27CE-D975-CF6B8949BC75}"/>
              </a:ext>
            </a:extLst>
          </p:cNvPr>
          <p:cNvSpPr>
            <a:spLocks noGrp="1"/>
          </p:cNvSpPr>
          <p:nvPr>
            <p:ph idx="1"/>
          </p:nvPr>
        </p:nvSpPr>
        <p:spPr>
          <a:xfrm>
            <a:off x="566926" y="2221992"/>
            <a:ext cx="11625073" cy="1793417"/>
          </a:xfrm>
        </p:spPr>
        <p:txBody>
          <a:bodyPr>
            <a:normAutofit/>
          </a:bodyPr>
          <a:lstStyle/>
          <a:p>
            <a:pPr marL="0" indent="0">
              <a:spcAft>
                <a:spcPts val="1200"/>
              </a:spcAft>
              <a:buNone/>
            </a:pPr>
            <a:r>
              <a:rPr lang="en-US" sz="2400" dirty="0"/>
              <a:t>Always use the latest patch release for your current minor version. </a:t>
            </a:r>
          </a:p>
          <a:p>
            <a:pPr marL="0" indent="0">
              <a:spcAft>
                <a:spcPts val="1200"/>
              </a:spcAft>
              <a:buNone/>
            </a:pPr>
            <a:r>
              <a:rPr lang="en-US" sz="2400" dirty="0"/>
              <a:t>For example, if your production cluster is on 1.29.1 and 1.29.2 is the latest available patch version available for the 1.29 minor version, you should upgrade to 1.29.2 as soon as possible to ensure your cluster is fully patched and supported.</a:t>
            </a:r>
          </a:p>
        </p:txBody>
      </p:sp>
      <p:graphicFrame>
        <p:nvGraphicFramePr>
          <p:cNvPr id="4" name="Table 3">
            <a:extLst>
              <a:ext uri="{FF2B5EF4-FFF2-40B4-BE49-F238E27FC236}">
                <a16:creationId xmlns:a16="http://schemas.microsoft.com/office/drawing/2014/main" id="{C0D57AAB-5BD5-A397-EB9A-8EA5BE21A337}"/>
              </a:ext>
            </a:extLst>
          </p:cNvPr>
          <p:cNvGraphicFramePr>
            <a:graphicFrameLocks noGrp="1"/>
          </p:cNvGraphicFramePr>
          <p:nvPr/>
        </p:nvGraphicFramePr>
        <p:xfrm>
          <a:off x="566926" y="4102548"/>
          <a:ext cx="9119429" cy="2270760"/>
        </p:xfrm>
        <a:graphic>
          <a:graphicData uri="http://schemas.openxmlformats.org/drawingml/2006/table">
            <a:tbl>
              <a:tblPr/>
              <a:tblGrid>
                <a:gridCol w="1381115">
                  <a:extLst>
                    <a:ext uri="{9D8B030D-6E8A-4147-A177-3AD203B41FA5}">
                      <a16:colId xmlns:a16="http://schemas.microsoft.com/office/drawing/2014/main" val="4164323597"/>
                    </a:ext>
                  </a:extLst>
                </a:gridCol>
                <a:gridCol w="2031053">
                  <a:extLst>
                    <a:ext uri="{9D8B030D-6E8A-4147-A177-3AD203B41FA5}">
                      <a16:colId xmlns:a16="http://schemas.microsoft.com/office/drawing/2014/main" val="2555014262"/>
                    </a:ext>
                  </a:extLst>
                </a:gridCol>
                <a:gridCol w="1502980">
                  <a:extLst>
                    <a:ext uri="{9D8B030D-6E8A-4147-A177-3AD203B41FA5}">
                      <a16:colId xmlns:a16="http://schemas.microsoft.com/office/drawing/2014/main" val="2175917860"/>
                    </a:ext>
                  </a:extLst>
                </a:gridCol>
                <a:gridCol w="974906">
                  <a:extLst>
                    <a:ext uri="{9D8B030D-6E8A-4147-A177-3AD203B41FA5}">
                      <a16:colId xmlns:a16="http://schemas.microsoft.com/office/drawing/2014/main" val="648797594"/>
                    </a:ext>
                  </a:extLst>
                </a:gridCol>
                <a:gridCol w="1218632">
                  <a:extLst>
                    <a:ext uri="{9D8B030D-6E8A-4147-A177-3AD203B41FA5}">
                      <a16:colId xmlns:a16="http://schemas.microsoft.com/office/drawing/2014/main" val="728104865"/>
                    </a:ext>
                  </a:extLst>
                </a:gridCol>
                <a:gridCol w="2010743">
                  <a:extLst>
                    <a:ext uri="{9D8B030D-6E8A-4147-A177-3AD203B41FA5}">
                      <a16:colId xmlns:a16="http://schemas.microsoft.com/office/drawing/2014/main" val="4166774612"/>
                    </a:ext>
                  </a:extLst>
                </a:gridCol>
              </a:tblGrid>
              <a:tr h="265349">
                <a:tc>
                  <a:txBody>
                    <a:bodyPr/>
                    <a:lstStyle/>
                    <a:p>
                      <a:pPr algn="l" fontAlgn="t">
                        <a:buNone/>
                      </a:pPr>
                      <a:r>
                        <a:rPr lang="en-US" sz="1800" b="1" i="0" u="none" strike="noStrike">
                          <a:solidFill>
                            <a:srgbClr val="161616"/>
                          </a:solidFill>
                          <a:effectLst/>
                          <a:latin typeface="Segoe UI" panose="020B0502040204020203" pitchFamily="34" charset="0"/>
                        </a:rPr>
                        <a:t>K8s version</a:t>
                      </a:r>
                    </a:p>
                  </a:txBody>
                  <a:tcPr marL="9525" marR="9525" marT="9525" marB="0">
                    <a:lnL w="12700" cap="flat" cmpd="sng" algn="ctr">
                      <a:solidFill>
                        <a:srgbClr val="D1D1D1"/>
                      </a:solidFill>
                      <a:prstDash val="solid"/>
                      <a:round/>
                      <a:headEnd type="none" w="med" len="med"/>
                      <a:tailEnd type="none" w="med" len="med"/>
                    </a:lnL>
                    <a:lnR>
                      <a:noFill/>
                    </a:lnR>
                    <a:lnT w="12700" cap="flat" cmpd="sng" algn="ctr">
                      <a:solidFill>
                        <a:srgbClr val="D1D1D1"/>
                      </a:solidFill>
                      <a:prstDash val="solid"/>
                      <a:round/>
                      <a:headEnd type="none" w="med" len="med"/>
                      <a:tailEnd type="none" w="med" len="med"/>
                    </a:lnT>
                    <a:lnB>
                      <a:noFill/>
                    </a:lnB>
                    <a:solidFill>
                      <a:srgbClr val="FFFFFF"/>
                    </a:solidFill>
                  </a:tcPr>
                </a:tc>
                <a:tc>
                  <a:txBody>
                    <a:bodyPr/>
                    <a:lstStyle/>
                    <a:p>
                      <a:pPr algn="l" fontAlgn="t">
                        <a:buNone/>
                      </a:pPr>
                      <a:r>
                        <a:rPr lang="en-US" sz="1800" b="1" i="0" u="none" strike="noStrike">
                          <a:solidFill>
                            <a:srgbClr val="161616"/>
                          </a:solidFill>
                          <a:effectLst/>
                          <a:latin typeface="Segoe UI" panose="020B0502040204020203" pitchFamily="34" charset="0"/>
                        </a:rPr>
                        <a:t>Upstream release</a:t>
                      </a:r>
                    </a:p>
                  </a:txBody>
                  <a:tcPr marL="9525" marR="9525" marT="9525" marB="0">
                    <a:lnL>
                      <a:noFill/>
                    </a:lnL>
                    <a:lnR>
                      <a:noFill/>
                    </a:lnR>
                    <a:lnT w="12700" cap="flat" cmpd="sng" algn="ctr">
                      <a:solidFill>
                        <a:srgbClr val="D1D1D1"/>
                      </a:solidFill>
                      <a:prstDash val="solid"/>
                      <a:round/>
                      <a:headEnd type="none" w="med" len="med"/>
                      <a:tailEnd type="none" w="med" len="med"/>
                    </a:lnT>
                    <a:lnB>
                      <a:noFill/>
                    </a:lnB>
                    <a:solidFill>
                      <a:srgbClr val="FFFFFF"/>
                    </a:solidFill>
                  </a:tcPr>
                </a:tc>
                <a:tc>
                  <a:txBody>
                    <a:bodyPr/>
                    <a:lstStyle/>
                    <a:p>
                      <a:pPr algn="l" fontAlgn="t">
                        <a:buNone/>
                      </a:pPr>
                      <a:r>
                        <a:rPr lang="en-US" sz="1800" b="1" i="0" u="none" strike="noStrike">
                          <a:solidFill>
                            <a:srgbClr val="161616"/>
                          </a:solidFill>
                          <a:effectLst/>
                          <a:latin typeface="Segoe UI" panose="020B0502040204020203" pitchFamily="34" charset="0"/>
                        </a:rPr>
                        <a:t>AKS preview</a:t>
                      </a:r>
                    </a:p>
                  </a:txBody>
                  <a:tcPr marL="9525" marR="9525" marT="9525" marB="0">
                    <a:lnL>
                      <a:noFill/>
                    </a:lnL>
                    <a:lnR>
                      <a:noFill/>
                    </a:lnR>
                    <a:lnT w="12700" cap="flat" cmpd="sng" algn="ctr">
                      <a:solidFill>
                        <a:srgbClr val="D1D1D1"/>
                      </a:solidFill>
                      <a:prstDash val="solid"/>
                      <a:round/>
                      <a:headEnd type="none" w="med" len="med"/>
                      <a:tailEnd type="none" w="med" len="med"/>
                    </a:lnT>
                    <a:lnB>
                      <a:noFill/>
                    </a:lnB>
                    <a:solidFill>
                      <a:srgbClr val="FFFFFF"/>
                    </a:solidFill>
                  </a:tcPr>
                </a:tc>
                <a:tc>
                  <a:txBody>
                    <a:bodyPr/>
                    <a:lstStyle/>
                    <a:p>
                      <a:pPr algn="l" fontAlgn="t">
                        <a:buNone/>
                      </a:pPr>
                      <a:r>
                        <a:rPr lang="en-US" sz="1800" b="1" i="0" u="none" strike="noStrike">
                          <a:solidFill>
                            <a:srgbClr val="161616"/>
                          </a:solidFill>
                          <a:effectLst/>
                          <a:latin typeface="Segoe UI" panose="020B0502040204020203" pitchFamily="34" charset="0"/>
                        </a:rPr>
                        <a:t>AKS GA</a:t>
                      </a:r>
                    </a:p>
                  </a:txBody>
                  <a:tcPr marL="9525" marR="9525" marT="9525" marB="0">
                    <a:lnL>
                      <a:noFill/>
                    </a:lnL>
                    <a:lnR>
                      <a:noFill/>
                    </a:lnR>
                    <a:lnT w="12700" cap="flat" cmpd="sng" algn="ctr">
                      <a:solidFill>
                        <a:srgbClr val="D1D1D1"/>
                      </a:solidFill>
                      <a:prstDash val="solid"/>
                      <a:round/>
                      <a:headEnd type="none" w="med" len="med"/>
                      <a:tailEnd type="none" w="med" len="med"/>
                    </a:lnT>
                    <a:lnB>
                      <a:noFill/>
                    </a:lnB>
                    <a:solidFill>
                      <a:srgbClr val="FFFFFF"/>
                    </a:solidFill>
                  </a:tcPr>
                </a:tc>
                <a:tc>
                  <a:txBody>
                    <a:bodyPr/>
                    <a:lstStyle/>
                    <a:p>
                      <a:pPr algn="l" fontAlgn="t">
                        <a:buNone/>
                      </a:pPr>
                      <a:r>
                        <a:rPr lang="en-US" sz="1800" b="1" i="0" u="none" strike="noStrike">
                          <a:solidFill>
                            <a:srgbClr val="161616"/>
                          </a:solidFill>
                          <a:effectLst/>
                          <a:latin typeface="Segoe UI" panose="020B0502040204020203" pitchFamily="34" charset="0"/>
                        </a:rPr>
                        <a:t>End of life</a:t>
                      </a:r>
                    </a:p>
                  </a:txBody>
                  <a:tcPr marL="9525" marR="9525" marT="9525" marB="0">
                    <a:lnL>
                      <a:noFill/>
                    </a:lnL>
                    <a:lnR>
                      <a:noFill/>
                    </a:lnR>
                    <a:lnT w="12700" cap="flat" cmpd="sng" algn="ctr">
                      <a:solidFill>
                        <a:srgbClr val="D1D1D1"/>
                      </a:solidFill>
                      <a:prstDash val="solid"/>
                      <a:round/>
                      <a:headEnd type="none" w="med" len="med"/>
                      <a:tailEnd type="none" w="med" len="med"/>
                    </a:lnT>
                    <a:lnB>
                      <a:noFill/>
                    </a:lnB>
                    <a:solidFill>
                      <a:srgbClr val="FFFFFF"/>
                    </a:solidFill>
                  </a:tcPr>
                </a:tc>
                <a:tc>
                  <a:txBody>
                    <a:bodyPr/>
                    <a:lstStyle/>
                    <a:p>
                      <a:pPr algn="l" fontAlgn="t">
                        <a:buNone/>
                      </a:pPr>
                      <a:r>
                        <a:rPr lang="en-US" sz="1800" b="1" i="0" u="none" strike="noStrike">
                          <a:solidFill>
                            <a:srgbClr val="161616"/>
                          </a:solidFill>
                          <a:effectLst/>
                          <a:latin typeface="Segoe UI" panose="020B0502040204020203" pitchFamily="34" charset="0"/>
                        </a:rPr>
                        <a:t>Platform support</a:t>
                      </a:r>
                    </a:p>
                  </a:txBody>
                  <a:tcPr marL="9525" marR="9525" marT="9525" marB="0">
                    <a:lnL>
                      <a:noFill/>
                    </a:lnL>
                    <a:lnR w="12700" cap="flat" cmpd="sng" algn="ctr">
                      <a:solidFill>
                        <a:srgbClr val="D1D1D1"/>
                      </a:solidFill>
                      <a:prstDash val="solid"/>
                      <a:round/>
                      <a:headEnd type="none" w="med" len="med"/>
                      <a:tailEnd type="none" w="med" len="med"/>
                    </a:lnR>
                    <a:lnT w="12700" cap="flat" cmpd="sng" algn="ctr">
                      <a:solidFill>
                        <a:srgbClr val="D1D1D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141438779"/>
                  </a:ext>
                </a:extLst>
              </a:tr>
              <a:tr h="265349">
                <a:tc>
                  <a:txBody>
                    <a:bodyPr/>
                    <a:lstStyle/>
                    <a:p>
                      <a:pPr algn="r" fontAlgn="t">
                        <a:buNone/>
                      </a:pPr>
                      <a:r>
                        <a:rPr lang="en-US" sz="1800" b="0" i="0" u="none" strike="noStrike" dirty="0">
                          <a:solidFill>
                            <a:srgbClr val="161616"/>
                          </a:solidFill>
                          <a:effectLst/>
                          <a:latin typeface="Segoe UI" panose="020B0502040204020203" pitchFamily="34" charset="0"/>
                        </a:rPr>
                        <a:t>1.29</a:t>
                      </a:r>
                    </a:p>
                  </a:txBody>
                  <a:tcPr marL="9525" marR="9525" marT="9525" marB="0">
                    <a:lnL w="12700" cap="flat" cmpd="sng" algn="ctr">
                      <a:solidFill>
                        <a:srgbClr val="D1D1D1"/>
                      </a:solidFill>
                      <a:prstDash val="solid"/>
                      <a:round/>
                      <a:headEnd type="none" w="med" len="med"/>
                      <a:tailEnd type="none" w="med" len="med"/>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Dec-23</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Feb-24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Mar-24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Mar-25</a:t>
                      </a:r>
                    </a:p>
                  </a:txBody>
                  <a:tcPr marL="9525" marR="9525" marT="9525" marB="0">
                    <a:lnL>
                      <a:noFill/>
                    </a:lnL>
                    <a:lnR>
                      <a:noFill/>
                    </a:lnR>
                    <a:lnT>
                      <a:noFill/>
                    </a:lnT>
                    <a:lnB>
                      <a:noFill/>
                    </a:lnB>
                    <a:solidFill>
                      <a:srgbClr val="FFFFFF"/>
                    </a:solidFill>
                  </a:tcPr>
                </a:tc>
                <a:tc>
                  <a:txBody>
                    <a:bodyPr/>
                    <a:lstStyle/>
                    <a:p>
                      <a:pPr algn="l" fontAlgn="t">
                        <a:buNone/>
                      </a:pPr>
                      <a:r>
                        <a:rPr lang="en-US" sz="1800" b="0" i="0" u="none" strike="noStrike">
                          <a:solidFill>
                            <a:srgbClr val="161616"/>
                          </a:solidFill>
                          <a:effectLst/>
                          <a:latin typeface="Segoe UI" panose="020B0502040204020203" pitchFamily="34" charset="0"/>
                        </a:rPr>
                        <a:t>Until 1.33 GA</a:t>
                      </a:r>
                    </a:p>
                  </a:txBody>
                  <a:tcPr marL="9525" marR="9525" marT="9525" marB="0">
                    <a:lnL>
                      <a:noFill/>
                    </a:lnL>
                    <a:lnR w="12700" cap="flat" cmpd="sng" algn="ctr">
                      <a:solidFill>
                        <a:srgbClr val="D1D1D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634540267"/>
                  </a:ext>
                </a:extLst>
              </a:tr>
              <a:tr h="265349">
                <a:tc>
                  <a:txBody>
                    <a:bodyPr/>
                    <a:lstStyle/>
                    <a:p>
                      <a:pPr algn="r" fontAlgn="t">
                        <a:buNone/>
                      </a:pPr>
                      <a:r>
                        <a:rPr lang="en-US" sz="1800" b="0" i="0" u="none" strike="noStrike">
                          <a:solidFill>
                            <a:srgbClr val="161616"/>
                          </a:solidFill>
                          <a:effectLst/>
                          <a:latin typeface="Segoe UI" panose="020B0502040204020203" pitchFamily="34" charset="0"/>
                        </a:rPr>
                        <a:t>1.3</a:t>
                      </a:r>
                    </a:p>
                  </a:txBody>
                  <a:tcPr marL="9525" marR="9525" marT="9525" marB="0">
                    <a:lnL w="12700" cap="flat" cmpd="sng" algn="ctr">
                      <a:solidFill>
                        <a:srgbClr val="D1D1D1"/>
                      </a:solidFill>
                      <a:prstDash val="solid"/>
                      <a:round/>
                      <a:headEnd type="none" w="med" len="med"/>
                      <a:tailEnd type="none" w="med" len="med"/>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Apr-24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Jun-24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Jul-24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22-Aug-25</a:t>
                      </a:r>
                    </a:p>
                  </a:txBody>
                  <a:tcPr marL="9525" marR="9525" marT="9525" marB="0">
                    <a:lnL>
                      <a:noFill/>
                    </a:lnL>
                    <a:lnR>
                      <a:noFill/>
                    </a:lnR>
                    <a:lnT>
                      <a:noFill/>
                    </a:lnT>
                    <a:lnB>
                      <a:noFill/>
                    </a:lnB>
                    <a:solidFill>
                      <a:srgbClr val="FFFFFF"/>
                    </a:solidFill>
                  </a:tcPr>
                </a:tc>
                <a:tc>
                  <a:txBody>
                    <a:bodyPr/>
                    <a:lstStyle/>
                    <a:p>
                      <a:pPr algn="l" fontAlgn="t">
                        <a:buNone/>
                      </a:pPr>
                      <a:r>
                        <a:rPr lang="en-US" sz="1800" b="0" i="0" u="none" strike="noStrike">
                          <a:solidFill>
                            <a:srgbClr val="161616"/>
                          </a:solidFill>
                          <a:effectLst/>
                          <a:latin typeface="Segoe UI" panose="020B0502040204020203" pitchFamily="34" charset="0"/>
                        </a:rPr>
                        <a:t>Until 1.34 GA</a:t>
                      </a:r>
                    </a:p>
                  </a:txBody>
                  <a:tcPr marL="9525" marR="9525" marT="9525" marB="0">
                    <a:lnL>
                      <a:noFill/>
                    </a:lnL>
                    <a:lnR w="12700" cap="flat" cmpd="sng" algn="ctr">
                      <a:solidFill>
                        <a:srgbClr val="D1D1D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95970327"/>
                  </a:ext>
                </a:extLst>
              </a:tr>
              <a:tr h="265349">
                <a:tc>
                  <a:txBody>
                    <a:bodyPr/>
                    <a:lstStyle/>
                    <a:p>
                      <a:pPr algn="r" fontAlgn="t">
                        <a:buNone/>
                      </a:pPr>
                      <a:r>
                        <a:rPr lang="en-US" sz="1800" b="0" i="0" u="none" strike="noStrike">
                          <a:solidFill>
                            <a:srgbClr val="161616"/>
                          </a:solidFill>
                          <a:effectLst/>
                          <a:latin typeface="Segoe UI" panose="020B0502040204020203" pitchFamily="34" charset="0"/>
                        </a:rPr>
                        <a:t>1.31</a:t>
                      </a:r>
                    </a:p>
                  </a:txBody>
                  <a:tcPr marL="9525" marR="9525" marT="9525" marB="0">
                    <a:lnL w="12700" cap="flat" cmpd="sng" algn="ctr">
                      <a:solidFill>
                        <a:srgbClr val="D1D1D1"/>
                      </a:solidFill>
                      <a:prstDash val="solid"/>
                      <a:round/>
                      <a:headEnd type="none" w="med" len="med"/>
                      <a:tailEnd type="none" w="med" len="med"/>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Aug-24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Oct-24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Nov-24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1-Nov-25</a:t>
                      </a:r>
                    </a:p>
                  </a:txBody>
                  <a:tcPr marL="9525" marR="9525" marT="9525" marB="0">
                    <a:lnL>
                      <a:noFill/>
                    </a:lnL>
                    <a:lnR>
                      <a:noFill/>
                    </a:lnR>
                    <a:lnT>
                      <a:noFill/>
                    </a:lnT>
                    <a:lnB>
                      <a:noFill/>
                    </a:lnB>
                    <a:solidFill>
                      <a:srgbClr val="FFFFFF"/>
                    </a:solidFill>
                  </a:tcPr>
                </a:tc>
                <a:tc>
                  <a:txBody>
                    <a:bodyPr/>
                    <a:lstStyle/>
                    <a:p>
                      <a:pPr algn="l" fontAlgn="t">
                        <a:buNone/>
                      </a:pPr>
                      <a:r>
                        <a:rPr lang="en-US" sz="1800" b="0" i="0" u="none" strike="noStrike">
                          <a:solidFill>
                            <a:srgbClr val="161616"/>
                          </a:solidFill>
                          <a:effectLst/>
                          <a:latin typeface="Segoe UI" panose="020B0502040204020203" pitchFamily="34" charset="0"/>
                        </a:rPr>
                        <a:t>Until 1.35 GA</a:t>
                      </a:r>
                    </a:p>
                  </a:txBody>
                  <a:tcPr marL="9525" marR="9525" marT="9525" marB="0">
                    <a:lnL>
                      <a:noFill/>
                    </a:lnL>
                    <a:lnR w="12700" cap="flat" cmpd="sng" algn="ctr">
                      <a:solidFill>
                        <a:srgbClr val="D1D1D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80098333"/>
                  </a:ext>
                </a:extLst>
              </a:tr>
              <a:tr h="265349">
                <a:tc>
                  <a:txBody>
                    <a:bodyPr/>
                    <a:lstStyle/>
                    <a:p>
                      <a:pPr algn="r" fontAlgn="t">
                        <a:buNone/>
                      </a:pPr>
                      <a:r>
                        <a:rPr lang="en-US" sz="1800" b="0" i="0" u="none" strike="noStrike">
                          <a:solidFill>
                            <a:srgbClr val="161616"/>
                          </a:solidFill>
                          <a:effectLst/>
                          <a:latin typeface="Segoe UI" panose="020B0502040204020203" pitchFamily="34" charset="0"/>
                        </a:rPr>
                        <a:t>1.32</a:t>
                      </a:r>
                    </a:p>
                  </a:txBody>
                  <a:tcPr marL="9525" marR="9525" marT="9525" marB="0">
                    <a:lnL w="12700" cap="flat" cmpd="sng" algn="ctr">
                      <a:solidFill>
                        <a:srgbClr val="D1D1D1"/>
                      </a:solidFill>
                      <a:prstDash val="solid"/>
                      <a:round/>
                      <a:headEnd type="none" w="med" len="med"/>
                      <a:tailEnd type="none" w="med" len="med"/>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Dec-24</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Feb-25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Apr-25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Mar-26</a:t>
                      </a:r>
                    </a:p>
                  </a:txBody>
                  <a:tcPr marL="9525" marR="9525" marT="9525" marB="0">
                    <a:lnL>
                      <a:noFill/>
                    </a:lnL>
                    <a:lnR>
                      <a:noFill/>
                    </a:lnR>
                    <a:lnT>
                      <a:noFill/>
                    </a:lnT>
                    <a:lnB>
                      <a:noFill/>
                    </a:lnB>
                    <a:solidFill>
                      <a:srgbClr val="FFFFFF"/>
                    </a:solidFill>
                  </a:tcPr>
                </a:tc>
                <a:tc>
                  <a:txBody>
                    <a:bodyPr/>
                    <a:lstStyle/>
                    <a:p>
                      <a:pPr algn="l" fontAlgn="t">
                        <a:buNone/>
                      </a:pPr>
                      <a:r>
                        <a:rPr lang="en-US" sz="1800" b="0" i="0" u="none" strike="noStrike">
                          <a:solidFill>
                            <a:srgbClr val="161616"/>
                          </a:solidFill>
                          <a:effectLst/>
                          <a:latin typeface="Segoe UI" panose="020B0502040204020203" pitchFamily="34" charset="0"/>
                        </a:rPr>
                        <a:t>Until 1.36 GA</a:t>
                      </a:r>
                    </a:p>
                  </a:txBody>
                  <a:tcPr marL="9525" marR="9525" marT="9525" marB="0">
                    <a:lnL>
                      <a:noFill/>
                    </a:lnL>
                    <a:lnR w="12700" cap="flat" cmpd="sng" algn="ctr">
                      <a:solidFill>
                        <a:srgbClr val="D1D1D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317381402"/>
                  </a:ext>
                </a:extLst>
              </a:tr>
              <a:tr h="265349">
                <a:tc>
                  <a:txBody>
                    <a:bodyPr/>
                    <a:lstStyle/>
                    <a:p>
                      <a:pPr algn="r" fontAlgn="t">
                        <a:buNone/>
                      </a:pPr>
                      <a:r>
                        <a:rPr lang="en-US" sz="1800" b="0" i="0" u="none" strike="noStrike">
                          <a:solidFill>
                            <a:srgbClr val="161616"/>
                          </a:solidFill>
                          <a:effectLst/>
                          <a:latin typeface="Segoe UI" panose="020B0502040204020203" pitchFamily="34" charset="0"/>
                        </a:rPr>
                        <a:t>1.33</a:t>
                      </a:r>
                    </a:p>
                  </a:txBody>
                  <a:tcPr marL="9525" marR="9525" marT="9525" marB="0">
                    <a:lnL w="12700" cap="flat" cmpd="sng" algn="ctr">
                      <a:solidFill>
                        <a:srgbClr val="D1D1D1"/>
                      </a:solidFill>
                      <a:prstDash val="solid"/>
                      <a:round/>
                      <a:headEnd type="none" w="med" len="med"/>
                      <a:tailEnd type="none" w="med" len="med"/>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Apr-25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May-25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Jun-25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Jun-26</a:t>
                      </a:r>
                    </a:p>
                  </a:txBody>
                  <a:tcPr marL="9525" marR="9525" marT="9525" marB="0">
                    <a:lnL>
                      <a:noFill/>
                    </a:lnL>
                    <a:lnR>
                      <a:noFill/>
                    </a:lnR>
                    <a:lnT>
                      <a:noFill/>
                    </a:lnT>
                    <a:lnB>
                      <a:noFill/>
                    </a:lnB>
                    <a:solidFill>
                      <a:srgbClr val="FFFFFF"/>
                    </a:solidFill>
                  </a:tcPr>
                </a:tc>
                <a:tc>
                  <a:txBody>
                    <a:bodyPr/>
                    <a:lstStyle/>
                    <a:p>
                      <a:pPr algn="l" fontAlgn="t">
                        <a:buNone/>
                      </a:pPr>
                      <a:r>
                        <a:rPr lang="en-US" sz="1800" b="0" i="0" u="none" strike="noStrike">
                          <a:solidFill>
                            <a:srgbClr val="161616"/>
                          </a:solidFill>
                          <a:effectLst/>
                          <a:latin typeface="Segoe UI" panose="020B0502040204020203" pitchFamily="34" charset="0"/>
                        </a:rPr>
                        <a:t>Until 1.37 GA</a:t>
                      </a:r>
                    </a:p>
                  </a:txBody>
                  <a:tcPr marL="9525" marR="9525" marT="9525" marB="0">
                    <a:lnL>
                      <a:noFill/>
                    </a:lnL>
                    <a:lnR w="12700" cap="flat" cmpd="sng" algn="ctr">
                      <a:solidFill>
                        <a:srgbClr val="D1D1D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836819390"/>
                  </a:ext>
                </a:extLst>
              </a:tr>
              <a:tr h="265349">
                <a:tc>
                  <a:txBody>
                    <a:bodyPr/>
                    <a:lstStyle/>
                    <a:p>
                      <a:pPr algn="r" fontAlgn="t">
                        <a:buNone/>
                      </a:pPr>
                      <a:r>
                        <a:rPr lang="en-US" sz="1800" b="0" i="0" u="none" strike="noStrike">
                          <a:solidFill>
                            <a:srgbClr val="161616"/>
                          </a:solidFill>
                          <a:effectLst/>
                          <a:latin typeface="Segoe UI" panose="020B0502040204020203" pitchFamily="34" charset="0"/>
                        </a:rPr>
                        <a:t>1.34</a:t>
                      </a:r>
                    </a:p>
                  </a:txBody>
                  <a:tcPr marL="9525" marR="9525" marT="9525" marB="0">
                    <a:lnL w="12700" cap="flat" cmpd="sng" algn="ctr">
                      <a:solidFill>
                        <a:srgbClr val="D1D1D1"/>
                      </a:solidFill>
                      <a:prstDash val="solid"/>
                      <a:round/>
                      <a:headEnd type="none" w="med" len="med"/>
                      <a:tailEnd type="none" w="med" len="med"/>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Aug-25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Oct-25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Nov-25</a:t>
                      </a:r>
                    </a:p>
                  </a:txBody>
                  <a:tcPr marL="9525" marR="9525" marT="9525" marB="0">
                    <a:lnL>
                      <a:noFill/>
                    </a:lnL>
                    <a:lnR>
                      <a:noFill/>
                    </a:lnR>
                    <a:lnT>
                      <a:noFill/>
                    </a:lnT>
                    <a:lnB>
                      <a:noFill/>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Nov-26</a:t>
                      </a:r>
                    </a:p>
                  </a:txBody>
                  <a:tcPr marL="9525" marR="9525" marT="9525" marB="0">
                    <a:lnL>
                      <a:noFill/>
                    </a:lnL>
                    <a:lnR>
                      <a:noFill/>
                    </a:lnR>
                    <a:lnT>
                      <a:noFill/>
                    </a:lnT>
                    <a:lnB>
                      <a:noFill/>
                    </a:lnB>
                    <a:solidFill>
                      <a:srgbClr val="FFFFFF"/>
                    </a:solidFill>
                  </a:tcPr>
                </a:tc>
                <a:tc>
                  <a:txBody>
                    <a:bodyPr/>
                    <a:lstStyle/>
                    <a:p>
                      <a:pPr algn="l" fontAlgn="t">
                        <a:buNone/>
                      </a:pPr>
                      <a:r>
                        <a:rPr lang="en-US" sz="1800" b="0" i="0" u="none" strike="noStrike">
                          <a:solidFill>
                            <a:srgbClr val="161616"/>
                          </a:solidFill>
                          <a:effectLst/>
                          <a:latin typeface="Segoe UI" panose="020B0502040204020203" pitchFamily="34" charset="0"/>
                        </a:rPr>
                        <a:t>Until 1.38 GA</a:t>
                      </a:r>
                    </a:p>
                  </a:txBody>
                  <a:tcPr marL="9525" marR="9525" marT="9525" marB="0">
                    <a:lnL>
                      <a:noFill/>
                    </a:lnL>
                    <a:lnR w="12700" cap="flat" cmpd="sng" algn="ctr">
                      <a:solidFill>
                        <a:srgbClr val="D1D1D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571982634"/>
                  </a:ext>
                </a:extLst>
              </a:tr>
              <a:tr h="277410">
                <a:tc>
                  <a:txBody>
                    <a:bodyPr/>
                    <a:lstStyle/>
                    <a:p>
                      <a:pPr algn="r" fontAlgn="t">
                        <a:buNone/>
                      </a:pPr>
                      <a:r>
                        <a:rPr lang="en-US" sz="1800" b="0" i="0" u="none" strike="noStrike">
                          <a:solidFill>
                            <a:srgbClr val="161616"/>
                          </a:solidFill>
                          <a:effectLst/>
                          <a:latin typeface="Segoe UI" panose="020B0502040204020203" pitchFamily="34" charset="0"/>
                        </a:rPr>
                        <a:t>1.35</a:t>
                      </a:r>
                    </a:p>
                  </a:txBody>
                  <a:tcPr marL="9525" marR="9525" marT="9525" marB="0">
                    <a:lnL w="12700" cap="flat" cmpd="sng" algn="ctr">
                      <a:solidFill>
                        <a:srgbClr val="D1D1D1"/>
                      </a:solidFill>
                      <a:prstDash val="solid"/>
                      <a:round/>
                      <a:headEnd type="none" w="med" len="med"/>
                      <a:tailEnd type="none" w="med" len="med"/>
                    </a:lnL>
                    <a:lnR>
                      <a:noFill/>
                    </a:lnR>
                    <a:lnT>
                      <a:noFill/>
                    </a:lnT>
                    <a:lnB w="12700" cap="flat" cmpd="sng" algn="ctr">
                      <a:solidFill>
                        <a:srgbClr val="D1D1D1"/>
                      </a:solidFill>
                      <a:prstDash val="solid"/>
                      <a:round/>
                      <a:headEnd type="none" w="med" len="med"/>
                      <a:tailEnd type="none" w="med" len="med"/>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Dec-25</a:t>
                      </a:r>
                    </a:p>
                  </a:txBody>
                  <a:tcPr marL="9525" marR="9525" marT="9525" marB="0">
                    <a:lnL>
                      <a:noFill/>
                    </a:lnL>
                    <a:lnR>
                      <a:noFill/>
                    </a:lnR>
                    <a:lnT>
                      <a:noFill/>
                    </a:lnT>
                    <a:lnB w="12700" cap="flat" cmpd="sng" algn="ctr">
                      <a:solidFill>
                        <a:srgbClr val="D1D1D1"/>
                      </a:solidFill>
                      <a:prstDash val="solid"/>
                      <a:round/>
                      <a:headEnd type="none" w="med" len="med"/>
                      <a:tailEnd type="none" w="med" len="med"/>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Feb-26</a:t>
                      </a:r>
                    </a:p>
                  </a:txBody>
                  <a:tcPr marL="9525" marR="9525" marT="9525" marB="0">
                    <a:lnL>
                      <a:noFill/>
                    </a:lnL>
                    <a:lnR>
                      <a:noFill/>
                    </a:lnR>
                    <a:lnT>
                      <a:noFill/>
                    </a:lnT>
                    <a:lnB w="12700" cap="flat" cmpd="sng" algn="ctr">
                      <a:solidFill>
                        <a:srgbClr val="D1D1D1"/>
                      </a:solidFill>
                      <a:prstDash val="solid"/>
                      <a:round/>
                      <a:headEnd type="none" w="med" len="med"/>
                      <a:tailEnd type="none" w="med" len="med"/>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Mar-26</a:t>
                      </a:r>
                    </a:p>
                  </a:txBody>
                  <a:tcPr marL="9525" marR="9525" marT="9525" marB="0">
                    <a:lnL>
                      <a:noFill/>
                    </a:lnL>
                    <a:lnR>
                      <a:noFill/>
                    </a:lnR>
                    <a:lnT>
                      <a:noFill/>
                    </a:lnT>
                    <a:lnB w="12700" cap="flat" cmpd="sng" algn="ctr">
                      <a:solidFill>
                        <a:srgbClr val="D1D1D1"/>
                      </a:solidFill>
                      <a:prstDash val="solid"/>
                      <a:round/>
                      <a:headEnd type="none" w="med" len="med"/>
                      <a:tailEnd type="none" w="med" len="med"/>
                    </a:lnB>
                    <a:solidFill>
                      <a:srgbClr val="FFFFFF"/>
                    </a:solidFill>
                  </a:tcPr>
                </a:tc>
                <a:tc>
                  <a:txBody>
                    <a:bodyPr/>
                    <a:lstStyle/>
                    <a:p>
                      <a:pPr algn="r" fontAlgn="t">
                        <a:buNone/>
                      </a:pPr>
                      <a:r>
                        <a:rPr lang="en-US" sz="1800" b="0" i="0" u="none" strike="noStrike">
                          <a:solidFill>
                            <a:srgbClr val="161616"/>
                          </a:solidFill>
                          <a:effectLst/>
                          <a:latin typeface="Segoe UI" panose="020B0502040204020203" pitchFamily="34" charset="0"/>
                        </a:rPr>
                        <a:t>Mar-27</a:t>
                      </a:r>
                    </a:p>
                  </a:txBody>
                  <a:tcPr marL="9525" marR="9525" marT="9525" marB="0">
                    <a:lnL>
                      <a:noFill/>
                    </a:lnL>
                    <a:lnR>
                      <a:noFill/>
                    </a:lnR>
                    <a:lnT>
                      <a:noFill/>
                    </a:lnT>
                    <a:lnB w="12700"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0" i="0" u="none" strike="noStrike" dirty="0">
                          <a:solidFill>
                            <a:srgbClr val="161616"/>
                          </a:solidFill>
                          <a:effectLst/>
                          <a:latin typeface="Segoe UI" panose="020B0502040204020203" pitchFamily="34" charset="0"/>
                        </a:rPr>
                        <a:t>Until 1.39 GA</a:t>
                      </a:r>
                    </a:p>
                  </a:txBody>
                  <a:tcPr marL="9525" marR="9525" marT="9525" marB="0">
                    <a:lnL>
                      <a:noFill/>
                    </a:lnL>
                    <a:lnR w="12700" cap="flat" cmpd="sng" algn="ctr">
                      <a:solidFill>
                        <a:srgbClr val="D1D1D1"/>
                      </a:solidFill>
                      <a:prstDash val="solid"/>
                      <a:round/>
                      <a:headEnd type="none" w="med" len="med"/>
                      <a:tailEnd type="none" w="med" len="med"/>
                    </a:lnR>
                    <a:lnT>
                      <a:noFill/>
                    </a:lnT>
                    <a:lnB w="12700"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946002619"/>
                  </a:ext>
                </a:extLst>
              </a:tr>
            </a:tbl>
          </a:graphicData>
        </a:graphic>
      </p:graphicFrame>
    </p:spTree>
    <p:extLst>
      <p:ext uri="{BB962C8B-B14F-4D97-AF65-F5344CB8AC3E}">
        <p14:creationId xmlns:p14="http://schemas.microsoft.com/office/powerpoint/2010/main" val="2001816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5053B5-198C-9F45-4670-4CA7DBD22513}"/>
            </a:ext>
          </a:extLst>
        </p:cNvPr>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3BC458-955D-64FE-AD5D-0AFB5F386DB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a:solidFill>
                  <a:schemeClr val="tx1"/>
                </a:solidFill>
                <a:latin typeface="+mj-lt"/>
                <a:ea typeface="+mj-ea"/>
                <a:cs typeface="+mj-cs"/>
              </a:rPr>
              <a:t>AKS Component Versioning</a:t>
            </a:r>
          </a:p>
        </p:txBody>
      </p:sp>
      <p:sp>
        <p:nvSpPr>
          <p:cNvPr id="4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agram of different AKS components - control plane, node images, and AKS features, extensions, add-ons deployed as workloads on nodes">
            <a:extLst>
              <a:ext uri="{FF2B5EF4-FFF2-40B4-BE49-F238E27FC236}">
                <a16:creationId xmlns:a16="http://schemas.microsoft.com/office/drawing/2014/main" id="{67D98201-9E5B-0551-416B-5A524C72750E}"/>
              </a:ext>
            </a:extLst>
          </p:cNvPr>
          <p:cNvPicPr>
            <a:picLocks noChangeAspect="1"/>
          </p:cNvPicPr>
          <p:nvPr/>
        </p:nvPicPr>
        <p:blipFill>
          <a:blip r:embed="rId2"/>
          <a:stretch>
            <a:fillRect/>
          </a:stretch>
        </p:blipFill>
        <p:spPr>
          <a:xfrm>
            <a:off x="4654296" y="1007406"/>
            <a:ext cx="7214616" cy="4815755"/>
          </a:xfrm>
          <a:prstGeom prst="rect">
            <a:avLst/>
          </a:prstGeom>
        </p:spPr>
      </p:pic>
    </p:spTree>
    <p:extLst>
      <p:ext uri="{BB962C8B-B14F-4D97-AF65-F5344CB8AC3E}">
        <p14:creationId xmlns:p14="http://schemas.microsoft.com/office/powerpoint/2010/main" val="81558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FB77-18A3-4A6C-BD4D-109C8F46B630}"/>
              </a:ext>
            </a:extLst>
          </p:cNvPr>
          <p:cNvSpPr>
            <a:spLocks noGrp="1"/>
          </p:cNvSpPr>
          <p:nvPr>
            <p:ph type="title"/>
          </p:nvPr>
        </p:nvSpPr>
        <p:spPr/>
        <p:txBody>
          <a:bodyPr/>
          <a:lstStyle/>
          <a:p>
            <a:r>
              <a:rPr lang="en-US" dirty="0"/>
              <a:t>Versioning and Updates for AKS Components</a:t>
            </a:r>
          </a:p>
        </p:txBody>
      </p:sp>
      <p:graphicFrame>
        <p:nvGraphicFramePr>
          <p:cNvPr id="4" name="Table 3">
            <a:extLst>
              <a:ext uri="{FF2B5EF4-FFF2-40B4-BE49-F238E27FC236}">
                <a16:creationId xmlns:a16="http://schemas.microsoft.com/office/drawing/2014/main" id="{6427D033-C8A5-D77B-3B17-F8C2764F02C4}"/>
              </a:ext>
            </a:extLst>
          </p:cNvPr>
          <p:cNvGraphicFramePr>
            <a:graphicFrameLocks noGrp="1"/>
          </p:cNvGraphicFramePr>
          <p:nvPr>
            <p:extLst>
              <p:ext uri="{D42A27DB-BD31-4B8C-83A1-F6EECF244321}">
                <p14:modId xmlns:p14="http://schemas.microsoft.com/office/powerpoint/2010/main" val="406776502"/>
              </p:ext>
            </p:extLst>
          </p:nvPr>
        </p:nvGraphicFramePr>
        <p:xfrm>
          <a:off x="377688" y="1972270"/>
          <a:ext cx="11648660" cy="4190109"/>
        </p:xfrm>
        <a:graphic>
          <a:graphicData uri="http://schemas.openxmlformats.org/drawingml/2006/table">
            <a:tbl>
              <a:tblPr/>
              <a:tblGrid>
                <a:gridCol w="1263710">
                  <a:extLst>
                    <a:ext uri="{9D8B030D-6E8A-4147-A177-3AD203B41FA5}">
                      <a16:colId xmlns:a16="http://schemas.microsoft.com/office/drawing/2014/main" val="4243761763"/>
                    </a:ext>
                  </a:extLst>
                </a:gridCol>
                <a:gridCol w="2751698">
                  <a:extLst>
                    <a:ext uri="{9D8B030D-6E8A-4147-A177-3AD203B41FA5}">
                      <a16:colId xmlns:a16="http://schemas.microsoft.com/office/drawing/2014/main" val="4280439531"/>
                    </a:ext>
                  </a:extLst>
                </a:gridCol>
                <a:gridCol w="1831239">
                  <a:extLst>
                    <a:ext uri="{9D8B030D-6E8A-4147-A177-3AD203B41FA5}">
                      <a16:colId xmlns:a16="http://schemas.microsoft.com/office/drawing/2014/main" val="1037403970"/>
                    </a:ext>
                  </a:extLst>
                </a:gridCol>
                <a:gridCol w="2291469">
                  <a:extLst>
                    <a:ext uri="{9D8B030D-6E8A-4147-A177-3AD203B41FA5}">
                      <a16:colId xmlns:a16="http://schemas.microsoft.com/office/drawing/2014/main" val="1386005352"/>
                    </a:ext>
                  </a:extLst>
                </a:gridCol>
                <a:gridCol w="3510544">
                  <a:extLst>
                    <a:ext uri="{9D8B030D-6E8A-4147-A177-3AD203B41FA5}">
                      <a16:colId xmlns:a16="http://schemas.microsoft.com/office/drawing/2014/main" val="2709097720"/>
                    </a:ext>
                  </a:extLst>
                </a:gridCol>
              </a:tblGrid>
              <a:tr h="601963">
                <a:tc>
                  <a:txBody>
                    <a:bodyPr/>
                    <a:lstStyle/>
                    <a:p>
                      <a:pPr algn="l" fontAlgn="t">
                        <a:buNone/>
                      </a:pPr>
                      <a:br>
                        <a:rPr lang="en-US" sz="1000" b="1" dirty="0">
                          <a:effectLst/>
                        </a:rPr>
                      </a:br>
                      <a:endParaRPr lang="en-US" sz="1000" b="1" dirty="0">
                        <a:effectLs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b="1" dirty="0">
                          <a:effectLst/>
                        </a:rPr>
                        <a:t>Control plane</a:t>
                      </a:r>
                      <a:endParaRPr lang="en-US" sz="1000" dirty="0">
                        <a:effectLs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000" b="1" dirty="0">
                          <a:effectLst/>
                        </a:rPr>
                        <a:t>Node images</a:t>
                      </a:r>
                      <a:endParaRPr lang="en-US" sz="1000" dirty="0">
                        <a:effectLst/>
                      </a:endParaRPr>
                    </a:p>
                    <a:p>
                      <a:pPr algn="l" fontAlgn="t">
                        <a:buNone/>
                      </a:pPr>
                      <a:endParaRPr lang="en-US" sz="1000" dirty="0">
                        <a:effectLs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000" b="1" dirty="0">
                          <a:effectLst/>
                        </a:rPr>
                        <a:t>Standalone add-on/features/extension pods</a:t>
                      </a:r>
                      <a:endParaRPr lang="en-US" sz="1000" dirty="0">
                        <a:effectLst/>
                      </a:endParaRPr>
                    </a:p>
                    <a:p>
                      <a:pPr algn="l" fontAlgn="t">
                        <a:buNone/>
                      </a:pPr>
                      <a:endParaRPr lang="en-US" sz="1000" dirty="0">
                        <a:effectLs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effectLst/>
                        </a:rPr>
                        <a:t>AKS components inside customer workload pods</a:t>
                      </a:r>
                      <a:endParaRPr lang="en-US" sz="1000" dirty="0">
                        <a:effectLst/>
                      </a:endParaRPr>
                    </a:p>
                    <a:p>
                      <a:endParaRPr lang="en-US" sz="1000" dirty="0"/>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2418827"/>
                  </a:ext>
                </a:extLst>
              </a:tr>
              <a:tr h="782946">
                <a:tc>
                  <a:txBody>
                    <a:bodyPr/>
                    <a:lstStyle/>
                    <a:p>
                      <a:pPr algn="l" fontAlgn="t">
                        <a:buNone/>
                      </a:pPr>
                      <a:r>
                        <a:rPr lang="en-US" sz="1000" b="1">
                          <a:effectLst/>
                        </a:rPr>
                        <a:t>What is versioned?</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Kubernetes API server, etcd, controllers</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Operating system, container runtime, and core Kubernetes node components</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AKS feature/add-ons/extensions that are running standalone pods (for example - istiod)</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Sidecars or supporting containers injected by add-ons/extensions</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9281145"/>
                  </a:ext>
                </a:extLst>
              </a:tr>
              <a:tr h="1298323">
                <a:tc>
                  <a:txBody>
                    <a:bodyPr/>
                    <a:lstStyle/>
                    <a:p>
                      <a:pPr algn="l" fontAlgn="t">
                        <a:buNone/>
                      </a:pPr>
                      <a:r>
                        <a:rPr lang="en-US" sz="1000" b="1">
                          <a:effectLst/>
                        </a:rPr>
                        <a:t>Versioning model</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dirty="0">
                          <a:effectLst/>
                        </a:rPr>
                        <a:t>Follows upstream Kubernetes semantic versioning (MAJOR.MINOR.PATCH). AKS offers community and Long Term Support (LTS) models. More information can be found in </a:t>
                      </a:r>
                      <a:r>
                        <a:rPr lang="en-US" sz="1000" u="none" strike="noStrike" dirty="0">
                          <a:solidFill>
                            <a:srgbClr val="0065B3"/>
                          </a:solidFill>
                          <a:effectLst/>
                          <a:hlinkClick r:id="rId2"/>
                        </a:rPr>
                        <a:t>AKS version support policy documentation</a:t>
                      </a:r>
                      <a:endParaRPr lang="en-US" sz="1000" dirty="0">
                        <a:effectLs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Node image versions along with VHD notes published with </a:t>
                      </a:r>
                      <a:r>
                        <a:rPr lang="en-US" sz="1000" u="none" strike="noStrike">
                          <a:solidFill>
                            <a:srgbClr val="0065B3"/>
                          </a:solidFill>
                          <a:effectLst/>
                          <a:hlinkClick r:id="rId3"/>
                        </a:rPr>
                        <a:t>AKS releases</a:t>
                      </a:r>
                      <a:r>
                        <a:rPr lang="en-US" sz="1000">
                          <a:effectLst/>
                        </a:rPr>
                        <a:t>.</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Add-on/feature/extension minor version tied 1-1 to AKS minor version</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a:effectLst/>
                        </a:rPr>
                        <a:t>Sidecar version must be compatible with add-on control plane</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9819431"/>
                  </a:ext>
                </a:extLst>
              </a:tr>
              <a:tr h="1506877">
                <a:tc>
                  <a:txBody>
                    <a:bodyPr/>
                    <a:lstStyle/>
                    <a:p>
                      <a:pPr algn="l" fontAlgn="t">
                        <a:buNone/>
                      </a:pPr>
                      <a:r>
                        <a:rPr lang="en-US" sz="1000" b="1" dirty="0">
                          <a:effectLst/>
                        </a:rPr>
                        <a:t>Update method</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dirty="0">
                          <a:effectLst/>
                        </a:rPr>
                        <a:t>Customer has control over which </a:t>
                      </a:r>
                      <a:r>
                        <a:rPr lang="en-US" sz="1000" dirty="0">
                          <a:effectLst/>
                          <a:latin typeface="SFMono-Regular"/>
                        </a:rPr>
                        <a:t>MAJOR.MINOR.PATCH</a:t>
                      </a:r>
                      <a:r>
                        <a:rPr lang="en-US" sz="1000" dirty="0">
                          <a:effectLst/>
                        </a:rPr>
                        <a:t> version to upgrade to. </a:t>
                      </a:r>
                      <a:r>
                        <a:rPr lang="en-US" sz="1000" dirty="0">
                          <a:effectLst/>
                          <a:highlight>
                            <a:srgbClr val="FFFF00"/>
                          </a:highlight>
                        </a:rPr>
                        <a:t>Manual (</a:t>
                      </a:r>
                      <a:r>
                        <a:rPr lang="en-US" sz="1000" u="none" strike="noStrike" dirty="0" err="1">
                          <a:solidFill>
                            <a:srgbClr val="0065B3"/>
                          </a:solidFill>
                          <a:effectLst/>
                          <a:highlight>
                            <a:srgbClr val="FFFF00"/>
                          </a:highlight>
                          <a:latin typeface="Segoe UI" panose="020B0502040204020203" pitchFamily="34" charset="0"/>
                          <a:hlinkClick r:id="rId4"/>
                        </a:rPr>
                        <a:t>az</a:t>
                      </a:r>
                      <a:r>
                        <a:rPr lang="en-US" sz="1000" u="none" strike="noStrike" dirty="0">
                          <a:solidFill>
                            <a:srgbClr val="0065B3"/>
                          </a:solidFill>
                          <a:effectLst/>
                          <a:highlight>
                            <a:srgbClr val="FFFF00"/>
                          </a:highlight>
                          <a:latin typeface="Segoe UI" panose="020B0502040204020203" pitchFamily="34" charset="0"/>
                          <a:hlinkClick r:id="rId4"/>
                        </a:rPr>
                        <a:t> </a:t>
                      </a:r>
                      <a:r>
                        <a:rPr lang="en-US" sz="1000" u="none" strike="noStrike" dirty="0" err="1">
                          <a:solidFill>
                            <a:srgbClr val="0065B3"/>
                          </a:solidFill>
                          <a:effectLst/>
                          <a:highlight>
                            <a:srgbClr val="FFFF00"/>
                          </a:highlight>
                          <a:latin typeface="Segoe UI" panose="020B0502040204020203" pitchFamily="34" charset="0"/>
                          <a:hlinkClick r:id="rId4"/>
                        </a:rPr>
                        <a:t>aks</a:t>
                      </a:r>
                      <a:r>
                        <a:rPr lang="en-US" sz="1000" u="none" strike="noStrike" dirty="0">
                          <a:solidFill>
                            <a:srgbClr val="0065B3"/>
                          </a:solidFill>
                          <a:effectLst/>
                          <a:highlight>
                            <a:srgbClr val="FFFF00"/>
                          </a:highlight>
                          <a:latin typeface="Segoe UI" panose="020B0502040204020203" pitchFamily="34" charset="0"/>
                          <a:hlinkClick r:id="rId4"/>
                        </a:rPr>
                        <a:t> upgrade</a:t>
                      </a:r>
                      <a:r>
                        <a:rPr lang="en-US" sz="1000" dirty="0">
                          <a:effectLst/>
                          <a:highlight>
                            <a:srgbClr val="FFFF00"/>
                          </a:highlight>
                        </a:rPr>
                        <a:t>) or automatic using </a:t>
                      </a:r>
                      <a:r>
                        <a:rPr lang="en-US" sz="1000" u="none" strike="noStrike" dirty="0" err="1">
                          <a:solidFill>
                            <a:srgbClr val="0065B3"/>
                          </a:solidFill>
                          <a:effectLst/>
                          <a:highlight>
                            <a:srgbClr val="FFFF00"/>
                          </a:highlight>
                          <a:hlinkClick r:id="rId5"/>
                        </a:rPr>
                        <a:t>autoupgrade</a:t>
                      </a:r>
                      <a:r>
                        <a:rPr lang="en-US" sz="1000" u="none" strike="noStrike" dirty="0">
                          <a:solidFill>
                            <a:srgbClr val="0065B3"/>
                          </a:solidFill>
                          <a:effectLst/>
                          <a:highlight>
                            <a:srgbClr val="FFFF00"/>
                          </a:highlight>
                          <a:hlinkClick r:id="rId5"/>
                        </a:rPr>
                        <a:t> channels</a:t>
                      </a:r>
                      <a:endParaRPr lang="en-US" sz="1000" dirty="0">
                        <a:effectLst/>
                        <a:highlight>
                          <a:srgbClr val="FFFF00"/>
                        </a:highligh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dirty="0">
                          <a:effectLst/>
                        </a:rPr>
                        <a:t>Customer can upgrade to latest supported node image version. </a:t>
                      </a:r>
                      <a:r>
                        <a:rPr lang="en-US" sz="1000" dirty="0">
                          <a:effectLst/>
                          <a:highlight>
                            <a:srgbClr val="FFFF00"/>
                          </a:highlight>
                        </a:rPr>
                        <a:t>Manual (</a:t>
                      </a:r>
                      <a:r>
                        <a:rPr lang="en-US" sz="1000" u="none" strike="noStrike" dirty="0" err="1">
                          <a:solidFill>
                            <a:srgbClr val="0065B3"/>
                          </a:solidFill>
                          <a:effectLst/>
                          <a:highlight>
                            <a:srgbClr val="FFFF00"/>
                          </a:highlight>
                          <a:latin typeface="Segoe UI" panose="020B0502040204020203" pitchFamily="34" charset="0"/>
                          <a:hlinkClick r:id="rId6"/>
                        </a:rPr>
                        <a:t>az</a:t>
                      </a:r>
                      <a:r>
                        <a:rPr lang="en-US" sz="1000" u="none" strike="noStrike" dirty="0">
                          <a:solidFill>
                            <a:srgbClr val="0065B3"/>
                          </a:solidFill>
                          <a:effectLst/>
                          <a:highlight>
                            <a:srgbClr val="FFFF00"/>
                          </a:highlight>
                          <a:latin typeface="Segoe UI" panose="020B0502040204020203" pitchFamily="34" charset="0"/>
                          <a:hlinkClick r:id="rId6"/>
                        </a:rPr>
                        <a:t> </a:t>
                      </a:r>
                      <a:r>
                        <a:rPr lang="en-US" sz="1000" u="none" strike="noStrike" dirty="0" err="1">
                          <a:solidFill>
                            <a:srgbClr val="0065B3"/>
                          </a:solidFill>
                          <a:effectLst/>
                          <a:highlight>
                            <a:srgbClr val="FFFF00"/>
                          </a:highlight>
                          <a:latin typeface="Segoe UI" panose="020B0502040204020203" pitchFamily="34" charset="0"/>
                          <a:hlinkClick r:id="rId6"/>
                        </a:rPr>
                        <a:t>aks</a:t>
                      </a:r>
                      <a:r>
                        <a:rPr lang="en-US" sz="1000" u="none" strike="noStrike" dirty="0">
                          <a:solidFill>
                            <a:srgbClr val="0065B3"/>
                          </a:solidFill>
                          <a:effectLst/>
                          <a:highlight>
                            <a:srgbClr val="FFFF00"/>
                          </a:highlight>
                          <a:latin typeface="Segoe UI" panose="020B0502040204020203" pitchFamily="34" charset="0"/>
                          <a:hlinkClick r:id="rId6"/>
                        </a:rPr>
                        <a:t> </a:t>
                      </a:r>
                      <a:r>
                        <a:rPr lang="en-US" sz="1000" u="none" strike="noStrike" dirty="0" err="1">
                          <a:solidFill>
                            <a:srgbClr val="0065B3"/>
                          </a:solidFill>
                          <a:effectLst/>
                          <a:highlight>
                            <a:srgbClr val="FFFF00"/>
                          </a:highlight>
                          <a:latin typeface="Segoe UI" panose="020B0502040204020203" pitchFamily="34" charset="0"/>
                          <a:hlinkClick r:id="rId6"/>
                        </a:rPr>
                        <a:t>nodepool</a:t>
                      </a:r>
                      <a:r>
                        <a:rPr lang="en-US" sz="1000" u="none" strike="noStrike" dirty="0">
                          <a:solidFill>
                            <a:srgbClr val="0065B3"/>
                          </a:solidFill>
                          <a:effectLst/>
                          <a:highlight>
                            <a:srgbClr val="FFFF00"/>
                          </a:highlight>
                          <a:latin typeface="Segoe UI" panose="020B0502040204020203" pitchFamily="34" charset="0"/>
                          <a:hlinkClick r:id="rId6"/>
                        </a:rPr>
                        <a:t> upgrade</a:t>
                      </a:r>
                      <a:r>
                        <a:rPr lang="en-US" sz="1000" dirty="0">
                          <a:effectLst/>
                          <a:highlight>
                            <a:srgbClr val="FFFF00"/>
                          </a:highlight>
                        </a:rPr>
                        <a:t>) or automatic using </a:t>
                      </a:r>
                      <a:r>
                        <a:rPr lang="en-US" sz="1000" u="none" strike="noStrike" dirty="0" err="1">
                          <a:solidFill>
                            <a:srgbClr val="0065B3"/>
                          </a:solidFill>
                          <a:effectLst/>
                          <a:highlight>
                            <a:srgbClr val="FFFF00"/>
                          </a:highlight>
                          <a:hlinkClick r:id="rId7"/>
                        </a:rPr>
                        <a:t>autoupgrade</a:t>
                      </a:r>
                      <a:r>
                        <a:rPr lang="en-US" sz="1000" u="none" strike="noStrike" dirty="0">
                          <a:solidFill>
                            <a:srgbClr val="0065B3"/>
                          </a:solidFill>
                          <a:effectLst/>
                          <a:highlight>
                            <a:srgbClr val="FFFF00"/>
                          </a:highlight>
                          <a:hlinkClick r:id="rId7"/>
                        </a:rPr>
                        <a:t> channels</a:t>
                      </a:r>
                      <a:endParaRPr lang="en-US" sz="1000" dirty="0">
                        <a:effectLst/>
                        <a:highlight>
                          <a:srgbClr val="FFFF00"/>
                        </a:highlight>
                      </a:endParaRP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dirty="0">
                          <a:effectLst/>
                        </a:rPr>
                        <a:t>- Minor version upgraded when control plane minor version is upgraded (except Istio; see </a:t>
                      </a:r>
                      <a:r>
                        <a:rPr lang="en-US" sz="1000" u="none" strike="noStrike" dirty="0">
                          <a:solidFill>
                            <a:srgbClr val="0065B3"/>
                          </a:solidFill>
                          <a:effectLst/>
                          <a:hlinkClick r:id="rId8"/>
                        </a:rPr>
                        <a:t>Istio upgrade documentation</a:t>
                      </a:r>
                      <a:r>
                        <a:rPr lang="en-US" sz="1000" dirty="0">
                          <a:effectLst/>
                        </a:rPr>
                        <a:t>)</a:t>
                      </a:r>
                      <a:br>
                        <a:rPr lang="en-US" sz="1000" dirty="0">
                          <a:effectLst/>
                        </a:rPr>
                      </a:br>
                      <a:r>
                        <a:rPr lang="en-US" sz="1000" dirty="0">
                          <a:effectLst/>
                        </a:rPr>
                        <a:t>- Patch version upgraded by AKS releases automatically</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t">
                        <a:buNone/>
                      </a:pPr>
                      <a:r>
                        <a:rPr lang="en-US" sz="1000" dirty="0">
                          <a:effectLst/>
                        </a:rPr>
                        <a:t>Customer needs to manually update (restart workloads having sidecars) to compatible sidecar versions as documented by the add-on/feature/extension.</a:t>
                      </a:r>
                    </a:p>
                  </a:txBody>
                  <a:tcPr marL="49694" marR="49694" marT="24847" marB="2484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91109200"/>
                  </a:ext>
                </a:extLst>
              </a:tr>
            </a:tbl>
          </a:graphicData>
        </a:graphic>
      </p:graphicFrame>
    </p:spTree>
    <p:extLst>
      <p:ext uri="{BB962C8B-B14F-4D97-AF65-F5344CB8AC3E}">
        <p14:creationId xmlns:p14="http://schemas.microsoft.com/office/powerpoint/2010/main" val="4116732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5148FE-7FAF-1040-583D-50B25C95920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9FE996-E8A2-E36E-6F00-4E69D48FDF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6E94D62A-DA8C-F5C9-C863-ED0D045ED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318CE643-E28A-84E6-0A5C-39EB9EB13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EB0AA76-0E0A-6027-1552-A54527A5827C}"/>
              </a:ext>
            </a:extLst>
          </p:cNvPr>
          <p:cNvSpPr>
            <a:spLocks noGrp="1"/>
          </p:cNvSpPr>
          <p:nvPr>
            <p:ph type="title"/>
          </p:nvPr>
        </p:nvSpPr>
        <p:spPr>
          <a:xfrm>
            <a:off x="1115568" y="548640"/>
            <a:ext cx="10168128" cy="1179576"/>
          </a:xfrm>
        </p:spPr>
        <p:txBody>
          <a:bodyPr>
            <a:normAutofit/>
          </a:bodyPr>
          <a:lstStyle/>
          <a:p>
            <a:r>
              <a:rPr lang="en-US" sz="4000"/>
              <a:t>Upgrade Node Pools</a:t>
            </a:r>
          </a:p>
        </p:txBody>
      </p:sp>
      <p:sp>
        <p:nvSpPr>
          <p:cNvPr id="14" name="Rectangle 13">
            <a:extLst>
              <a:ext uri="{FF2B5EF4-FFF2-40B4-BE49-F238E27FC236}">
                <a16:creationId xmlns:a16="http://schemas.microsoft.com/office/drawing/2014/main" id="{3B3F75EF-0B38-2196-01A3-30BFD8D87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5C21A84-86C8-EDE4-8193-74E2D07A77CA}"/>
              </a:ext>
            </a:extLst>
          </p:cNvPr>
          <p:cNvSpPr>
            <a:spLocks noGrp="1"/>
          </p:cNvSpPr>
          <p:nvPr>
            <p:ph idx="1"/>
          </p:nvPr>
        </p:nvSpPr>
        <p:spPr>
          <a:xfrm>
            <a:off x="566927" y="2481943"/>
            <a:ext cx="11155679" cy="3695020"/>
          </a:xfrm>
        </p:spPr>
        <p:txBody>
          <a:bodyPr>
            <a:normAutofit/>
          </a:bodyPr>
          <a:lstStyle/>
          <a:p>
            <a:r>
              <a:rPr lang="en-US" sz="2400" dirty="0"/>
              <a:t>As a best practice, you should upgrade all node pools in an AKS cluster to the same Kubernetes version. </a:t>
            </a:r>
          </a:p>
          <a:p>
            <a:r>
              <a:rPr lang="en-US" sz="2400" dirty="0"/>
              <a:t>The default behavior of [</a:t>
            </a:r>
            <a:r>
              <a:rPr lang="en-US" sz="2400" dirty="0" err="1"/>
              <a:t>az</a:t>
            </a:r>
            <a:r>
              <a:rPr lang="en-US" sz="2400" dirty="0"/>
              <a:t> </a:t>
            </a:r>
            <a:r>
              <a:rPr lang="en-US" sz="2400" dirty="0" err="1"/>
              <a:t>aks</a:t>
            </a:r>
            <a:r>
              <a:rPr lang="en-US" sz="2400" dirty="0"/>
              <a:t> upgrade][</a:t>
            </a:r>
            <a:r>
              <a:rPr lang="en-US" sz="2400" dirty="0" err="1"/>
              <a:t>az</a:t>
            </a:r>
            <a:r>
              <a:rPr lang="en-US" sz="2400" dirty="0"/>
              <a:t>-</a:t>
            </a:r>
            <a:r>
              <a:rPr lang="en-US" sz="2400" dirty="0" err="1"/>
              <a:t>aks</a:t>
            </a:r>
            <a:r>
              <a:rPr lang="en-US" sz="2400" dirty="0"/>
              <a:t>-upgrade] is to upgrade all node pools together with the control plane to achieve this alignment. </a:t>
            </a:r>
          </a:p>
          <a:p>
            <a:r>
              <a:rPr lang="en-US" sz="2400" dirty="0"/>
              <a:t>The ability to upgrade individual node pools lets you perform a rolling upgrade and schedule pods between node pools to maintain application uptime.</a:t>
            </a:r>
          </a:p>
        </p:txBody>
      </p:sp>
    </p:spTree>
    <p:extLst>
      <p:ext uri="{BB962C8B-B14F-4D97-AF65-F5344CB8AC3E}">
        <p14:creationId xmlns:p14="http://schemas.microsoft.com/office/powerpoint/2010/main" val="4201830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376117-108E-321F-F7AD-1BE7B1CACF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FF04CE-EE7E-0F30-FD98-3DCD56C12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A408F9CA-8891-38AA-9931-7C2FB75C0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ABC0EE2B-66D0-D3B5-BDE8-4E2894713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A132CD-E9EE-5354-1726-A7D5E93A457A}"/>
              </a:ext>
            </a:extLst>
          </p:cNvPr>
          <p:cNvSpPr>
            <a:spLocks noGrp="1"/>
          </p:cNvSpPr>
          <p:nvPr>
            <p:ph type="title"/>
          </p:nvPr>
        </p:nvSpPr>
        <p:spPr>
          <a:xfrm>
            <a:off x="1115568" y="548640"/>
            <a:ext cx="10168128" cy="1179576"/>
          </a:xfrm>
        </p:spPr>
        <p:txBody>
          <a:bodyPr>
            <a:normAutofit/>
          </a:bodyPr>
          <a:lstStyle/>
          <a:p>
            <a:r>
              <a:rPr lang="en-US" sz="4000"/>
              <a:t>Upgrade Node Pools</a:t>
            </a:r>
          </a:p>
        </p:txBody>
      </p:sp>
      <p:sp>
        <p:nvSpPr>
          <p:cNvPr id="14" name="Rectangle 13">
            <a:extLst>
              <a:ext uri="{FF2B5EF4-FFF2-40B4-BE49-F238E27FC236}">
                <a16:creationId xmlns:a16="http://schemas.microsoft.com/office/drawing/2014/main" id="{A90F0068-09E7-8A76-4319-F0A8B0E0F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98DF95B-81F2-8E9F-15FC-94B49FBD3B3E}"/>
              </a:ext>
            </a:extLst>
          </p:cNvPr>
          <p:cNvSpPr>
            <a:spLocks noGrp="1"/>
          </p:cNvSpPr>
          <p:nvPr>
            <p:ph idx="1"/>
          </p:nvPr>
        </p:nvSpPr>
        <p:spPr>
          <a:xfrm>
            <a:off x="558208" y="2487168"/>
            <a:ext cx="11164399" cy="3695020"/>
          </a:xfrm>
        </p:spPr>
        <p:txBody>
          <a:bodyPr>
            <a:normAutofit/>
          </a:bodyPr>
          <a:lstStyle/>
          <a:p>
            <a:pPr marL="0" indent="0">
              <a:spcAft>
                <a:spcPts val="600"/>
              </a:spcAft>
              <a:buNone/>
            </a:pPr>
            <a:r>
              <a:rPr lang="en-US" sz="2400" dirty="0"/>
              <a:t>An AKS cluster has two cluster resource objects with Kubernetes versions associated to them: </a:t>
            </a:r>
          </a:p>
          <a:p>
            <a:pPr>
              <a:spcAft>
                <a:spcPts val="600"/>
              </a:spcAft>
            </a:pPr>
            <a:r>
              <a:rPr lang="en-US" sz="2400" dirty="0"/>
              <a:t>The cluster control plane Kubernetes version </a:t>
            </a:r>
          </a:p>
          <a:p>
            <a:pPr>
              <a:spcAft>
                <a:spcPts val="600"/>
              </a:spcAft>
            </a:pPr>
            <a:r>
              <a:rPr lang="en-US" sz="2400" dirty="0"/>
              <a:t>And a node pool with a Kubernetes version</a:t>
            </a:r>
            <a:endParaRPr lang="en-US" sz="2200" dirty="0"/>
          </a:p>
        </p:txBody>
      </p:sp>
    </p:spTree>
    <p:extLst>
      <p:ext uri="{BB962C8B-B14F-4D97-AF65-F5344CB8AC3E}">
        <p14:creationId xmlns:p14="http://schemas.microsoft.com/office/powerpoint/2010/main" val="1280037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513397-3102-FF73-9C08-4C0AF77D481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F32CF4-3130-B0F7-8487-B7DEFF04B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E28A3E2F-A210-243C-E6B5-C7F132AA96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FB87B941-3DB6-14A2-E29F-DBBF35EE1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0AA731-8A02-BDF7-D4E6-3B7088867C06}"/>
              </a:ext>
            </a:extLst>
          </p:cNvPr>
          <p:cNvSpPr>
            <a:spLocks noGrp="1"/>
          </p:cNvSpPr>
          <p:nvPr>
            <p:ph type="title"/>
          </p:nvPr>
        </p:nvSpPr>
        <p:spPr>
          <a:xfrm>
            <a:off x="1115568" y="548640"/>
            <a:ext cx="10168128" cy="1179576"/>
          </a:xfrm>
        </p:spPr>
        <p:txBody>
          <a:bodyPr>
            <a:normAutofit/>
          </a:bodyPr>
          <a:lstStyle/>
          <a:p>
            <a:r>
              <a:rPr lang="en-US" sz="4000"/>
              <a:t>Upgrade Node Pools</a:t>
            </a:r>
          </a:p>
        </p:txBody>
      </p:sp>
      <p:sp>
        <p:nvSpPr>
          <p:cNvPr id="14" name="Rectangle 13">
            <a:extLst>
              <a:ext uri="{FF2B5EF4-FFF2-40B4-BE49-F238E27FC236}">
                <a16:creationId xmlns:a16="http://schemas.microsoft.com/office/drawing/2014/main" id="{579434A0-7EC2-70AF-1BB8-1D3E5EB7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A6F0B7B-9B5B-7DCB-54A7-38213B52B53F}"/>
              </a:ext>
            </a:extLst>
          </p:cNvPr>
          <p:cNvSpPr>
            <a:spLocks noGrp="1"/>
          </p:cNvSpPr>
          <p:nvPr>
            <p:ph idx="1"/>
          </p:nvPr>
        </p:nvSpPr>
        <p:spPr>
          <a:xfrm>
            <a:off x="558208" y="2487168"/>
            <a:ext cx="11164399" cy="3695020"/>
          </a:xfrm>
        </p:spPr>
        <p:txBody>
          <a:bodyPr>
            <a:normAutofit/>
          </a:bodyPr>
          <a:lstStyle/>
          <a:p>
            <a:pPr>
              <a:spcAft>
                <a:spcPts val="600"/>
              </a:spcAft>
            </a:pPr>
            <a:r>
              <a:rPr lang="en-US" sz="2400" dirty="0"/>
              <a:t>Kubernetes uses the standard Semantic Versioning </a:t>
            </a:r>
            <a:r>
              <a:rPr lang="en-US" sz="2400" dirty="0" err="1"/>
              <a:t>versioning</a:t>
            </a:r>
            <a:r>
              <a:rPr lang="en-US" sz="2400" dirty="0"/>
              <a:t> scheme. </a:t>
            </a:r>
          </a:p>
          <a:p>
            <a:pPr>
              <a:spcAft>
                <a:spcPts val="600"/>
              </a:spcAft>
            </a:pPr>
            <a:r>
              <a:rPr lang="en-US" sz="2400" dirty="0"/>
              <a:t>The version number is expressed as </a:t>
            </a:r>
            <a:r>
              <a:rPr lang="en-US" sz="2400" dirty="0" err="1"/>
              <a:t>x.y.z</a:t>
            </a:r>
            <a:r>
              <a:rPr lang="en-US" sz="2400" dirty="0"/>
              <a:t>, where x is the major version, y is the minor version, and z is the patch version. For example, in version 1.12.6, 1 is the major version, 12 is the minor version, and 6 is the patch version. </a:t>
            </a:r>
          </a:p>
          <a:p>
            <a:pPr>
              <a:spcAft>
                <a:spcPts val="600"/>
              </a:spcAft>
            </a:pPr>
            <a:r>
              <a:rPr lang="en-US" sz="2400" dirty="0"/>
              <a:t>The Kubernetes version of the control plane and the initial node pool are set during cluster creation. </a:t>
            </a:r>
          </a:p>
          <a:p>
            <a:pPr>
              <a:spcAft>
                <a:spcPts val="600"/>
              </a:spcAft>
            </a:pPr>
            <a:r>
              <a:rPr lang="en-US" sz="2400" dirty="0"/>
              <a:t>Other node pools have their Kubernetes version set when they are added to the cluster. The Kubernetes versions may differ between node pools and between a node pool and the control plane.</a:t>
            </a:r>
            <a:endParaRPr lang="en-US" sz="2200" dirty="0"/>
          </a:p>
        </p:txBody>
      </p:sp>
    </p:spTree>
    <p:extLst>
      <p:ext uri="{BB962C8B-B14F-4D97-AF65-F5344CB8AC3E}">
        <p14:creationId xmlns:p14="http://schemas.microsoft.com/office/powerpoint/2010/main" val="303804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ED689C-46BC-712A-CD22-4E8B540F217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AA7517-D2DE-EA53-05C9-F9E87853FA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69D9C466-022D-0F25-F544-089D883B3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48E1131F-DB04-4A45-F983-81564A5335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25001D-1552-EAE9-5C9E-233AFA267B19}"/>
              </a:ext>
            </a:extLst>
          </p:cNvPr>
          <p:cNvSpPr>
            <a:spLocks noGrp="1"/>
          </p:cNvSpPr>
          <p:nvPr>
            <p:ph type="title"/>
          </p:nvPr>
        </p:nvSpPr>
        <p:spPr>
          <a:xfrm>
            <a:off x="1115568" y="548640"/>
            <a:ext cx="10168128" cy="1179576"/>
          </a:xfrm>
        </p:spPr>
        <p:txBody>
          <a:bodyPr>
            <a:normAutofit/>
          </a:bodyPr>
          <a:lstStyle/>
          <a:p>
            <a:r>
              <a:rPr lang="en-US" sz="4000"/>
              <a:t>Upgrade Node Pools</a:t>
            </a:r>
          </a:p>
        </p:txBody>
      </p:sp>
      <p:sp>
        <p:nvSpPr>
          <p:cNvPr id="14" name="Rectangle 13">
            <a:extLst>
              <a:ext uri="{FF2B5EF4-FFF2-40B4-BE49-F238E27FC236}">
                <a16:creationId xmlns:a16="http://schemas.microsoft.com/office/drawing/2014/main" id="{360DA8CA-A268-7D64-B640-BEE6EF04A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56D809C-B305-4E04-0984-BD9606CAFF5C}"/>
              </a:ext>
            </a:extLst>
          </p:cNvPr>
          <p:cNvSpPr>
            <a:spLocks noGrp="1"/>
          </p:cNvSpPr>
          <p:nvPr>
            <p:ph idx="1"/>
          </p:nvPr>
        </p:nvSpPr>
        <p:spPr>
          <a:xfrm>
            <a:off x="558208" y="2487168"/>
            <a:ext cx="11164399" cy="3695020"/>
          </a:xfrm>
        </p:spPr>
        <p:txBody>
          <a:bodyPr>
            <a:normAutofit/>
          </a:bodyPr>
          <a:lstStyle/>
          <a:p>
            <a:pPr marL="0" indent="0">
              <a:spcAft>
                <a:spcPts val="600"/>
              </a:spcAft>
              <a:buNone/>
            </a:pPr>
            <a:r>
              <a:rPr lang="en-US" sz="2400" dirty="0"/>
              <a:t>Rules for valid versions to upgrade node pools:</a:t>
            </a:r>
          </a:p>
          <a:p>
            <a:pPr>
              <a:spcAft>
                <a:spcPts val="1200"/>
              </a:spcAft>
            </a:pPr>
            <a:r>
              <a:rPr lang="en-US" sz="2400" dirty="0"/>
              <a:t>The node pool version must have the same major version as the control plane.</a:t>
            </a:r>
          </a:p>
          <a:p>
            <a:pPr>
              <a:spcAft>
                <a:spcPts val="1200"/>
              </a:spcAft>
            </a:pPr>
            <a:r>
              <a:rPr lang="en-US" sz="2400" dirty="0"/>
              <a:t>The node pool minor version must be within two minor versions of the control plane version.</a:t>
            </a:r>
          </a:p>
          <a:p>
            <a:pPr>
              <a:spcAft>
                <a:spcPts val="1200"/>
              </a:spcAft>
            </a:pPr>
            <a:r>
              <a:rPr lang="en-US" sz="2400" dirty="0"/>
              <a:t>The node pool version can't be greater than the control </a:t>
            </a:r>
            <a:r>
              <a:rPr lang="en-US" sz="2400" b="1" dirty="0" err="1"/>
              <a:t>major.minor.patch</a:t>
            </a:r>
            <a:r>
              <a:rPr lang="en-US" sz="2400" dirty="0"/>
              <a:t> version.</a:t>
            </a:r>
            <a:endParaRPr lang="en-US" sz="2200" dirty="0"/>
          </a:p>
        </p:txBody>
      </p:sp>
    </p:spTree>
    <p:extLst>
      <p:ext uri="{BB962C8B-B14F-4D97-AF65-F5344CB8AC3E}">
        <p14:creationId xmlns:p14="http://schemas.microsoft.com/office/powerpoint/2010/main" val="3043854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107DDB-0B6B-DB86-8157-FDBF1847491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8185035-B065-7062-3C14-77E09E11A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4A05911D-4E0A-12EE-CF29-7AB8803AC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F8F77652-2EFA-685A-7600-47A61B2FE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01314E-4C06-D964-BEAF-2BE6CB433307}"/>
              </a:ext>
            </a:extLst>
          </p:cNvPr>
          <p:cNvSpPr>
            <a:spLocks noGrp="1"/>
          </p:cNvSpPr>
          <p:nvPr>
            <p:ph type="title"/>
          </p:nvPr>
        </p:nvSpPr>
        <p:spPr>
          <a:xfrm>
            <a:off x="1115568" y="548640"/>
            <a:ext cx="10168128" cy="1179576"/>
          </a:xfrm>
        </p:spPr>
        <p:txBody>
          <a:bodyPr>
            <a:normAutofit/>
          </a:bodyPr>
          <a:lstStyle/>
          <a:p>
            <a:r>
              <a:rPr lang="en-US" sz="4000"/>
              <a:t>Upgrade Node Pools</a:t>
            </a:r>
          </a:p>
        </p:txBody>
      </p:sp>
      <p:sp>
        <p:nvSpPr>
          <p:cNvPr id="14" name="Rectangle 13">
            <a:extLst>
              <a:ext uri="{FF2B5EF4-FFF2-40B4-BE49-F238E27FC236}">
                <a16:creationId xmlns:a16="http://schemas.microsoft.com/office/drawing/2014/main" id="{84E585AF-A5FD-9813-B87B-154D9F7BC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6BADB82-9C06-2D6D-8A11-EDE2855DA8F8}"/>
              </a:ext>
            </a:extLst>
          </p:cNvPr>
          <p:cNvSpPr>
            <a:spLocks noGrp="1"/>
          </p:cNvSpPr>
          <p:nvPr>
            <p:ph idx="1"/>
          </p:nvPr>
        </p:nvSpPr>
        <p:spPr>
          <a:xfrm>
            <a:off x="558208" y="2487167"/>
            <a:ext cx="11164399" cy="3973267"/>
          </a:xfrm>
        </p:spPr>
        <p:txBody>
          <a:bodyPr>
            <a:normAutofit/>
          </a:bodyPr>
          <a:lstStyle/>
          <a:p>
            <a:pPr marL="0" indent="0">
              <a:spcAft>
                <a:spcPts val="600"/>
              </a:spcAft>
              <a:buNone/>
            </a:pPr>
            <a:r>
              <a:rPr lang="en-US" sz="2400" dirty="0"/>
              <a:t>Rules for submitting an upgrade operation:</a:t>
            </a:r>
          </a:p>
          <a:p>
            <a:pPr>
              <a:spcAft>
                <a:spcPts val="1200"/>
              </a:spcAft>
            </a:pPr>
            <a:r>
              <a:rPr lang="en-US" sz="2400" dirty="0"/>
              <a:t>You can't downgrade the control plane or a node pool Kubernetes version.</a:t>
            </a:r>
          </a:p>
          <a:p>
            <a:pPr>
              <a:spcAft>
                <a:spcPts val="1200"/>
              </a:spcAft>
            </a:pPr>
            <a:r>
              <a:rPr lang="en-US" sz="2400" dirty="0"/>
              <a:t>If a node pool Kubernetes version isn't specified, the behavior depends on the client. In Azure Resource Manager (ARM) templates, declaration falls back to the existing version defined for the node pool. If nothing is set, it falls back to the control plane version.</a:t>
            </a:r>
          </a:p>
          <a:p>
            <a:pPr>
              <a:spcAft>
                <a:spcPts val="1200"/>
              </a:spcAft>
            </a:pPr>
            <a:r>
              <a:rPr lang="en-US" sz="2400" dirty="0"/>
              <a:t>You can't simultaneously submit multiple operations on a single control plane or node pool resource. You can either upgrade or scale a control plane or a node pool at a given time.</a:t>
            </a:r>
            <a:endParaRPr lang="en-US" sz="2200" dirty="0"/>
          </a:p>
        </p:txBody>
      </p:sp>
    </p:spTree>
    <p:extLst>
      <p:ext uri="{BB962C8B-B14F-4D97-AF65-F5344CB8AC3E}">
        <p14:creationId xmlns:p14="http://schemas.microsoft.com/office/powerpoint/2010/main" val="2666904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A1CB4-ABCF-36F3-6E4B-EBB08A7E45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D90FB8-67F3-6307-0C23-CEE51543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E7DF283A-44EC-952A-8D96-43B0DECE7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F019EC51-253A-BFAC-C25E-91FEF64456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B3C362-4D85-86C2-B52D-FD20B03C57A6}"/>
              </a:ext>
            </a:extLst>
          </p:cNvPr>
          <p:cNvSpPr>
            <a:spLocks noGrp="1"/>
          </p:cNvSpPr>
          <p:nvPr>
            <p:ph type="title"/>
          </p:nvPr>
        </p:nvSpPr>
        <p:spPr>
          <a:xfrm>
            <a:off x="1115568" y="548640"/>
            <a:ext cx="10168128" cy="1179576"/>
          </a:xfrm>
        </p:spPr>
        <p:txBody>
          <a:bodyPr>
            <a:normAutofit/>
          </a:bodyPr>
          <a:lstStyle/>
          <a:p>
            <a:r>
              <a:rPr lang="en-US" sz="4000" dirty="0"/>
              <a:t>Upgrade AKS &amp; Node Pools</a:t>
            </a:r>
          </a:p>
        </p:txBody>
      </p:sp>
      <p:sp>
        <p:nvSpPr>
          <p:cNvPr id="14" name="Rectangle 13">
            <a:extLst>
              <a:ext uri="{FF2B5EF4-FFF2-40B4-BE49-F238E27FC236}">
                <a16:creationId xmlns:a16="http://schemas.microsoft.com/office/drawing/2014/main" id="{D1FD0005-405C-F349-1D12-24DB70FF8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C081AD6-DB3D-D471-7519-EB72BC8F31A9}"/>
              </a:ext>
            </a:extLst>
          </p:cNvPr>
          <p:cNvSpPr>
            <a:spLocks noGrp="1"/>
          </p:cNvSpPr>
          <p:nvPr>
            <p:ph idx="1"/>
          </p:nvPr>
        </p:nvSpPr>
        <p:spPr>
          <a:xfrm>
            <a:off x="558208" y="2487168"/>
            <a:ext cx="11164399" cy="3695020"/>
          </a:xfrm>
        </p:spPr>
        <p:txBody>
          <a:bodyPr>
            <a:normAutofit/>
          </a:bodyPr>
          <a:lstStyle/>
          <a:p>
            <a:pPr marL="0" indent="0">
              <a:spcAft>
                <a:spcPts val="600"/>
              </a:spcAft>
              <a:buNone/>
            </a:pPr>
            <a:r>
              <a:rPr lang="en-US" sz="2400" dirty="0"/>
              <a:t>Upgrade behavior for the control plane and node pools:</a:t>
            </a:r>
          </a:p>
          <a:p>
            <a:pPr>
              <a:spcAft>
                <a:spcPts val="600"/>
              </a:spcAft>
            </a:pPr>
            <a:r>
              <a:rPr lang="en-US" sz="2400" b="1" dirty="0" err="1">
                <a:latin typeface="Consolas" panose="020B0609020204030204" pitchFamily="49" charset="0"/>
              </a:rPr>
              <a:t>az</a:t>
            </a:r>
            <a:r>
              <a:rPr lang="en-US" sz="2400" b="1" dirty="0">
                <a:latin typeface="Consolas" panose="020B0609020204030204" pitchFamily="49" charset="0"/>
              </a:rPr>
              <a:t> </a:t>
            </a:r>
            <a:r>
              <a:rPr lang="en-US" sz="2400" b="1" dirty="0" err="1">
                <a:latin typeface="Consolas" panose="020B0609020204030204" pitchFamily="49" charset="0"/>
              </a:rPr>
              <a:t>aks</a:t>
            </a:r>
            <a:r>
              <a:rPr lang="en-US" sz="2400" b="1" dirty="0">
                <a:latin typeface="Consolas" panose="020B0609020204030204" pitchFamily="49" charset="0"/>
              </a:rPr>
              <a:t> upgrade</a:t>
            </a:r>
            <a:r>
              <a:rPr lang="en-US" sz="2400" dirty="0"/>
              <a:t> upgrades the control plane and all node pools in the cluster to the same Kubernetes version.</a:t>
            </a:r>
          </a:p>
          <a:p>
            <a:pPr>
              <a:spcAft>
                <a:spcPts val="600"/>
              </a:spcAft>
            </a:pPr>
            <a:r>
              <a:rPr lang="en-US" sz="2400" b="1" dirty="0" err="1">
                <a:latin typeface="Consolas" panose="020B0609020204030204" pitchFamily="49" charset="0"/>
              </a:rPr>
              <a:t>az</a:t>
            </a:r>
            <a:r>
              <a:rPr lang="en-US" sz="2400" b="1" dirty="0">
                <a:latin typeface="Consolas" panose="020B0609020204030204" pitchFamily="49" charset="0"/>
              </a:rPr>
              <a:t> </a:t>
            </a:r>
            <a:r>
              <a:rPr lang="en-US" sz="2400" b="1" dirty="0" err="1">
                <a:latin typeface="Consolas" panose="020B0609020204030204" pitchFamily="49" charset="0"/>
              </a:rPr>
              <a:t>aks</a:t>
            </a:r>
            <a:r>
              <a:rPr lang="en-US" sz="2400" b="1" dirty="0">
                <a:latin typeface="Consolas" panose="020B0609020204030204" pitchFamily="49" charset="0"/>
              </a:rPr>
              <a:t> upgrade </a:t>
            </a:r>
            <a:r>
              <a:rPr lang="en-US" sz="2400" dirty="0"/>
              <a:t>with the </a:t>
            </a:r>
            <a:r>
              <a:rPr lang="en-US" sz="2400" b="1" dirty="0">
                <a:latin typeface="Consolas" panose="020B0609020204030204" pitchFamily="49" charset="0"/>
              </a:rPr>
              <a:t>--control-plane-only </a:t>
            </a:r>
            <a:r>
              <a:rPr lang="en-US" sz="2400" dirty="0"/>
              <a:t>flag upgrades only the cluster control plane and leaves all node pools unchanged.</a:t>
            </a:r>
          </a:p>
          <a:p>
            <a:pPr>
              <a:spcAft>
                <a:spcPts val="600"/>
              </a:spcAft>
            </a:pPr>
            <a:r>
              <a:rPr lang="en-US" sz="2400" b="1" dirty="0" err="1">
                <a:latin typeface="Consolas" panose="020B0609020204030204" pitchFamily="49" charset="0"/>
              </a:rPr>
              <a:t>az</a:t>
            </a:r>
            <a:r>
              <a:rPr lang="en-US" sz="2400" b="1" dirty="0">
                <a:latin typeface="Consolas" panose="020B0609020204030204" pitchFamily="49" charset="0"/>
              </a:rPr>
              <a:t> </a:t>
            </a:r>
            <a:r>
              <a:rPr lang="en-US" sz="2400" b="1" dirty="0" err="1">
                <a:latin typeface="Consolas" panose="020B0609020204030204" pitchFamily="49" charset="0"/>
              </a:rPr>
              <a:t>aks</a:t>
            </a:r>
            <a:r>
              <a:rPr lang="en-US" sz="2400" b="1" dirty="0">
                <a:latin typeface="Consolas" panose="020B0609020204030204" pitchFamily="49" charset="0"/>
              </a:rPr>
              <a:t> </a:t>
            </a:r>
            <a:r>
              <a:rPr lang="en-US" sz="2400" b="1" dirty="0" err="1">
                <a:latin typeface="Consolas" panose="020B0609020204030204" pitchFamily="49" charset="0"/>
              </a:rPr>
              <a:t>nodepool</a:t>
            </a:r>
            <a:r>
              <a:rPr lang="en-US" sz="2400" b="1" dirty="0">
                <a:latin typeface="Consolas" panose="020B0609020204030204" pitchFamily="49" charset="0"/>
              </a:rPr>
              <a:t> upgrade </a:t>
            </a:r>
            <a:r>
              <a:rPr lang="en-US" sz="2400" dirty="0"/>
              <a:t>upgrades only the target node pool with the specified Kubernetes version.</a:t>
            </a:r>
            <a:endParaRPr lang="en-US" sz="2200" dirty="0"/>
          </a:p>
        </p:txBody>
      </p:sp>
    </p:spTree>
    <p:extLst>
      <p:ext uri="{BB962C8B-B14F-4D97-AF65-F5344CB8AC3E}">
        <p14:creationId xmlns:p14="http://schemas.microsoft.com/office/powerpoint/2010/main" val="41313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80097A-6994-F5DB-E5EF-08ABFAFDA5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C17BA0-8DE6-DC46-B5FE-94B8DEA13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F499A2C3-4C59-D48D-DE9D-7CD73FF33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6182636-44F1-C0EB-EC3C-6374CF38E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782F7E-84DE-F0B8-6B5E-AABC36C64BA1}"/>
              </a:ext>
            </a:extLst>
          </p:cNvPr>
          <p:cNvSpPr>
            <a:spLocks noGrp="1"/>
          </p:cNvSpPr>
          <p:nvPr>
            <p:ph type="title"/>
          </p:nvPr>
        </p:nvSpPr>
        <p:spPr>
          <a:xfrm>
            <a:off x="1115568" y="548640"/>
            <a:ext cx="10168128" cy="1179576"/>
          </a:xfrm>
        </p:spPr>
        <p:txBody>
          <a:bodyPr>
            <a:normAutofit/>
          </a:bodyPr>
          <a:lstStyle/>
          <a:p>
            <a:r>
              <a:rPr lang="en-US" sz="4000"/>
              <a:t>Upgrade Node Pools</a:t>
            </a:r>
          </a:p>
        </p:txBody>
      </p:sp>
      <p:sp>
        <p:nvSpPr>
          <p:cNvPr id="14" name="Rectangle 13">
            <a:extLst>
              <a:ext uri="{FF2B5EF4-FFF2-40B4-BE49-F238E27FC236}">
                <a16:creationId xmlns:a16="http://schemas.microsoft.com/office/drawing/2014/main" id="{82729BDE-15B1-46D0-36D8-AFAC45B2C9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C0068E4-1EAB-8664-D411-E71C0150EF3D}"/>
              </a:ext>
            </a:extLst>
          </p:cNvPr>
          <p:cNvSpPr txBox="1"/>
          <p:nvPr/>
        </p:nvSpPr>
        <p:spPr>
          <a:xfrm>
            <a:off x="566928" y="2339042"/>
            <a:ext cx="10167730" cy="3970318"/>
          </a:xfrm>
          <a:prstGeom prst="rect">
            <a:avLst/>
          </a:prstGeom>
          <a:noFill/>
        </p:spPr>
        <p:txBody>
          <a:bodyPr wrap="square" rtlCol="0">
            <a:spAutoFit/>
          </a:bodyPr>
          <a:lstStyle/>
          <a:p>
            <a:r>
              <a:rPr lang="en-US" dirty="0" err="1">
                <a:latin typeface="Consolas" panose="020B0609020204030204" pitchFamily="49" charset="0"/>
              </a:rPr>
              <a:t>az</a:t>
            </a:r>
            <a:r>
              <a:rPr lang="en-US" dirty="0">
                <a:latin typeface="Consolas" panose="020B0609020204030204" pitchFamily="49" charset="0"/>
              </a:rPr>
              <a:t> </a:t>
            </a:r>
            <a:r>
              <a:rPr lang="en-US" dirty="0" err="1">
                <a:latin typeface="Consolas" panose="020B0609020204030204" pitchFamily="49" charset="0"/>
              </a:rPr>
              <a:t>aks</a:t>
            </a:r>
            <a:r>
              <a:rPr lang="en-US" dirty="0">
                <a:latin typeface="Consolas" panose="020B0609020204030204" pitchFamily="49" charset="0"/>
              </a:rPr>
              <a:t> upgrade --name</a:t>
            </a:r>
          </a:p>
          <a:p>
            <a:r>
              <a:rPr lang="en-US" dirty="0">
                <a:latin typeface="Consolas" panose="020B0609020204030204" pitchFamily="49" charset="0"/>
              </a:rPr>
              <a:t>               --resource-group</a:t>
            </a:r>
          </a:p>
          <a:p>
            <a:r>
              <a:rPr lang="en-US" dirty="0">
                <a:latin typeface="Consolas" panose="020B0609020204030204" pitchFamily="49" charset="0"/>
              </a:rPr>
              <a:t>               [--control-plane-only]</a:t>
            </a:r>
          </a:p>
          <a:p>
            <a:r>
              <a:rPr lang="en-US" dirty="0">
                <a:latin typeface="Consolas" panose="020B0609020204030204" pitchFamily="49" charset="0"/>
              </a:rPr>
              <a:t>               [--disable-force-upgrade]</a:t>
            </a:r>
          </a:p>
          <a:p>
            <a:r>
              <a:rPr lang="en-US" dirty="0">
                <a:latin typeface="Consolas" panose="020B0609020204030204" pitchFamily="49" charset="0"/>
              </a:rPr>
              <a:t>               [--enable-force-upgrade]</a:t>
            </a:r>
          </a:p>
          <a:p>
            <a:r>
              <a:rPr lang="en-US" dirty="0">
                <a:latin typeface="Consolas" panose="020B0609020204030204" pitchFamily="49" charset="0"/>
              </a:rPr>
              <a:t>               [--if-match]</a:t>
            </a:r>
          </a:p>
          <a:p>
            <a:r>
              <a:rPr lang="en-US" dirty="0">
                <a:latin typeface="Consolas" panose="020B0609020204030204" pitchFamily="49" charset="0"/>
              </a:rPr>
              <a:t>               [--if-none-match]</a:t>
            </a:r>
          </a:p>
          <a:p>
            <a:r>
              <a:rPr lang="en-US" dirty="0">
                <a:latin typeface="Consolas" panose="020B0609020204030204" pitchFamily="49" charset="0"/>
              </a:rPr>
              <a:t>               [--k8s-support-plan {</a:t>
            </a:r>
            <a:r>
              <a:rPr lang="en-US" dirty="0" err="1">
                <a:latin typeface="Consolas" panose="020B0609020204030204" pitchFamily="49" charset="0"/>
              </a:rPr>
              <a:t>AKSLongTermSupport</a:t>
            </a:r>
            <a:r>
              <a:rPr lang="en-US" dirty="0">
                <a:latin typeface="Consolas" panose="020B0609020204030204" pitchFamily="49" charset="0"/>
              </a:rPr>
              <a:t>, </a:t>
            </a:r>
            <a:r>
              <a:rPr lang="en-US" dirty="0" err="1">
                <a:latin typeface="Consolas" panose="020B0609020204030204" pitchFamily="49" charset="0"/>
              </a:rPr>
              <a:t>KubernetesOfficial</a:t>
            </a:r>
            <a:r>
              <a:rPr lang="en-US" dirty="0">
                <a:latin typeface="Consolas" panose="020B0609020204030204" pitchFamily="49" charset="0"/>
              </a:rPr>
              <a:t>}]</a:t>
            </a:r>
          </a:p>
          <a:p>
            <a:r>
              <a:rPr lang="en-US" dirty="0">
                <a:latin typeface="Consolas" panose="020B0609020204030204" pitchFamily="49" charset="0"/>
              </a:rPr>
              <a:t>               [--</a:t>
            </a:r>
            <a:r>
              <a:rPr lang="en-US" dirty="0" err="1">
                <a:latin typeface="Consolas" panose="020B0609020204030204" pitchFamily="49" charset="0"/>
              </a:rPr>
              <a:t>kubernetes</a:t>
            </a:r>
            <a:r>
              <a:rPr lang="en-US" dirty="0">
                <a:latin typeface="Consolas" panose="020B0609020204030204" pitchFamily="49" charset="0"/>
              </a:rPr>
              <a:t>-version]</a:t>
            </a:r>
          </a:p>
          <a:p>
            <a:r>
              <a:rPr lang="en-US" dirty="0">
                <a:latin typeface="Consolas" panose="020B0609020204030204" pitchFamily="49" charset="0"/>
              </a:rPr>
              <a:t>               [--no-wait]</a:t>
            </a:r>
          </a:p>
          <a:p>
            <a:r>
              <a:rPr lang="en-US" dirty="0">
                <a:latin typeface="Consolas" panose="020B0609020204030204" pitchFamily="49" charset="0"/>
              </a:rPr>
              <a:t>               [--node-image-only]</a:t>
            </a:r>
          </a:p>
          <a:p>
            <a:r>
              <a:rPr lang="en-US" dirty="0">
                <a:latin typeface="Consolas" panose="020B0609020204030204" pitchFamily="49" charset="0"/>
              </a:rPr>
              <a:t>               [--tier {free, premium, standard}]</a:t>
            </a:r>
          </a:p>
          <a:p>
            <a:r>
              <a:rPr lang="en-US" dirty="0">
                <a:latin typeface="Consolas" panose="020B0609020204030204" pitchFamily="49" charset="0"/>
              </a:rPr>
              <a:t>               [--upgrade-override-until]</a:t>
            </a:r>
          </a:p>
          <a:p>
            <a:r>
              <a:rPr lang="en-US" dirty="0">
                <a:latin typeface="Consolas" panose="020B0609020204030204" pitchFamily="49" charset="0"/>
              </a:rPr>
              <a:t>               [--yes]</a:t>
            </a:r>
          </a:p>
        </p:txBody>
      </p:sp>
    </p:spTree>
    <p:extLst>
      <p:ext uri="{BB962C8B-B14F-4D97-AF65-F5344CB8AC3E}">
        <p14:creationId xmlns:p14="http://schemas.microsoft.com/office/powerpoint/2010/main" val="3575770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FB8ED4-4332-E6B7-9E81-A7451B3E616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FDF2EBC-D85B-7D0B-3EA7-BBADC94D0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28C3D58E-6949-35C7-19DD-83A81FA70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DF20119-6F59-9EC2-1790-B43DF086B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B3665E-C5B8-8117-D469-25E942E47F80}"/>
              </a:ext>
            </a:extLst>
          </p:cNvPr>
          <p:cNvSpPr>
            <a:spLocks noGrp="1"/>
          </p:cNvSpPr>
          <p:nvPr>
            <p:ph type="title"/>
          </p:nvPr>
        </p:nvSpPr>
        <p:spPr>
          <a:xfrm>
            <a:off x="1115568" y="548640"/>
            <a:ext cx="10168128" cy="1179576"/>
          </a:xfrm>
        </p:spPr>
        <p:txBody>
          <a:bodyPr>
            <a:normAutofit/>
          </a:bodyPr>
          <a:lstStyle/>
          <a:p>
            <a:r>
              <a:rPr lang="en-US" sz="4000" dirty="0"/>
              <a:t>Upgrade AKS OS Only</a:t>
            </a:r>
          </a:p>
        </p:txBody>
      </p:sp>
      <p:sp>
        <p:nvSpPr>
          <p:cNvPr id="14" name="Rectangle 13">
            <a:extLst>
              <a:ext uri="{FF2B5EF4-FFF2-40B4-BE49-F238E27FC236}">
                <a16:creationId xmlns:a16="http://schemas.microsoft.com/office/drawing/2014/main" id="{A8B39198-A12F-75FA-37AD-31223634D1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814587B4-4AD1-3737-A50E-AA1DAEAA97A6}"/>
              </a:ext>
            </a:extLst>
          </p:cNvPr>
          <p:cNvSpPr txBox="1"/>
          <p:nvPr/>
        </p:nvSpPr>
        <p:spPr>
          <a:xfrm>
            <a:off x="566928" y="2339042"/>
            <a:ext cx="10167730" cy="3970318"/>
          </a:xfrm>
          <a:prstGeom prst="rect">
            <a:avLst/>
          </a:prstGeom>
          <a:noFill/>
        </p:spPr>
        <p:txBody>
          <a:bodyPr wrap="square" rtlCol="0">
            <a:spAutoFit/>
          </a:bodyPr>
          <a:lstStyle/>
          <a:p>
            <a:r>
              <a:rPr lang="en-US" dirty="0" err="1">
                <a:latin typeface="Consolas" panose="020B0609020204030204" pitchFamily="49" charset="0"/>
              </a:rPr>
              <a:t>az</a:t>
            </a:r>
            <a:r>
              <a:rPr lang="en-US" dirty="0">
                <a:latin typeface="Consolas" panose="020B0609020204030204" pitchFamily="49" charset="0"/>
              </a:rPr>
              <a:t> </a:t>
            </a:r>
            <a:r>
              <a:rPr lang="en-US" dirty="0" err="1">
                <a:latin typeface="Consolas" panose="020B0609020204030204" pitchFamily="49" charset="0"/>
              </a:rPr>
              <a:t>aks</a:t>
            </a:r>
            <a:r>
              <a:rPr lang="en-US" dirty="0">
                <a:latin typeface="Consolas" panose="020B0609020204030204" pitchFamily="49" charset="0"/>
              </a:rPr>
              <a:t> upgrade --name</a:t>
            </a:r>
          </a:p>
          <a:p>
            <a:r>
              <a:rPr lang="en-US" dirty="0">
                <a:latin typeface="Consolas" panose="020B0609020204030204" pitchFamily="49" charset="0"/>
              </a:rPr>
              <a:t>               --resource-group</a:t>
            </a:r>
          </a:p>
          <a:p>
            <a:r>
              <a:rPr lang="en-US" dirty="0">
                <a:latin typeface="Consolas" panose="020B0609020204030204" pitchFamily="49" charset="0"/>
              </a:rPr>
              <a:t>               [--control-plane-only]</a:t>
            </a:r>
          </a:p>
          <a:p>
            <a:r>
              <a:rPr lang="en-US" dirty="0">
                <a:latin typeface="Consolas" panose="020B0609020204030204" pitchFamily="49" charset="0"/>
              </a:rPr>
              <a:t>               [--disable-force-upgrade]</a:t>
            </a:r>
          </a:p>
          <a:p>
            <a:r>
              <a:rPr lang="en-US" dirty="0">
                <a:latin typeface="Consolas" panose="020B0609020204030204" pitchFamily="49" charset="0"/>
              </a:rPr>
              <a:t>               [--enable-force-upgrade]</a:t>
            </a:r>
          </a:p>
          <a:p>
            <a:r>
              <a:rPr lang="en-US" dirty="0">
                <a:latin typeface="Consolas" panose="020B0609020204030204" pitchFamily="49" charset="0"/>
              </a:rPr>
              <a:t>               [--if-match]</a:t>
            </a:r>
          </a:p>
          <a:p>
            <a:r>
              <a:rPr lang="en-US" dirty="0">
                <a:latin typeface="Consolas" panose="020B0609020204030204" pitchFamily="49" charset="0"/>
              </a:rPr>
              <a:t>               [--if-none-match]</a:t>
            </a:r>
          </a:p>
          <a:p>
            <a:r>
              <a:rPr lang="en-US" dirty="0">
                <a:latin typeface="Consolas" panose="020B0609020204030204" pitchFamily="49" charset="0"/>
              </a:rPr>
              <a:t>               [--k8s-support-plan {</a:t>
            </a:r>
            <a:r>
              <a:rPr lang="en-US" dirty="0" err="1">
                <a:latin typeface="Consolas" panose="020B0609020204030204" pitchFamily="49" charset="0"/>
              </a:rPr>
              <a:t>AKSLongTermSupport</a:t>
            </a:r>
            <a:r>
              <a:rPr lang="en-US" dirty="0">
                <a:latin typeface="Consolas" panose="020B0609020204030204" pitchFamily="49" charset="0"/>
              </a:rPr>
              <a:t>, </a:t>
            </a:r>
            <a:r>
              <a:rPr lang="en-US" dirty="0" err="1">
                <a:latin typeface="Consolas" panose="020B0609020204030204" pitchFamily="49" charset="0"/>
              </a:rPr>
              <a:t>KubernetesOfficial</a:t>
            </a:r>
            <a:r>
              <a:rPr lang="en-US" dirty="0">
                <a:latin typeface="Consolas" panose="020B0609020204030204" pitchFamily="49" charset="0"/>
              </a:rPr>
              <a:t>}]</a:t>
            </a:r>
          </a:p>
          <a:p>
            <a:r>
              <a:rPr lang="en-US" dirty="0">
                <a:latin typeface="Consolas" panose="020B0609020204030204" pitchFamily="49" charset="0"/>
              </a:rPr>
              <a:t>               [--</a:t>
            </a:r>
            <a:r>
              <a:rPr lang="en-US" dirty="0" err="1">
                <a:latin typeface="Consolas" panose="020B0609020204030204" pitchFamily="49" charset="0"/>
              </a:rPr>
              <a:t>kubernetes</a:t>
            </a:r>
            <a:r>
              <a:rPr lang="en-US" dirty="0">
                <a:latin typeface="Consolas" panose="020B0609020204030204" pitchFamily="49" charset="0"/>
              </a:rPr>
              <a:t>-version]</a:t>
            </a:r>
          </a:p>
          <a:p>
            <a:r>
              <a:rPr lang="en-US" dirty="0">
                <a:latin typeface="Consolas" panose="020B0609020204030204" pitchFamily="49" charset="0"/>
              </a:rPr>
              <a:t>               [--no-wait]</a:t>
            </a:r>
          </a:p>
          <a:p>
            <a:r>
              <a:rPr lang="en-US" dirty="0">
                <a:latin typeface="Consolas" panose="020B0609020204030204" pitchFamily="49" charset="0"/>
              </a:rPr>
              <a:t>               </a:t>
            </a:r>
            <a:r>
              <a:rPr lang="en-US" dirty="0">
                <a:highlight>
                  <a:srgbClr val="FFFF00"/>
                </a:highlight>
                <a:latin typeface="Consolas" panose="020B0609020204030204" pitchFamily="49" charset="0"/>
              </a:rPr>
              <a:t>[--node-image-only]</a:t>
            </a:r>
          </a:p>
          <a:p>
            <a:r>
              <a:rPr lang="en-US" dirty="0">
                <a:latin typeface="Consolas" panose="020B0609020204030204" pitchFamily="49" charset="0"/>
              </a:rPr>
              <a:t>               [--tier {free, premium, standard}]</a:t>
            </a:r>
          </a:p>
          <a:p>
            <a:r>
              <a:rPr lang="en-US" dirty="0">
                <a:latin typeface="Consolas" panose="020B0609020204030204" pitchFamily="49" charset="0"/>
              </a:rPr>
              <a:t>               [--upgrade-override-until]</a:t>
            </a:r>
          </a:p>
          <a:p>
            <a:r>
              <a:rPr lang="en-US" dirty="0">
                <a:latin typeface="Consolas" panose="020B0609020204030204" pitchFamily="49" charset="0"/>
              </a:rPr>
              <a:t>               [--yes]</a:t>
            </a:r>
          </a:p>
        </p:txBody>
      </p:sp>
    </p:spTree>
    <p:extLst>
      <p:ext uri="{BB962C8B-B14F-4D97-AF65-F5344CB8AC3E}">
        <p14:creationId xmlns:p14="http://schemas.microsoft.com/office/powerpoint/2010/main" val="3698575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B6699C-3450-646D-6475-2BB59811F8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0AFD1C-28D0-4862-514F-40E246260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D8504368-B9CB-C9C4-9B46-18FB885A09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AF2BCD50-1E46-30CE-23D2-29810DF22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945C037-B12A-86CB-B880-13DC049B1753}"/>
              </a:ext>
            </a:extLst>
          </p:cNvPr>
          <p:cNvSpPr>
            <a:spLocks noGrp="1"/>
          </p:cNvSpPr>
          <p:nvPr>
            <p:ph type="title"/>
          </p:nvPr>
        </p:nvSpPr>
        <p:spPr>
          <a:xfrm>
            <a:off x="1115568" y="548640"/>
            <a:ext cx="10168128" cy="1179576"/>
          </a:xfrm>
        </p:spPr>
        <p:txBody>
          <a:bodyPr>
            <a:normAutofit/>
          </a:bodyPr>
          <a:lstStyle/>
          <a:p>
            <a:r>
              <a:rPr lang="en-US" sz="4000" dirty="0"/>
              <a:t>Update Node Pool OS Image Only</a:t>
            </a:r>
          </a:p>
        </p:txBody>
      </p:sp>
      <p:sp>
        <p:nvSpPr>
          <p:cNvPr id="14" name="Rectangle 13">
            <a:extLst>
              <a:ext uri="{FF2B5EF4-FFF2-40B4-BE49-F238E27FC236}">
                <a16:creationId xmlns:a16="http://schemas.microsoft.com/office/drawing/2014/main" id="{527BAB27-9DBA-D39D-30AD-F57838B2EC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8D9FEE8-6715-5914-FB28-EE33DB753CD1}"/>
              </a:ext>
            </a:extLst>
          </p:cNvPr>
          <p:cNvSpPr txBox="1"/>
          <p:nvPr/>
        </p:nvSpPr>
        <p:spPr>
          <a:xfrm>
            <a:off x="566928" y="2339042"/>
            <a:ext cx="10167730" cy="1477328"/>
          </a:xfrm>
          <a:prstGeom prst="rect">
            <a:avLst/>
          </a:prstGeom>
          <a:noFill/>
        </p:spPr>
        <p:txBody>
          <a:bodyPr wrap="square" rtlCol="0">
            <a:spAutoFit/>
          </a:bodyPr>
          <a:lstStyle/>
          <a:p>
            <a:r>
              <a:rPr lang="en-US" dirty="0" err="1">
                <a:latin typeface="Consolas" panose="020B0609020204030204" pitchFamily="49" charset="0"/>
              </a:rPr>
              <a:t>az</a:t>
            </a:r>
            <a:r>
              <a:rPr lang="en-US" dirty="0">
                <a:latin typeface="Consolas" panose="020B0609020204030204" pitchFamily="49" charset="0"/>
              </a:rPr>
              <a:t> </a:t>
            </a:r>
            <a:r>
              <a:rPr lang="en-US" dirty="0" err="1">
                <a:latin typeface="Consolas" panose="020B0609020204030204" pitchFamily="49" charset="0"/>
              </a:rPr>
              <a:t>aks</a:t>
            </a:r>
            <a:r>
              <a:rPr lang="en-US" dirty="0">
                <a:latin typeface="Consolas" panose="020B0609020204030204" pitchFamily="49" charset="0"/>
              </a:rPr>
              <a:t> </a:t>
            </a:r>
            <a:r>
              <a:rPr lang="en-US" dirty="0" err="1">
                <a:latin typeface="Consolas" panose="020B0609020204030204" pitchFamily="49" charset="0"/>
              </a:rPr>
              <a:t>nodepool</a:t>
            </a:r>
            <a:r>
              <a:rPr lang="en-US" dirty="0">
                <a:latin typeface="Consolas" panose="020B0609020204030204" pitchFamily="49" charset="0"/>
              </a:rPr>
              <a:t> update </a:t>
            </a:r>
          </a:p>
          <a:p>
            <a:r>
              <a:rPr lang="en-US" dirty="0">
                <a:latin typeface="Consolas" panose="020B0609020204030204" pitchFamily="49" charset="0"/>
              </a:rPr>
              <a:t>	--resource-group &lt;RESOURCE-GROUP&gt;</a:t>
            </a:r>
          </a:p>
          <a:p>
            <a:r>
              <a:rPr lang="en-US" dirty="0">
                <a:latin typeface="Consolas" panose="020B0609020204030204" pitchFamily="49" charset="0"/>
              </a:rPr>
              <a:t>	--cluster-name &lt;CLUSTER-NAME&gt;</a:t>
            </a:r>
          </a:p>
          <a:p>
            <a:r>
              <a:rPr lang="en-US" dirty="0">
                <a:latin typeface="Consolas" panose="020B0609020204030204" pitchFamily="49" charset="0"/>
              </a:rPr>
              <a:t>	--</a:t>
            </a:r>
            <a:r>
              <a:rPr lang="en-US" dirty="0" err="1">
                <a:latin typeface="Consolas" panose="020B0609020204030204" pitchFamily="49" charset="0"/>
              </a:rPr>
              <a:t>os-sku</a:t>
            </a:r>
            <a:r>
              <a:rPr lang="en-US" dirty="0">
                <a:latin typeface="Consolas" panose="020B0609020204030204" pitchFamily="49" charset="0"/>
              </a:rPr>
              <a:t> &lt;OS-SKU&gt; </a:t>
            </a:r>
          </a:p>
          <a:p>
            <a:r>
              <a:rPr lang="en-US" dirty="0">
                <a:latin typeface="Consolas" panose="020B0609020204030204" pitchFamily="49" charset="0"/>
              </a:rPr>
              <a:t>	--name &lt;NODE-POOL-NAME&gt;</a:t>
            </a:r>
          </a:p>
        </p:txBody>
      </p:sp>
    </p:spTree>
    <p:extLst>
      <p:ext uri="{BB962C8B-B14F-4D97-AF65-F5344CB8AC3E}">
        <p14:creationId xmlns:p14="http://schemas.microsoft.com/office/powerpoint/2010/main" val="2449768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E64272-8C8D-0271-FD98-486F9C1BC0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F3AEA91-B16D-94ED-2BD9-3C202E45A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593C5AC5-1B80-4AE9-0327-7714733D6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38563466-2520-F272-9BCF-F32A3A753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C6DD2A-2269-EDBE-C4E8-46B41527F2CD}"/>
              </a:ext>
            </a:extLst>
          </p:cNvPr>
          <p:cNvSpPr>
            <a:spLocks noGrp="1"/>
          </p:cNvSpPr>
          <p:nvPr>
            <p:ph type="title"/>
          </p:nvPr>
        </p:nvSpPr>
        <p:spPr>
          <a:xfrm>
            <a:off x="1115568" y="548640"/>
            <a:ext cx="10168128" cy="1179576"/>
          </a:xfrm>
        </p:spPr>
        <p:txBody>
          <a:bodyPr>
            <a:normAutofit/>
          </a:bodyPr>
          <a:lstStyle/>
          <a:p>
            <a:r>
              <a:rPr lang="en-US" sz="4000" dirty="0"/>
              <a:t>Upgrade an AKS Cluster</a:t>
            </a:r>
          </a:p>
        </p:txBody>
      </p:sp>
      <p:sp>
        <p:nvSpPr>
          <p:cNvPr id="14" name="Rectangle 13">
            <a:extLst>
              <a:ext uri="{FF2B5EF4-FFF2-40B4-BE49-F238E27FC236}">
                <a16:creationId xmlns:a16="http://schemas.microsoft.com/office/drawing/2014/main" id="{13149C9D-704E-0A73-3C36-E1E78D1B0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BB9BC0F-0E76-EBA0-82F2-60C4C38E6A98}"/>
              </a:ext>
            </a:extLst>
          </p:cNvPr>
          <p:cNvSpPr>
            <a:spLocks noGrp="1"/>
          </p:cNvSpPr>
          <p:nvPr>
            <p:ph idx="1"/>
          </p:nvPr>
        </p:nvSpPr>
        <p:spPr>
          <a:xfrm>
            <a:off x="558208" y="2221991"/>
            <a:ext cx="11164399" cy="4377591"/>
          </a:xfrm>
        </p:spPr>
        <p:txBody>
          <a:bodyPr>
            <a:normAutofit/>
          </a:bodyPr>
          <a:lstStyle/>
          <a:p>
            <a:pPr marL="0" indent="0">
              <a:spcAft>
                <a:spcPts val="600"/>
              </a:spcAft>
              <a:buNone/>
            </a:pPr>
            <a:r>
              <a:rPr lang="en-US" sz="2400" b="1" dirty="0"/>
              <a:t>Cordoning</a:t>
            </a:r>
          </a:p>
          <a:p>
            <a:pPr marL="0" indent="0">
              <a:spcAft>
                <a:spcPts val="600"/>
              </a:spcAft>
              <a:buNone/>
            </a:pPr>
            <a:r>
              <a:rPr lang="en-US" sz="2400" dirty="0"/>
              <a:t>When you cordon a node the Kubernetes scheduler will no longer place new pods on that node, but any pods already running there will continue to operate normally.</a:t>
            </a:r>
          </a:p>
          <a:p>
            <a:pPr marL="0" indent="0">
              <a:spcAft>
                <a:spcPts val="600"/>
              </a:spcAft>
              <a:buNone/>
            </a:pPr>
            <a:r>
              <a:rPr lang="en-US" sz="2400" b="1" dirty="0" err="1">
                <a:latin typeface="Consolas" panose="020B0609020204030204" pitchFamily="49" charset="0"/>
              </a:rPr>
              <a:t>kubectl</a:t>
            </a:r>
            <a:r>
              <a:rPr lang="en-US" sz="2400" b="1" dirty="0">
                <a:latin typeface="Consolas" panose="020B0609020204030204" pitchFamily="49" charset="0"/>
              </a:rPr>
              <a:t> cordon &lt;node-name&gt;</a:t>
            </a:r>
          </a:p>
          <a:p>
            <a:pPr marL="0" indent="0">
              <a:spcAft>
                <a:spcPts val="600"/>
              </a:spcAft>
              <a:buNone/>
            </a:pPr>
            <a:endParaRPr lang="en-US" sz="2400" b="1" dirty="0">
              <a:latin typeface="Consolas" panose="020B0609020204030204" pitchFamily="49" charset="0"/>
            </a:endParaRPr>
          </a:p>
          <a:p>
            <a:pPr marL="0" indent="0">
              <a:spcAft>
                <a:spcPts val="600"/>
              </a:spcAft>
              <a:buNone/>
            </a:pPr>
            <a:r>
              <a:rPr lang="en-US" sz="2400" b="1" dirty="0"/>
              <a:t>Draining</a:t>
            </a:r>
          </a:p>
          <a:p>
            <a:pPr marL="0" indent="0">
              <a:spcAft>
                <a:spcPts val="600"/>
              </a:spcAft>
              <a:buNone/>
            </a:pPr>
            <a:r>
              <a:rPr lang="en-US" sz="2400" dirty="0"/>
              <a:t>Draining a node is the process of safely evicting all running pods from a node so it can be taken offline for maintenance, upgrades, or decommissioning.</a:t>
            </a:r>
          </a:p>
          <a:p>
            <a:pPr marL="0" indent="0">
              <a:spcAft>
                <a:spcPts val="600"/>
              </a:spcAft>
              <a:buNone/>
            </a:pPr>
            <a:r>
              <a:rPr lang="en-US" sz="2400" b="1" dirty="0" err="1">
                <a:latin typeface="Consolas" panose="020B0609020204030204" pitchFamily="49" charset="0"/>
              </a:rPr>
              <a:t>kubectl</a:t>
            </a:r>
            <a:r>
              <a:rPr lang="en-US" sz="2400" b="1" dirty="0">
                <a:latin typeface="Consolas" panose="020B0609020204030204" pitchFamily="49" charset="0"/>
              </a:rPr>
              <a:t> drain &lt;node-name&gt;</a:t>
            </a:r>
          </a:p>
        </p:txBody>
      </p:sp>
    </p:spTree>
    <p:extLst>
      <p:ext uri="{BB962C8B-B14F-4D97-AF65-F5344CB8AC3E}">
        <p14:creationId xmlns:p14="http://schemas.microsoft.com/office/powerpoint/2010/main" val="3228626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4F8908-A022-4305-16A0-A988D5D214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155AF6-ED6C-D721-8D4A-C91F4B248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10" name="Rectangle 9">
            <a:extLst>
              <a:ext uri="{FF2B5EF4-FFF2-40B4-BE49-F238E27FC236}">
                <a16:creationId xmlns:a16="http://schemas.microsoft.com/office/drawing/2014/main" id="{37F9B82D-514C-17D8-23F4-C1DEBB1A8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E0466421-9F11-C5BF-22B4-0B07042F1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915B62-D869-5436-108A-56A8125E3299}"/>
              </a:ext>
            </a:extLst>
          </p:cNvPr>
          <p:cNvSpPr>
            <a:spLocks noGrp="1"/>
          </p:cNvSpPr>
          <p:nvPr>
            <p:ph type="title"/>
          </p:nvPr>
        </p:nvSpPr>
        <p:spPr>
          <a:xfrm>
            <a:off x="1115568" y="548640"/>
            <a:ext cx="10168128" cy="1179576"/>
          </a:xfrm>
        </p:spPr>
        <p:txBody>
          <a:bodyPr>
            <a:normAutofit/>
          </a:bodyPr>
          <a:lstStyle/>
          <a:p>
            <a:r>
              <a:rPr lang="en-US" sz="4000" dirty="0"/>
              <a:t>Upgrade an AKS Cluster</a:t>
            </a:r>
          </a:p>
        </p:txBody>
      </p:sp>
      <p:sp>
        <p:nvSpPr>
          <p:cNvPr id="14" name="Rectangle 13">
            <a:extLst>
              <a:ext uri="{FF2B5EF4-FFF2-40B4-BE49-F238E27FC236}">
                <a16:creationId xmlns:a16="http://schemas.microsoft.com/office/drawing/2014/main" id="{0C94C41C-7887-2410-9699-27E496D660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433A266-AA62-09AA-68F7-6CEE9FEB5028}"/>
              </a:ext>
            </a:extLst>
          </p:cNvPr>
          <p:cNvSpPr>
            <a:spLocks noGrp="1"/>
          </p:cNvSpPr>
          <p:nvPr>
            <p:ph idx="1"/>
          </p:nvPr>
        </p:nvSpPr>
        <p:spPr>
          <a:xfrm>
            <a:off x="558208" y="2221991"/>
            <a:ext cx="11164399" cy="4377591"/>
          </a:xfrm>
        </p:spPr>
        <p:txBody>
          <a:bodyPr>
            <a:normAutofit fontScale="92500" lnSpcReduction="10000"/>
          </a:bodyPr>
          <a:lstStyle/>
          <a:p>
            <a:pPr marL="0" indent="0">
              <a:spcAft>
                <a:spcPts val="600"/>
              </a:spcAft>
              <a:buNone/>
            </a:pPr>
            <a:r>
              <a:rPr lang="en-US" sz="2400" dirty="0"/>
              <a:t>AKS nodes are carefully cordoned and drained to minimize any potential disruptions to running applications. During this process, AKS performs the following steps:</a:t>
            </a:r>
          </a:p>
          <a:p>
            <a:pPr>
              <a:spcAft>
                <a:spcPts val="600"/>
              </a:spcAft>
            </a:pPr>
            <a:r>
              <a:rPr lang="en-US" sz="2400" dirty="0"/>
              <a:t>Adds a new buffer node (or as many nodes as configured in max surge) to the cluster that runs the specified Kubernetes version.</a:t>
            </a:r>
          </a:p>
          <a:p>
            <a:pPr>
              <a:spcAft>
                <a:spcPts val="600"/>
              </a:spcAft>
            </a:pPr>
            <a:r>
              <a:rPr lang="en-US" sz="2400" dirty="0"/>
              <a:t>Cordons and drains one of the old nodes to minimize disruption to running applications. If you're using max surge, it cordons and drains as many nodes at the same time as the number of buffer nodes specified.</a:t>
            </a:r>
          </a:p>
          <a:p>
            <a:pPr>
              <a:spcAft>
                <a:spcPts val="600"/>
              </a:spcAft>
            </a:pPr>
            <a:r>
              <a:rPr lang="en-US" sz="2400" dirty="0"/>
              <a:t>When the old node is fully drained, it's reimaged to receive the new version and becomes the buffer node for the following node to be upgraded.</a:t>
            </a:r>
          </a:p>
          <a:p>
            <a:pPr>
              <a:spcAft>
                <a:spcPts val="600"/>
              </a:spcAft>
            </a:pPr>
            <a:r>
              <a:rPr lang="en-US" sz="2400" dirty="0"/>
              <a:t>This process repeats until all nodes in the cluster have been upgraded.</a:t>
            </a:r>
          </a:p>
          <a:p>
            <a:pPr>
              <a:spcAft>
                <a:spcPts val="600"/>
              </a:spcAft>
            </a:pPr>
            <a:r>
              <a:rPr lang="en-US" sz="2400" dirty="0"/>
              <a:t>At the end of the process, the last buffer node is deleted, maintaining the existing agent node count and zone balance.</a:t>
            </a:r>
            <a:endParaRPr lang="en-US" sz="2200" dirty="0"/>
          </a:p>
        </p:txBody>
      </p:sp>
    </p:spTree>
    <p:extLst>
      <p:ext uri="{BB962C8B-B14F-4D97-AF65-F5344CB8AC3E}">
        <p14:creationId xmlns:p14="http://schemas.microsoft.com/office/powerpoint/2010/main" val="2519155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E4B51D0-4598-2563-9477-CEA6B5A8FB61}"/>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a:solidFill>
                  <a:schemeClr val="tx1"/>
                </a:solidFill>
                <a:latin typeface="+mj-lt"/>
                <a:ea typeface="+mj-ea"/>
                <a:cs typeface="+mj-cs"/>
              </a:rPr>
              <a:t>Rolling Upgrade</a:t>
            </a:r>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3027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C56BB-7693-F4A9-0438-9E0CD5E495D1}"/>
              </a:ext>
            </a:extLst>
          </p:cNvPr>
          <p:cNvSpPr>
            <a:spLocks noGrp="1"/>
          </p:cNvSpPr>
          <p:nvPr>
            <p:ph type="title"/>
          </p:nvPr>
        </p:nvSpPr>
        <p:spPr/>
        <p:txBody>
          <a:bodyPr/>
          <a:lstStyle/>
          <a:p>
            <a:r>
              <a:rPr lang="en-US" dirty="0"/>
              <a:t>Step 1: Initial setup</a:t>
            </a:r>
          </a:p>
        </p:txBody>
      </p:sp>
      <p:sp>
        <p:nvSpPr>
          <p:cNvPr id="4" name="Rectangle 3">
            <a:extLst>
              <a:ext uri="{FF2B5EF4-FFF2-40B4-BE49-F238E27FC236}">
                <a16:creationId xmlns:a16="http://schemas.microsoft.com/office/drawing/2014/main" id="{A3CC4BA3-BE48-0E0C-1278-7465A712508B}"/>
              </a:ext>
            </a:extLst>
          </p:cNvPr>
          <p:cNvSpPr/>
          <p:nvPr/>
        </p:nvSpPr>
        <p:spPr>
          <a:xfrm>
            <a:off x="1043610"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512FAB0E-F1D3-E127-8FE7-6A1E24CA27F7}"/>
              </a:ext>
            </a:extLst>
          </p:cNvPr>
          <p:cNvSpPr/>
          <p:nvPr/>
        </p:nvSpPr>
        <p:spPr>
          <a:xfrm>
            <a:off x="1570387"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6" name="Rectangle 5">
            <a:extLst>
              <a:ext uri="{FF2B5EF4-FFF2-40B4-BE49-F238E27FC236}">
                <a16:creationId xmlns:a16="http://schemas.microsoft.com/office/drawing/2014/main" id="{B68EBBE9-E940-7124-3729-A603156450DC}"/>
              </a:ext>
            </a:extLst>
          </p:cNvPr>
          <p:cNvSpPr/>
          <p:nvPr/>
        </p:nvSpPr>
        <p:spPr>
          <a:xfrm>
            <a:off x="1570387"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09FA6012-98F0-159D-FF1B-92B2191012DD}"/>
              </a:ext>
            </a:extLst>
          </p:cNvPr>
          <p:cNvSpPr txBox="1"/>
          <p:nvPr/>
        </p:nvSpPr>
        <p:spPr>
          <a:xfrm>
            <a:off x="15495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4B5EC493-7E34-1135-BBC1-66CB32AD9451}"/>
              </a:ext>
            </a:extLst>
          </p:cNvPr>
          <p:cNvSpPr/>
          <p:nvPr/>
        </p:nvSpPr>
        <p:spPr>
          <a:xfrm>
            <a:off x="3703978"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AC3F914C-8B7C-70C2-14E9-DEBE30BC60A2}"/>
              </a:ext>
            </a:extLst>
          </p:cNvPr>
          <p:cNvSpPr/>
          <p:nvPr/>
        </p:nvSpPr>
        <p:spPr>
          <a:xfrm>
            <a:off x="4273826"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5ECBD15E-1C31-5182-F6F1-38C1FCFE8877}"/>
              </a:ext>
            </a:extLst>
          </p:cNvPr>
          <p:cNvSpPr/>
          <p:nvPr/>
        </p:nvSpPr>
        <p:spPr>
          <a:xfrm>
            <a:off x="4273826"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D6EA7902-781F-0F82-0FFB-F3B156EBC585}"/>
              </a:ext>
            </a:extLst>
          </p:cNvPr>
          <p:cNvSpPr txBox="1"/>
          <p:nvPr/>
        </p:nvSpPr>
        <p:spPr>
          <a:xfrm>
            <a:off x="42430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12" name="Rectangle 11">
            <a:extLst>
              <a:ext uri="{FF2B5EF4-FFF2-40B4-BE49-F238E27FC236}">
                <a16:creationId xmlns:a16="http://schemas.microsoft.com/office/drawing/2014/main" id="{9F837FD8-4ED7-00E1-107D-3777BE7401A9}"/>
              </a:ext>
            </a:extLst>
          </p:cNvPr>
          <p:cNvSpPr/>
          <p:nvPr/>
        </p:nvSpPr>
        <p:spPr>
          <a:xfrm>
            <a:off x="6364347" y="1881811"/>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040731EA-253D-BB1C-4E01-A043EB6EA777}"/>
              </a:ext>
            </a:extLst>
          </p:cNvPr>
          <p:cNvSpPr txBox="1"/>
          <p:nvPr/>
        </p:nvSpPr>
        <p:spPr>
          <a:xfrm>
            <a:off x="6621665" y="4552125"/>
            <a:ext cx="138281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10F5DDB1-514C-2FE5-C4AD-AE12BBC5D34C}"/>
              </a:ext>
            </a:extLst>
          </p:cNvPr>
          <p:cNvGraphicFramePr>
            <a:graphicFrameLocks noGrp="1"/>
          </p:cNvGraphicFramePr>
          <p:nvPr/>
        </p:nvGraphicFramePr>
        <p:xfrm>
          <a:off x="1043610" y="5550084"/>
          <a:ext cx="6645967" cy="1112520"/>
        </p:xfrm>
        <a:graphic>
          <a:graphicData uri="http://schemas.openxmlformats.org/drawingml/2006/table">
            <a:tbl>
              <a:tblPr>
                <a:tableStyleId>{5C22544A-7EE6-4342-B048-85BDC9FD1C3A}</a:tableStyleId>
              </a:tblPr>
              <a:tblGrid>
                <a:gridCol w="1616767">
                  <a:extLst>
                    <a:ext uri="{9D8B030D-6E8A-4147-A177-3AD203B41FA5}">
                      <a16:colId xmlns:a16="http://schemas.microsoft.com/office/drawing/2014/main" val="1148713179"/>
                    </a:ext>
                  </a:extLst>
                </a:gridCol>
                <a:gridCol w="5029200">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Pod A, Pod B</a:t>
                      </a:r>
                    </a:p>
                  </a:txBody>
                  <a:tcPr/>
                </a:tc>
                <a:extLst>
                  <a:ext uri="{0D108BD9-81ED-4DB2-BD59-A6C34878D82A}">
                    <a16:rowId xmlns:a16="http://schemas.microsoft.com/office/drawing/2014/main" val="2931694861"/>
                  </a:ext>
                </a:extLst>
              </a:tr>
              <a:tr h="370840">
                <a:tc>
                  <a:txBody>
                    <a:bodyPr/>
                    <a:lstStyle/>
                    <a:p>
                      <a:r>
                        <a:rPr lang="en-US" sz="1600" dirty="0"/>
                        <a:t>Node 2</a:t>
                      </a:r>
                    </a:p>
                  </a:txBody>
                  <a:tcPr/>
                </a:tc>
                <a:tc>
                  <a:txBody>
                    <a:bodyPr/>
                    <a:lstStyle/>
                    <a:p>
                      <a:r>
                        <a:rPr lang="en-US" sz="1600" dirty="0"/>
                        <a:t>Pod C, Pod D</a:t>
                      </a:r>
                    </a:p>
                  </a:txBody>
                  <a:tcPr/>
                </a:tc>
                <a:extLst>
                  <a:ext uri="{0D108BD9-81ED-4DB2-BD59-A6C34878D82A}">
                    <a16:rowId xmlns:a16="http://schemas.microsoft.com/office/drawing/2014/main" val="1175122931"/>
                  </a:ext>
                </a:extLst>
              </a:tr>
              <a:tr h="370840">
                <a:tc>
                  <a:txBody>
                    <a:bodyPr/>
                    <a:lstStyle/>
                    <a:p>
                      <a:r>
                        <a:rPr lang="en-US" sz="1600" dirty="0"/>
                        <a:t>Surge Node</a:t>
                      </a:r>
                    </a:p>
                  </a:txBody>
                  <a:tcPr/>
                </a:tc>
                <a:tc>
                  <a:txBody>
                    <a:bodyPr/>
                    <a:lstStyle/>
                    <a:p>
                      <a:r>
                        <a:rPr lang="en-US" sz="1600" dirty="0"/>
                        <a:t>Empty (except for </a:t>
                      </a:r>
                      <a:r>
                        <a:rPr lang="en-US" sz="1600" dirty="0" err="1"/>
                        <a:t>DaemonSets</a:t>
                      </a:r>
                      <a:r>
                        <a:rPr lang="en-US" sz="1600" dirty="0"/>
                        <a:t> and new pods)</a:t>
                      </a:r>
                    </a:p>
                  </a:txBody>
                  <a:tcPr/>
                </a:tc>
                <a:extLst>
                  <a:ext uri="{0D108BD9-81ED-4DB2-BD59-A6C34878D82A}">
                    <a16:rowId xmlns:a16="http://schemas.microsoft.com/office/drawing/2014/main" val="2845329180"/>
                  </a:ext>
                </a:extLst>
              </a:tr>
            </a:tbl>
          </a:graphicData>
        </a:graphic>
      </p:graphicFrame>
    </p:spTree>
    <p:extLst>
      <p:ext uri="{BB962C8B-B14F-4D97-AF65-F5344CB8AC3E}">
        <p14:creationId xmlns:p14="http://schemas.microsoft.com/office/powerpoint/2010/main" val="3701918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C92A4-E717-AFE0-C4AC-C6A2E9E97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73962-4AFF-57D4-1D32-1B37EFC91D65}"/>
              </a:ext>
            </a:extLst>
          </p:cNvPr>
          <p:cNvSpPr>
            <a:spLocks noGrp="1"/>
          </p:cNvSpPr>
          <p:nvPr>
            <p:ph type="title"/>
          </p:nvPr>
        </p:nvSpPr>
        <p:spPr/>
        <p:txBody>
          <a:bodyPr/>
          <a:lstStyle/>
          <a:p>
            <a:r>
              <a:rPr lang="en-US" dirty="0"/>
              <a:t>Step 2: Cordon and drain first node</a:t>
            </a:r>
          </a:p>
        </p:txBody>
      </p:sp>
      <p:sp>
        <p:nvSpPr>
          <p:cNvPr id="4" name="Rectangle 3">
            <a:extLst>
              <a:ext uri="{FF2B5EF4-FFF2-40B4-BE49-F238E27FC236}">
                <a16:creationId xmlns:a16="http://schemas.microsoft.com/office/drawing/2014/main" id="{D477C53E-200A-BCCD-3165-398501B5DCCA}"/>
              </a:ext>
            </a:extLst>
          </p:cNvPr>
          <p:cNvSpPr/>
          <p:nvPr/>
        </p:nvSpPr>
        <p:spPr>
          <a:xfrm>
            <a:off x="1043610"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26661E2E-B90D-1976-CE45-FB526748692D}"/>
              </a:ext>
            </a:extLst>
          </p:cNvPr>
          <p:cNvSpPr/>
          <p:nvPr/>
        </p:nvSpPr>
        <p:spPr>
          <a:xfrm>
            <a:off x="6885689" y="369404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6" name="Rectangle 5">
            <a:extLst>
              <a:ext uri="{FF2B5EF4-FFF2-40B4-BE49-F238E27FC236}">
                <a16:creationId xmlns:a16="http://schemas.microsoft.com/office/drawing/2014/main" id="{59F9F93C-A32F-E869-EFE2-55BC6F62204E}"/>
              </a:ext>
            </a:extLst>
          </p:cNvPr>
          <p:cNvSpPr/>
          <p:nvPr/>
        </p:nvSpPr>
        <p:spPr>
          <a:xfrm>
            <a:off x="4273826" y="336274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D644E3C7-234F-BDA5-F01A-E752625FB561}"/>
              </a:ext>
            </a:extLst>
          </p:cNvPr>
          <p:cNvSpPr txBox="1"/>
          <p:nvPr/>
        </p:nvSpPr>
        <p:spPr>
          <a:xfrm>
            <a:off x="15495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009C42CC-FFF1-5C70-6D52-80877E2ACD66}"/>
              </a:ext>
            </a:extLst>
          </p:cNvPr>
          <p:cNvSpPr/>
          <p:nvPr/>
        </p:nvSpPr>
        <p:spPr>
          <a:xfrm>
            <a:off x="3703978"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F0823FE0-A688-6F53-5B91-83DC7ED4E800}"/>
              </a:ext>
            </a:extLst>
          </p:cNvPr>
          <p:cNvSpPr/>
          <p:nvPr/>
        </p:nvSpPr>
        <p:spPr>
          <a:xfrm>
            <a:off x="4273826"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47B6D1F5-36F8-E84A-0963-FD57AE628DD1}"/>
              </a:ext>
            </a:extLst>
          </p:cNvPr>
          <p:cNvSpPr/>
          <p:nvPr/>
        </p:nvSpPr>
        <p:spPr>
          <a:xfrm>
            <a:off x="4273826" y="269516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0336E7C6-FB61-030D-B3A8-E2FD77A245DE}"/>
              </a:ext>
            </a:extLst>
          </p:cNvPr>
          <p:cNvSpPr txBox="1"/>
          <p:nvPr/>
        </p:nvSpPr>
        <p:spPr>
          <a:xfrm>
            <a:off x="42430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12" name="Rectangle 11">
            <a:extLst>
              <a:ext uri="{FF2B5EF4-FFF2-40B4-BE49-F238E27FC236}">
                <a16:creationId xmlns:a16="http://schemas.microsoft.com/office/drawing/2014/main" id="{7A6FD010-9133-27D3-81D6-29C74FD6C037}"/>
              </a:ext>
            </a:extLst>
          </p:cNvPr>
          <p:cNvSpPr/>
          <p:nvPr/>
        </p:nvSpPr>
        <p:spPr>
          <a:xfrm>
            <a:off x="6364347" y="1881811"/>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DD1724E7-CAD5-D0AC-9AA1-37C03CD3BFE5}"/>
              </a:ext>
            </a:extLst>
          </p:cNvPr>
          <p:cNvSpPr txBox="1"/>
          <p:nvPr/>
        </p:nvSpPr>
        <p:spPr>
          <a:xfrm>
            <a:off x="6621665" y="4552125"/>
            <a:ext cx="138281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88C28382-548A-E6EA-8787-49DB348EF894}"/>
              </a:ext>
            </a:extLst>
          </p:cNvPr>
          <p:cNvGraphicFramePr>
            <a:graphicFrameLocks noGrp="1"/>
          </p:cNvGraphicFramePr>
          <p:nvPr/>
        </p:nvGraphicFramePr>
        <p:xfrm>
          <a:off x="1043610" y="5550084"/>
          <a:ext cx="8637103" cy="1112520"/>
        </p:xfrm>
        <a:graphic>
          <a:graphicData uri="http://schemas.openxmlformats.org/drawingml/2006/table">
            <a:tbl>
              <a:tblPr>
                <a:tableStyleId>{5C22544A-7EE6-4342-B048-85BDC9FD1C3A}</a:tableStyleId>
              </a:tblPr>
              <a:tblGrid>
                <a:gridCol w="911694">
                  <a:extLst>
                    <a:ext uri="{9D8B030D-6E8A-4147-A177-3AD203B41FA5}">
                      <a16:colId xmlns:a16="http://schemas.microsoft.com/office/drawing/2014/main" val="1148713179"/>
                    </a:ext>
                  </a:extLst>
                </a:gridCol>
                <a:gridCol w="7725409">
                  <a:extLst>
                    <a:ext uri="{9D8B030D-6E8A-4147-A177-3AD203B41FA5}">
                      <a16:colId xmlns:a16="http://schemas.microsoft.com/office/drawing/2014/main" val="2034982542"/>
                    </a:ext>
                  </a:extLst>
                </a:gridCol>
              </a:tblGrid>
              <a:tr h="370840">
                <a:tc>
                  <a:txBody>
                    <a:bodyPr/>
                    <a:lstStyle/>
                    <a:p>
                      <a:r>
                        <a:rPr lang="en-US" sz="1600" dirty="0"/>
                        <a:t>Pod A</a:t>
                      </a:r>
                    </a:p>
                  </a:txBody>
                  <a:tcPr/>
                </a:tc>
                <a:tc>
                  <a:txBody>
                    <a:bodyPr/>
                    <a:lstStyle/>
                    <a:p>
                      <a:r>
                        <a:rPr lang="en-US" sz="1600" dirty="0"/>
                        <a:t>Evicted and replaced on Serge Node</a:t>
                      </a:r>
                    </a:p>
                  </a:txBody>
                  <a:tcPr/>
                </a:tc>
                <a:extLst>
                  <a:ext uri="{0D108BD9-81ED-4DB2-BD59-A6C34878D82A}">
                    <a16:rowId xmlns:a16="http://schemas.microsoft.com/office/drawing/2014/main" val="2931694861"/>
                  </a:ext>
                </a:extLst>
              </a:tr>
              <a:tr h="370840">
                <a:tc>
                  <a:txBody>
                    <a:bodyPr/>
                    <a:lstStyle/>
                    <a:p>
                      <a:r>
                        <a:rPr lang="en-US" sz="1600" dirty="0"/>
                        <a:t>Pod 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Evicted and replaced on Node 2</a:t>
                      </a:r>
                    </a:p>
                  </a:txBody>
                  <a:tcPr/>
                </a:tc>
                <a:extLst>
                  <a:ext uri="{0D108BD9-81ED-4DB2-BD59-A6C34878D82A}">
                    <a16:rowId xmlns:a16="http://schemas.microsoft.com/office/drawing/2014/main" val="1175122931"/>
                  </a:ext>
                </a:extLst>
              </a:tr>
              <a:tr h="370840">
                <a:tc>
                  <a:txBody>
                    <a:bodyPr/>
                    <a:lstStyle/>
                    <a:p>
                      <a:r>
                        <a:rPr lang="en-US" sz="1600" dirty="0"/>
                        <a:t>Node 1</a:t>
                      </a:r>
                    </a:p>
                  </a:txBody>
                  <a:tcPr/>
                </a:tc>
                <a:tc>
                  <a:txBody>
                    <a:bodyPr/>
                    <a:lstStyle/>
                    <a:p>
                      <a:r>
                        <a:rPr lang="en-US" sz="1600" dirty="0"/>
                        <a:t>AKS cordons Node 1 to prevent new pod scheduling, then drains existing pods</a:t>
                      </a:r>
                    </a:p>
                  </a:txBody>
                  <a:tcPr/>
                </a:tc>
                <a:extLst>
                  <a:ext uri="{0D108BD9-81ED-4DB2-BD59-A6C34878D82A}">
                    <a16:rowId xmlns:a16="http://schemas.microsoft.com/office/drawing/2014/main" val="2845329180"/>
                  </a:ext>
                </a:extLst>
              </a:tr>
            </a:tbl>
          </a:graphicData>
        </a:graphic>
      </p:graphicFrame>
      <p:cxnSp>
        <p:nvCxnSpPr>
          <p:cNvPr id="15" name="Straight Arrow Connector 14">
            <a:extLst>
              <a:ext uri="{FF2B5EF4-FFF2-40B4-BE49-F238E27FC236}">
                <a16:creationId xmlns:a16="http://schemas.microsoft.com/office/drawing/2014/main" id="{3E888DFA-5F8B-07D1-22F9-B71C46123860}"/>
              </a:ext>
            </a:extLst>
          </p:cNvPr>
          <p:cNvCxnSpPr/>
          <p:nvPr/>
        </p:nvCxnSpPr>
        <p:spPr>
          <a:xfrm>
            <a:off x="1997765" y="2844249"/>
            <a:ext cx="2225263" cy="684142"/>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0F539ED-4FC0-AA8D-AFD8-BD57442DE167}"/>
              </a:ext>
            </a:extLst>
          </p:cNvPr>
          <p:cNvCxnSpPr/>
          <p:nvPr/>
        </p:nvCxnSpPr>
        <p:spPr>
          <a:xfrm>
            <a:off x="1997765" y="2224708"/>
            <a:ext cx="4731026" cy="1432892"/>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5601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F6AAF-6993-B57F-ADAE-7C488D66C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4A7DB-E22A-9ED5-3DE9-3875320C2EEE}"/>
              </a:ext>
            </a:extLst>
          </p:cNvPr>
          <p:cNvSpPr>
            <a:spLocks noGrp="1"/>
          </p:cNvSpPr>
          <p:nvPr>
            <p:ph type="title"/>
          </p:nvPr>
        </p:nvSpPr>
        <p:spPr/>
        <p:txBody>
          <a:bodyPr/>
          <a:lstStyle/>
          <a:p>
            <a:r>
              <a:rPr lang="en-US" dirty="0"/>
              <a:t>Step 3: Upgrade first node</a:t>
            </a:r>
          </a:p>
        </p:txBody>
      </p:sp>
      <p:sp>
        <p:nvSpPr>
          <p:cNvPr id="4" name="Rectangle 3">
            <a:extLst>
              <a:ext uri="{FF2B5EF4-FFF2-40B4-BE49-F238E27FC236}">
                <a16:creationId xmlns:a16="http://schemas.microsoft.com/office/drawing/2014/main" id="{438C9047-EE66-AE6E-8309-B7C6B6067D27}"/>
              </a:ext>
            </a:extLst>
          </p:cNvPr>
          <p:cNvSpPr/>
          <p:nvPr/>
        </p:nvSpPr>
        <p:spPr>
          <a:xfrm>
            <a:off x="1043610"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E79080B-61B0-E79E-3737-E0DC359807A0}"/>
              </a:ext>
            </a:extLst>
          </p:cNvPr>
          <p:cNvSpPr/>
          <p:nvPr/>
        </p:nvSpPr>
        <p:spPr>
          <a:xfrm>
            <a:off x="6885689" y="369404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6" name="Rectangle 5">
            <a:extLst>
              <a:ext uri="{FF2B5EF4-FFF2-40B4-BE49-F238E27FC236}">
                <a16:creationId xmlns:a16="http://schemas.microsoft.com/office/drawing/2014/main" id="{F63573D4-1771-78C6-AAA2-86C469490E08}"/>
              </a:ext>
            </a:extLst>
          </p:cNvPr>
          <p:cNvSpPr/>
          <p:nvPr/>
        </p:nvSpPr>
        <p:spPr>
          <a:xfrm>
            <a:off x="4273826" y="336274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D8011EF0-9F87-6891-3CF6-EDAD984EA1E3}"/>
              </a:ext>
            </a:extLst>
          </p:cNvPr>
          <p:cNvSpPr txBox="1"/>
          <p:nvPr/>
        </p:nvSpPr>
        <p:spPr>
          <a:xfrm>
            <a:off x="15495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8" name="Rectangle 7">
            <a:extLst>
              <a:ext uri="{FF2B5EF4-FFF2-40B4-BE49-F238E27FC236}">
                <a16:creationId xmlns:a16="http://schemas.microsoft.com/office/drawing/2014/main" id="{A8AB0ECC-A9E2-51D5-C83B-439D3CC81978}"/>
              </a:ext>
            </a:extLst>
          </p:cNvPr>
          <p:cNvSpPr/>
          <p:nvPr/>
        </p:nvSpPr>
        <p:spPr>
          <a:xfrm>
            <a:off x="3703978"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9580C474-D0E0-52C6-CAC1-2232D54E084C}"/>
              </a:ext>
            </a:extLst>
          </p:cNvPr>
          <p:cNvSpPr/>
          <p:nvPr/>
        </p:nvSpPr>
        <p:spPr>
          <a:xfrm>
            <a:off x="4273826"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2BED3F04-BFDE-3F54-5935-BBF1CF35BEBE}"/>
              </a:ext>
            </a:extLst>
          </p:cNvPr>
          <p:cNvSpPr/>
          <p:nvPr/>
        </p:nvSpPr>
        <p:spPr>
          <a:xfrm>
            <a:off x="4273826" y="269516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99FE69CA-1A9E-1F60-338F-C67E75215742}"/>
              </a:ext>
            </a:extLst>
          </p:cNvPr>
          <p:cNvSpPr txBox="1"/>
          <p:nvPr/>
        </p:nvSpPr>
        <p:spPr>
          <a:xfrm>
            <a:off x="42430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12" name="Rectangle 11">
            <a:extLst>
              <a:ext uri="{FF2B5EF4-FFF2-40B4-BE49-F238E27FC236}">
                <a16:creationId xmlns:a16="http://schemas.microsoft.com/office/drawing/2014/main" id="{A4EA09DB-54D2-2A5F-5DD2-DE6A09882B63}"/>
              </a:ext>
            </a:extLst>
          </p:cNvPr>
          <p:cNvSpPr/>
          <p:nvPr/>
        </p:nvSpPr>
        <p:spPr>
          <a:xfrm>
            <a:off x="6364347" y="1881811"/>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E09A5172-8A01-0C84-DD6E-F5F091D022AB}"/>
              </a:ext>
            </a:extLst>
          </p:cNvPr>
          <p:cNvSpPr txBox="1"/>
          <p:nvPr/>
        </p:nvSpPr>
        <p:spPr>
          <a:xfrm>
            <a:off x="6621665" y="4552125"/>
            <a:ext cx="138281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7BBF78E1-CCA2-0274-E8FA-A8BE7D13F35C}"/>
              </a:ext>
            </a:extLst>
          </p:cNvPr>
          <p:cNvGraphicFramePr>
            <a:graphicFrameLocks noGrp="1"/>
          </p:cNvGraphicFramePr>
          <p:nvPr/>
        </p:nvGraphicFramePr>
        <p:xfrm>
          <a:off x="1043611" y="5550084"/>
          <a:ext cx="7434468" cy="1112520"/>
        </p:xfrm>
        <a:graphic>
          <a:graphicData uri="http://schemas.openxmlformats.org/drawingml/2006/table">
            <a:tbl>
              <a:tblPr>
                <a:tableStyleId>{5C22544A-7EE6-4342-B048-85BDC9FD1C3A}</a:tableStyleId>
              </a:tblPr>
              <a:tblGrid>
                <a:gridCol w="1500806">
                  <a:extLst>
                    <a:ext uri="{9D8B030D-6E8A-4147-A177-3AD203B41FA5}">
                      <a16:colId xmlns:a16="http://schemas.microsoft.com/office/drawing/2014/main" val="1148713179"/>
                    </a:ext>
                  </a:extLst>
                </a:gridCol>
                <a:gridCol w="5933662">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Upgraded to v1.31</a:t>
                      </a:r>
                    </a:p>
                  </a:txBody>
                  <a:tcPr/>
                </a:tc>
                <a:extLst>
                  <a:ext uri="{0D108BD9-81ED-4DB2-BD59-A6C34878D82A}">
                    <a16:rowId xmlns:a16="http://schemas.microsoft.com/office/drawing/2014/main" val="2931694861"/>
                  </a:ext>
                </a:extLst>
              </a:tr>
              <a:tr h="370840">
                <a:tc>
                  <a:txBody>
                    <a:bodyPr/>
                    <a:lstStyle/>
                    <a:p>
                      <a:r>
                        <a:rPr lang="en-US" sz="1600" dirty="0"/>
                        <a:t>Node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Pod B, Pod C and Pod D</a:t>
                      </a:r>
                    </a:p>
                  </a:txBody>
                  <a:tcPr/>
                </a:tc>
                <a:extLst>
                  <a:ext uri="{0D108BD9-81ED-4DB2-BD59-A6C34878D82A}">
                    <a16:rowId xmlns:a16="http://schemas.microsoft.com/office/drawing/2014/main" val="1175122931"/>
                  </a:ext>
                </a:extLst>
              </a:tr>
              <a:tr h="370840">
                <a:tc>
                  <a:txBody>
                    <a:bodyPr/>
                    <a:lstStyle/>
                    <a:p>
                      <a:r>
                        <a:rPr lang="en-US" sz="1600" dirty="0"/>
                        <a:t>Surge Node</a:t>
                      </a:r>
                    </a:p>
                  </a:txBody>
                  <a:tcPr/>
                </a:tc>
                <a:tc>
                  <a:txBody>
                    <a:bodyPr/>
                    <a:lstStyle/>
                    <a:p>
                      <a:r>
                        <a:rPr lang="en-US" sz="1600" dirty="0"/>
                        <a:t>Pod A</a:t>
                      </a:r>
                    </a:p>
                  </a:txBody>
                  <a:tcPr/>
                </a:tc>
                <a:extLst>
                  <a:ext uri="{0D108BD9-81ED-4DB2-BD59-A6C34878D82A}">
                    <a16:rowId xmlns:a16="http://schemas.microsoft.com/office/drawing/2014/main" val="2845329180"/>
                  </a:ext>
                </a:extLst>
              </a:tr>
            </a:tbl>
          </a:graphicData>
        </a:graphic>
      </p:graphicFrame>
    </p:spTree>
    <p:extLst>
      <p:ext uri="{BB962C8B-B14F-4D97-AF65-F5344CB8AC3E}">
        <p14:creationId xmlns:p14="http://schemas.microsoft.com/office/powerpoint/2010/main" val="1779925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BCEF-794B-F034-2B0E-A79EDE9A1A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47B1B-AC9F-38AC-261E-134478A66D64}"/>
              </a:ext>
            </a:extLst>
          </p:cNvPr>
          <p:cNvSpPr>
            <a:spLocks noGrp="1"/>
          </p:cNvSpPr>
          <p:nvPr>
            <p:ph type="title"/>
          </p:nvPr>
        </p:nvSpPr>
        <p:spPr/>
        <p:txBody>
          <a:bodyPr/>
          <a:lstStyle/>
          <a:p>
            <a:r>
              <a:rPr lang="en-US" dirty="0"/>
              <a:t>Step 4: Cordon and drain second node</a:t>
            </a:r>
          </a:p>
        </p:txBody>
      </p:sp>
      <p:sp>
        <p:nvSpPr>
          <p:cNvPr id="4" name="Rectangle 3">
            <a:extLst>
              <a:ext uri="{FF2B5EF4-FFF2-40B4-BE49-F238E27FC236}">
                <a16:creationId xmlns:a16="http://schemas.microsoft.com/office/drawing/2014/main" id="{C00F788B-8346-A6EE-F403-CA399C1B7E1A}"/>
              </a:ext>
            </a:extLst>
          </p:cNvPr>
          <p:cNvSpPr/>
          <p:nvPr/>
        </p:nvSpPr>
        <p:spPr>
          <a:xfrm>
            <a:off x="1043610"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C4C88F79-185F-6326-1B9A-E123A2FF19E8}"/>
              </a:ext>
            </a:extLst>
          </p:cNvPr>
          <p:cNvSpPr/>
          <p:nvPr/>
        </p:nvSpPr>
        <p:spPr>
          <a:xfrm>
            <a:off x="6885689" y="369404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6" name="Rectangle 5">
            <a:extLst>
              <a:ext uri="{FF2B5EF4-FFF2-40B4-BE49-F238E27FC236}">
                <a16:creationId xmlns:a16="http://schemas.microsoft.com/office/drawing/2014/main" id="{34E47EB4-7FA9-8BB7-677C-E288F2E5B0E4}"/>
              </a:ext>
            </a:extLst>
          </p:cNvPr>
          <p:cNvSpPr/>
          <p:nvPr/>
        </p:nvSpPr>
        <p:spPr>
          <a:xfrm>
            <a:off x="1540571" y="336274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36324CEF-239B-F999-2FD7-1322A2A2C5A3}"/>
              </a:ext>
            </a:extLst>
          </p:cNvPr>
          <p:cNvSpPr txBox="1"/>
          <p:nvPr/>
        </p:nvSpPr>
        <p:spPr>
          <a:xfrm>
            <a:off x="15495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8" name="Rectangle 7">
            <a:extLst>
              <a:ext uri="{FF2B5EF4-FFF2-40B4-BE49-F238E27FC236}">
                <a16:creationId xmlns:a16="http://schemas.microsoft.com/office/drawing/2014/main" id="{C3F2F8E0-01B0-0EF7-EF4C-F2409F8DE1E4}"/>
              </a:ext>
            </a:extLst>
          </p:cNvPr>
          <p:cNvSpPr/>
          <p:nvPr/>
        </p:nvSpPr>
        <p:spPr>
          <a:xfrm>
            <a:off x="3703978"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F062A1C8-FCC2-BA0E-7309-CDE66968FAE6}"/>
              </a:ext>
            </a:extLst>
          </p:cNvPr>
          <p:cNvSpPr/>
          <p:nvPr/>
        </p:nvSpPr>
        <p:spPr>
          <a:xfrm>
            <a:off x="1540571"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DE8C6C24-F0CF-03E2-FC3B-244584C1F88F}"/>
              </a:ext>
            </a:extLst>
          </p:cNvPr>
          <p:cNvSpPr/>
          <p:nvPr/>
        </p:nvSpPr>
        <p:spPr>
          <a:xfrm>
            <a:off x="6885689" y="269516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2A247726-B787-B815-8BDE-B15B05A329EE}"/>
              </a:ext>
            </a:extLst>
          </p:cNvPr>
          <p:cNvSpPr txBox="1"/>
          <p:nvPr/>
        </p:nvSpPr>
        <p:spPr>
          <a:xfrm>
            <a:off x="42430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12" name="Rectangle 11">
            <a:extLst>
              <a:ext uri="{FF2B5EF4-FFF2-40B4-BE49-F238E27FC236}">
                <a16:creationId xmlns:a16="http://schemas.microsoft.com/office/drawing/2014/main" id="{B733DBB5-23F3-E752-4045-23878F1FB1A9}"/>
              </a:ext>
            </a:extLst>
          </p:cNvPr>
          <p:cNvSpPr/>
          <p:nvPr/>
        </p:nvSpPr>
        <p:spPr>
          <a:xfrm>
            <a:off x="6364347" y="1881811"/>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AB3BFB69-F45B-FB36-7EDA-D6C9F02F9FC1}"/>
              </a:ext>
            </a:extLst>
          </p:cNvPr>
          <p:cNvSpPr txBox="1"/>
          <p:nvPr/>
        </p:nvSpPr>
        <p:spPr>
          <a:xfrm>
            <a:off x="6621665" y="4552125"/>
            <a:ext cx="138281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12235A3F-7865-C51C-8F10-A9CF02F15F48}"/>
              </a:ext>
            </a:extLst>
          </p:cNvPr>
          <p:cNvGraphicFramePr>
            <a:graphicFrameLocks noGrp="1"/>
          </p:cNvGraphicFramePr>
          <p:nvPr/>
        </p:nvGraphicFramePr>
        <p:xfrm>
          <a:off x="1043611" y="5550084"/>
          <a:ext cx="7434468" cy="1112520"/>
        </p:xfrm>
        <a:graphic>
          <a:graphicData uri="http://schemas.openxmlformats.org/drawingml/2006/table">
            <a:tbl>
              <a:tblPr>
                <a:tableStyleId>{5C22544A-7EE6-4342-B048-85BDC9FD1C3A}</a:tableStyleId>
              </a:tblPr>
              <a:tblGrid>
                <a:gridCol w="1500806">
                  <a:extLst>
                    <a:ext uri="{9D8B030D-6E8A-4147-A177-3AD203B41FA5}">
                      <a16:colId xmlns:a16="http://schemas.microsoft.com/office/drawing/2014/main" val="1148713179"/>
                    </a:ext>
                  </a:extLst>
                </a:gridCol>
                <a:gridCol w="5933662">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Pod B, Pod C</a:t>
                      </a:r>
                    </a:p>
                  </a:txBody>
                  <a:tcPr/>
                </a:tc>
                <a:tc>
                  <a:txBody>
                    <a:bodyPr/>
                    <a:lstStyle/>
                    <a:p>
                      <a:r>
                        <a:rPr lang="en-US" sz="1600" dirty="0"/>
                        <a:t>Evicted and replaced on Node 1</a:t>
                      </a:r>
                    </a:p>
                  </a:txBody>
                  <a:tcPr/>
                </a:tc>
                <a:extLst>
                  <a:ext uri="{0D108BD9-81ED-4DB2-BD59-A6C34878D82A}">
                    <a16:rowId xmlns:a16="http://schemas.microsoft.com/office/drawing/2014/main" val="2931694861"/>
                  </a:ext>
                </a:extLst>
              </a:tr>
              <a:tr h="370840">
                <a:tc>
                  <a:txBody>
                    <a:bodyPr/>
                    <a:lstStyle/>
                    <a:p>
                      <a:r>
                        <a:rPr lang="en-US" sz="1600" dirty="0"/>
                        <a:t>Pod 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Evicted and replaced on Surge Node</a:t>
                      </a:r>
                    </a:p>
                  </a:txBody>
                  <a:tcPr/>
                </a:tc>
                <a:extLst>
                  <a:ext uri="{0D108BD9-81ED-4DB2-BD59-A6C34878D82A}">
                    <a16:rowId xmlns:a16="http://schemas.microsoft.com/office/drawing/2014/main" val="1175122931"/>
                  </a:ext>
                </a:extLst>
              </a:tr>
              <a:tr h="370840">
                <a:tc>
                  <a:txBody>
                    <a:bodyPr/>
                    <a:lstStyle/>
                    <a:p>
                      <a:r>
                        <a:rPr lang="en-US" sz="1600" dirty="0"/>
                        <a:t>Node 2</a:t>
                      </a:r>
                    </a:p>
                  </a:txBody>
                  <a:tcPr/>
                </a:tc>
                <a:tc>
                  <a:txBody>
                    <a:bodyPr/>
                    <a:lstStyle/>
                    <a:p>
                      <a:r>
                        <a:rPr lang="en-US" sz="1600" dirty="0"/>
                        <a:t>Cordoned and reimaged to v1.31</a:t>
                      </a:r>
                    </a:p>
                  </a:txBody>
                  <a:tcPr/>
                </a:tc>
                <a:extLst>
                  <a:ext uri="{0D108BD9-81ED-4DB2-BD59-A6C34878D82A}">
                    <a16:rowId xmlns:a16="http://schemas.microsoft.com/office/drawing/2014/main" val="2845329180"/>
                  </a:ext>
                </a:extLst>
              </a:tr>
            </a:tbl>
          </a:graphicData>
        </a:graphic>
      </p:graphicFrame>
      <p:cxnSp>
        <p:nvCxnSpPr>
          <p:cNvPr id="15" name="Straight Arrow Connector 14">
            <a:extLst>
              <a:ext uri="{FF2B5EF4-FFF2-40B4-BE49-F238E27FC236}">
                <a16:creationId xmlns:a16="http://schemas.microsoft.com/office/drawing/2014/main" id="{E6ECDBC2-9FDB-B081-3B64-A1EA2339A0DB}"/>
              </a:ext>
            </a:extLst>
          </p:cNvPr>
          <p:cNvCxnSpPr/>
          <p:nvPr/>
        </p:nvCxnSpPr>
        <p:spPr>
          <a:xfrm flipH="1">
            <a:off x="2445965" y="2236304"/>
            <a:ext cx="2265183"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0FC6B17-A82D-63E3-091D-8BAC1EE62361}"/>
              </a:ext>
            </a:extLst>
          </p:cNvPr>
          <p:cNvCxnSpPr>
            <a:cxnSpLocks/>
          </p:cNvCxnSpPr>
          <p:nvPr/>
        </p:nvCxnSpPr>
        <p:spPr>
          <a:xfrm flipH="1">
            <a:off x="2445965" y="3538330"/>
            <a:ext cx="2255244"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94BC0BC-4B0A-A7D3-F919-B4DF115DA568}"/>
              </a:ext>
            </a:extLst>
          </p:cNvPr>
          <p:cNvCxnSpPr/>
          <p:nvPr/>
        </p:nvCxnSpPr>
        <p:spPr>
          <a:xfrm>
            <a:off x="4711148" y="2872409"/>
            <a:ext cx="2087217"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7829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E46DE-2072-64A9-4FF6-CFC101256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04C46-6D9F-901B-F3D2-181C6E6F9DCC}"/>
              </a:ext>
            </a:extLst>
          </p:cNvPr>
          <p:cNvSpPr>
            <a:spLocks noGrp="1"/>
          </p:cNvSpPr>
          <p:nvPr>
            <p:ph type="title"/>
          </p:nvPr>
        </p:nvSpPr>
        <p:spPr/>
        <p:txBody>
          <a:bodyPr/>
          <a:lstStyle/>
          <a:p>
            <a:r>
              <a:rPr lang="en-US" dirty="0"/>
              <a:t>Step 5: Remove surge node</a:t>
            </a:r>
          </a:p>
        </p:txBody>
      </p:sp>
      <p:sp>
        <p:nvSpPr>
          <p:cNvPr id="4" name="Rectangle 3">
            <a:extLst>
              <a:ext uri="{FF2B5EF4-FFF2-40B4-BE49-F238E27FC236}">
                <a16:creationId xmlns:a16="http://schemas.microsoft.com/office/drawing/2014/main" id="{DF54C8A3-C43F-1F5B-CDF6-FAB89C4861BD}"/>
              </a:ext>
            </a:extLst>
          </p:cNvPr>
          <p:cNvSpPr/>
          <p:nvPr/>
        </p:nvSpPr>
        <p:spPr>
          <a:xfrm>
            <a:off x="1043610"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C9216B06-63E8-EE38-DE12-90855010740E}"/>
              </a:ext>
            </a:extLst>
          </p:cNvPr>
          <p:cNvSpPr/>
          <p:nvPr/>
        </p:nvSpPr>
        <p:spPr>
          <a:xfrm>
            <a:off x="4231947" y="369404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6" name="Rectangle 5">
            <a:extLst>
              <a:ext uri="{FF2B5EF4-FFF2-40B4-BE49-F238E27FC236}">
                <a16:creationId xmlns:a16="http://schemas.microsoft.com/office/drawing/2014/main" id="{1D472DB5-8A47-9237-4EBB-D3D28FF31C6F}"/>
              </a:ext>
            </a:extLst>
          </p:cNvPr>
          <p:cNvSpPr/>
          <p:nvPr/>
        </p:nvSpPr>
        <p:spPr>
          <a:xfrm>
            <a:off x="1540571" y="336274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5E107978-A300-52BD-43AB-DAC738C73ED2}"/>
              </a:ext>
            </a:extLst>
          </p:cNvPr>
          <p:cNvSpPr txBox="1"/>
          <p:nvPr/>
        </p:nvSpPr>
        <p:spPr>
          <a:xfrm>
            <a:off x="15495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8" name="Rectangle 7">
            <a:extLst>
              <a:ext uri="{FF2B5EF4-FFF2-40B4-BE49-F238E27FC236}">
                <a16:creationId xmlns:a16="http://schemas.microsoft.com/office/drawing/2014/main" id="{269BFBF4-EDA1-53E8-47AA-EBF5CF69E649}"/>
              </a:ext>
            </a:extLst>
          </p:cNvPr>
          <p:cNvSpPr/>
          <p:nvPr/>
        </p:nvSpPr>
        <p:spPr>
          <a:xfrm>
            <a:off x="3703978"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68E1F8C8-D93A-2F1F-7C47-66CF6F24D939}"/>
              </a:ext>
            </a:extLst>
          </p:cNvPr>
          <p:cNvSpPr/>
          <p:nvPr/>
        </p:nvSpPr>
        <p:spPr>
          <a:xfrm>
            <a:off x="1540571"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8511FB4B-0FD7-BC14-92D9-56D1BC09EABA}"/>
              </a:ext>
            </a:extLst>
          </p:cNvPr>
          <p:cNvSpPr/>
          <p:nvPr/>
        </p:nvSpPr>
        <p:spPr>
          <a:xfrm>
            <a:off x="1540571" y="269516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28EB3271-1D09-6428-315C-A78A05DAF0C3}"/>
              </a:ext>
            </a:extLst>
          </p:cNvPr>
          <p:cNvSpPr txBox="1"/>
          <p:nvPr/>
        </p:nvSpPr>
        <p:spPr>
          <a:xfrm>
            <a:off x="42430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12" name="Rectangle 11">
            <a:extLst>
              <a:ext uri="{FF2B5EF4-FFF2-40B4-BE49-F238E27FC236}">
                <a16:creationId xmlns:a16="http://schemas.microsoft.com/office/drawing/2014/main" id="{6D275E24-27CB-5260-7E2B-1AC460049BB6}"/>
              </a:ext>
            </a:extLst>
          </p:cNvPr>
          <p:cNvSpPr/>
          <p:nvPr/>
        </p:nvSpPr>
        <p:spPr>
          <a:xfrm>
            <a:off x="6364347" y="1881811"/>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E9EF65AB-C03D-8768-73BA-73C505969F77}"/>
              </a:ext>
            </a:extLst>
          </p:cNvPr>
          <p:cNvSpPr txBox="1"/>
          <p:nvPr/>
        </p:nvSpPr>
        <p:spPr>
          <a:xfrm>
            <a:off x="6621665" y="4552125"/>
            <a:ext cx="138281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EF88BEB5-032E-6304-62F9-DF8C0A488B43}"/>
              </a:ext>
            </a:extLst>
          </p:cNvPr>
          <p:cNvGraphicFramePr>
            <a:graphicFrameLocks noGrp="1"/>
          </p:cNvGraphicFramePr>
          <p:nvPr/>
        </p:nvGraphicFramePr>
        <p:xfrm>
          <a:off x="1043611" y="5550084"/>
          <a:ext cx="7434468" cy="1112520"/>
        </p:xfrm>
        <a:graphic>
          <a:graphicData uri="http://schemas.openxmlformats.org/drawingml/2006/table">
            <a:tbl>
              <a:tblPr>
                <a:tableStyleId>{5C22544A-7EE6-4342-B048-85BDC9FD1C3A}</a:tableStyleId>
              </a:tblPr>
              <a:tblGrid>
                <a:gridCol w="1500806">
                  <a:extLst>
                    <a:ext uri="{9D8B030D-6E8A-4147-A177-3AD203B41FA5}">
                      <a16:colId xmlns:a16="http://schemas.microsoft.com/office/drawing/2014/main" val="1148713179"/>
                    </a:ext>
                  </a:extLst>
                </a:gridCol>
                <a:gridCol w="5933662">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Pod A</a:t>
                      </a:r>
                    </a:p>
                  </a:txBody>
                  <a:tcPr/>
                </a:tc>
                <a:tc>
                  <a:txBody>
                    <a:bodyPr/>
                    <a:lstStyle/>
                    <a:p>
                      <a:r>
                        <a:rPr lang="en-US" sz="1600" dirty="0"/>
                        <a:t>Evicted and replaced on Node 1</a:t>
                      </a:r>
                    </a:p>
                  </a:txBody>
                  <a:tcPr/>
                </a:tc>
                <a:extLst>
                  <a:ext uri="{0D108BD9-81ED-4DB2-BD59-A6C34878D82A}">
                    <a16:rowId xmlns:a16="http://schemas.microsoft.com/office/drawing/2014/main" val="2931694861"/>
                  </a:ext>
                </a:extLst>
              </a:tr>
              <a:tr h="370840">
                <a:tc>
                  <a:txBody>
                    <a:bodyPr/>
                    <a:lstStyle/>
                    <a:p>
                      <a:r>
                        <a:rPr lang="en-US" sz="1600" dirty="0"/>
                        <a:t>Pod 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Evicted and replaced on Node 2</a:t>
                      </a:r>
                    </a:p>
                  </a:txBody>
                  <a:tcPr/>
                </a:tc>
                <a:extLst>
                  <a:ext uri="{0D108BD9-81ED-4DB2-BD59-A6C34878D82A}">
                    <a16:rowId xmlns:a16="http://schemas.microsoft.com/office/drawing/2014/main" val="1175122931"/>
                  </a:ext>
                </a:extLst>
              </a:tr>
              <a:tr h="370840">
                <a:tc>
                  <a:txBody>
                    <a:bodyPr/>
                    <a:lstStyle/>
                    <a:p>
                      <a:r>
                        <a:rPr lang="en-US" sz="1600" dirty="0"/>
                        <a:t>Surge Node</a:t>
                      </a:r>
                    </a:p>
                  </a:txBody>
                  <a:tcPr/>
                </a:tc>
                <a:tc>
                  <a:txBody>
                    <a:bodyPr/>
                    <a:lstStyle/>
                    <a:p>
                      <a:r>
                        <a:rPr lang="en-US" sz="1600" dirty="0"/>
                        <a:t>Deleted</a:t>
                      </a:r>
                    </a:p>
                  </a:txBody>
                  <a:tcPr/>
                </a:tc>
                <a:extLst>
                  <a:ext uri="{0D108BD9-81ED-4DB2-BD59-A6C34878D82A}">
                    <a16:rowId xmlns:a16="http://schemas.microsoft.com/office/drawing/2014/main" val="2845329180"/>
                  </a:ext>
                </a:extLst>
              </a:tr>
            </a:tbl>
          </a:graphicData>
        </a:graphic>
      </p:graphicFrame>
      <p:cxnSp>
        <p:nvCxnSpPr>
          <p:cNvPr id="20" name="Straight Arrow Connector 19">
            <a:extLst>
              <a:ext uri="{FF2B5EF4-FFF2-40B4-BE49-F238E27FC236}">
                <a16:creationId xmlns:a16="http://schemas.microsoft.com/office/drawing/2014/main" id="{2F7CE0B1-CC07-8721-B86E-5F3C60A6EB5A}"/>
              </a:ext>
            </a:extLst>
          </p:cNvPr>
          <p:cNvCxnSpPr>
            <a:cxnSpLocks/>
          </p:cNvCxnSpPr>
          <p:nvPr/>
        </p:nvCxnSpPr>
        <p:spPr>
          <a:xfrm flipH="1">
            <a:off x="2445965" y="2872409"/>
            <a:ext cx="4352400"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20E837C1-4C80-8064-457A-CCDBF93710E5}"/>
              </a:ext>
            </a:extLst>
          </p:cNvPr>
          <p:cNvCxnSpPr>
            <a:cxnSpLocks/>
          </p:cNvCxnSpPr>
          <p:nvPr/>
        </p:nvCxnSpPr>
        <p:spPr>
          <a:xfrm flipH="1">
            <a:off x="5139465" y="3899456"/>
            <a:ext cx="1662215"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8371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DB6AE-3F6C-0FC3-0B1D-DC4E47C2E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8AADA-1852-4432-86E7-7731BC219326}"/>
              </a:ext>
            </a:extLst>
          </p:cNvPr>
          <p:cNvSpPr>
            <a:spLocks noGrp="1"/>
          </p:cNvSpPr>
          <p:nvPr>
            <p:ph type="title"/>
          </p:nvPr>
        </p:nvSpPr>
        <p:spPr/>
        <p:txBody>
          <a:bodyPr/>
          <a:lstStyle/>
          <a:p>
            <a:r>
              <a:rPr lang="en-US" dirty="0"/>
              <a:t>Final State</a:t>
            </a:r>
          </a:p>
        </p:txBody>
      </p:sp>
      <p:sp>
        <p:nvSpPr>
          <p:cNvPr id="4" name="Rectangle 3">
            <a:extLst>
              <a:ext uri="{FF2B5EF4-FFF2-40B4-BE49-F238E27FC236}">
                <a16:creationId xmlns:a16="http://schemas.microsoft.com/office/drawing/2014/main" id="{B378D808-B9DF-B5AD-86C1-05400B84A489}"/>
              </a:ext>
            </a:extLst>
          </p:cNvPr>
          <p:cNvSpPr/>
          <p:nvPr/>
        </p:nvSpPr>
        <p:spPr>
          <a:xfrm>
            <a:off x="1043610"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604FCCEA-63EE-FDA6-AFB8-F7519C5FB6EC}"/>
              </a:ext>
            </a:extLst>
          </p:cNvPr>
          <p:cNvSpPr/>
          <p:nvPr/>
        </p:nvSpPr>
        <p:spPr>
          <a:xfrm>
            <a:off x="4231947" y="369404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6" name="Rectangle 5">
            <a:extLst>
              <a:ext uri="{FF2B5EF4-FFF2-40B4-BE49-F238E27FC236}">
                <a16:creationId xmlns:a16="http://schemas.microsoft.com/office/drawing/2014/main" id="{4362E1A3-10C7-87B8-594E-22F53D6EA1D8}"/>
              </a:ext>
            </a:extLst>
          </p:cNvPr>
          <p:cNvSpPr/>
          <p:nvPr/>
        </p:nvSpPr>
        <p:spPr>
          <a:xfrm>
            <a:off x="1540571" y="336274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69CD7401-3DA7-CCA2-B12D-3A18BC263287}"/>
              </a:ext>
            </a:extLst>
          </p:cNvPr>
          <p:cNvSpPr txBox="1"/>
          <p:nvPr/>
        </p:nvSpPr>
        <p:spPr>
          <a:xfrm>
            <a:off x="15495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8" name="Rectangle 7">
            <a:extLst>
              <a:ext uri="{FF2B5EF4-FFF2-40B4-BE49-F238E27FC236}">
                <a16:creationId xmlns:a16="http://schemas.microsoft.com/office/drawing/2014/main" id="{568EC82C-762A-CB2E-25B0-F30D31C24815}"/>
              </a:ext>
            </a:extLst>
          </p:cNvPr>
          <p:cNvSpPr/>
          <p:nvPr/>
        </p:nvSpPr>
        <p:spPr>
          <a:xfrm>
            <a:off x="3703978" y="1878496"/>
            <a:ext cx="1908313" cy="2474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6C2C3F7F-2857-53EC-4702-08F536600533}"/>
              </a:ext>
            </a:extLst>
          </p:cNvPr>
          <p:cNvSpPr/>
          <p:nvPr/>
        </p:nvSpPr>
        <p:spPr>
          <a:xfrm>
            <a:off x="1540571"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29CCDE7D-6930-217D-F8D1-345B794D7F93}"/>
              </a:ext>
            </a:extLst>
          </p:cNvPr>
          <p:cNvSpPr/>
          <p:nvPr/>
        </p:nvSpPr>
        <p:spPr>
          <a:xfrm>
            <a:off x="1540571" y="269516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D5EE0DBE-2A14-0EA6-8E3B-CB222BD39D1C}"/>
              </a:ext>
            </a:extLst>
          </p:cNvPr>
          <p:cNvSpPr txBox="1"/>
          <p:nvPr/>
        </p:nvSpPr>
        <p:spPr>
          <a:xfrm>
            <a:off x="4243066" y="455212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Tree>
    <p:extLst>
      <p:ext uri="{BB962C8B-B14F-4D97-AF65-F5344CB8AC3E}">
        <p14:creationId xmlns:p14="http://schemas.microsoft.com/office/powerpoint/2010/main" val="827202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8757-AA84-C0B7-7518-1ED30214A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4E126-B00F-33C1-77F2-9E6743C2BDBA}"/>
              </a:ext>
            </a:extLst>
          </p:cNvPr>
          <p:cNvSpPr>
            <a:spLocks noGrp="1"/>
          </p:cNvSpPr>
          <p:nvPr>
            <p:ph type="title"/>
          </p:nvPr>
        </p:nvSpPr>
        <p:spPr/>
        <p:txBody>
          <a:bodyPr/>
          <a:lstStyle/>
          <a:p>
            <a:r>
              <a:rPr lang="en-US" dirty="0"/>
              <a:t>Enforcing Rolling Upgrade</a:t>
            </a:r>
          </a:p>
        </p:txBody>
      </p:sp>
      <p:sp>
        <p:nvSpPr>
          <p:cNvPr id="3" name="TextBox 2">
            <a:extLst>
              <a:ext uri="{FF2B5EF4-FFF2-40B4-BE49-F238E27FC236}">
                <a16:creationId xmlns:a16="http://schemas.microsoft.com/office/drawing/2014/main" id="{3FFB04C9-9DEF-FF71-D284-79287E33F1A1}"/>
              </a:ext>
            </a:extLst>
          </p:cNvPr>
          <p:cNvSpPr txBox="1"/>
          <p:nvPr/>
        </p:nvSpPr>
        <p:spPr>
          <a:xfrm>
            <a:off x="1043609" y="1951672"/>
            <a:ext cx="5756704" cy="2123658"/>
          </a:xfrm>
          <a:prstGeom prst="rect">
            <a:avLst/>
          </a:prstGeom>
          <a:noFill/>
        </p:spPr>
        <p:txBody>
          <a:bodyPr wrap="none" rtlCol="0">
            <a:spAutoFit/>
          </a:bodyPr>
          <a:lstStyle/>
          <a:p>
            <a:r>
              <a:rPr lang="en-US" dirty="0" err="1">
                <a:latin typeface="Consolas" panose="020B0609020204030204" pitchFamily="49" charset="0"/>
              </a:rPr>
              <a:t>az</a:t>
            </a:r>
            <a:r>
              <a:rPr lang="en-US" dirty="0">
                <a:latin typeface="Consolas" panose="020B0609020204030204" pitchFamily="49" charset="0"/>
              </a:rPr>
              <a:t> </a:t>
            </a:r>
            <a:r>
              <a:rPr lang="en-US" dirty="0" err="1">
                <a:latin typeface="Consolas" panose="020B0609020204030204" pitchFamily="49" charset="0"/>
              </a:rPr>
              <a:t>aks</a:t>
            </a:r>
            <a:r>
              <a:rPr lang="en-US" dirty="0">
                <a:latin typeface="Consolas" panose="020B0609020204030204" pitchFamily="49" charset="0"/>
              </a:rPr>
              <a:t> </a:t>
            </a:r>
            <a:r>
              <a:rPr lang="en-US" dirty="0" err="1">
                <a:latin typeface="Consolas" panose="020B0609020204030204" pitchFamily="49" charset="0"/>
              </a:rPr>
              <a:t>nodepool</a:t>
            </a:r>
            <a:r>
              <a:rPr lang="en-US" dirty="0">
                <a:latin typeface="Consolas" panose="020B0609020204030204" pitchFamily="49" charset="0"/>
              </a:rPr>
              <a:t> update \</a:t>
            </a:r>
          </a:p>
          <a:p>
            <a:r>
              <a:rPr lang="en-US" dirty="0">
                <a:latin typeface="Consolas" panose="020B0609020204030204" pitchFamily="49" charset="0"/>
              </a:rPr>
              <a:t>    --resource-group &lt;resource-group-name&gt; \</a:t>
            </a:r>
          </a:p>
          <a:p>
            <a:r>
              <a:rPr lang="en-US" dirty="0">
                <a:latin typeface="Consolas" panose="020B0609020204030204" pitchFamily="49" charset="0"/>
              </a:rPr>
              <a:t>    --cluster-name &lt;cluster-name&gt; \</a:t>
            </a:r>
          </a:p>
          <a:p>
            <a:r>
              <a:rPr lang="en-US" dirty="0">
                <a:latin typeface="Consolas" panose="020B0609020204030204" pitchFamily="49" charset="0"/>
              </a:rPr>
              <a:t>    --name &lt;</a:t>
            </a:r>
            <a:r>
              <a:rPr lang="en-US" dirty="0" err="1">
                <a:latin typeface="Consolas" panose="020B0609020204030204" pitchFamily="49" charset="0"/>
              </a:rPr>
              <a:t>nodepool</a:t>
            </a:r>
            <a:r>
              <a:rPr lang="en-US" dirty="0">
                <a:latin typeface="Consolas" panose="020B0609020204030204" pitchFamily="49" charset="0"/>
              </a:rPr>
              <a:t>-name&gt; \</a:t>
            </a:r>
          </a:p>
          <a:p>
            <a:r>
              <a:rPr lang="en-US" dirty="0">
                <a:highlight>
                  <a:srgbClr val="FFFF00"/>
                </a:highlight>
                <a:latin typeface="Consolas" panose="020B0609020204030204" pitchFamily="49" charset="0"/>
              </a:rPr>
              <a:t>    --max-surge &lt;max-surge-value&gt;</a:t>
            </a:r>
          </a:p>
          <a:p>
            <a:endParaRPr lang="en-US" dirty="0">
              <a:latin typeface="Consolas" panose="020B0609020204030204" pitchFamily="49" charset="0"/>
            </a:endParaRPr>
          </a:p>
          <a:p>
            <a:r>
              <a:rPr lang="en-US" sz="2400" dirty="0">
                <a:latin typeface="+mj-lt"/>
              </a:rPr>
              <a:t>The default behavior is Rolling Update</a:t>
            </a:r>
          </a:p>
        </p:txBody>
      </p:sp>
    </p:spTree>
    <p:extLst>
      <p:ext uri="{BB962C8B-B14F-4D97-AF65-F5344CB8AC3E}">
        <p14:creationId xmlns:p14="http://schemas.microsoft.com/office/powerpoint/2010/main" val="3596573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2B108BA-CE66-2908-88CD-284D3F55490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BE0EBD9-543C-DF01-01FB-12871320253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Upgrade AKS Node Pool with Rolling-Upgrade</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744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287597-88D8-396D-8A41-89E4713EC0E6}"/>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486FC3-76AF-1792-390C-C8285D9B1CB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Upgrade with Pod Disruption</a:t>
            </a:r>
          </a:p>
        </p:txBody>
      </p:sp>
      <p:sp>
        <p:nvSpPr>
          <p:cNvPr id="22" name="Rectangle 21">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5140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22FBB-7086-8DB6-EB77-BD4816FAA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E8FCE-E885-F94E-3FC3-4E233EDC214A}"/>
              </a:ext>
            </a:extLst>
          </p:cNvPr>
          <p:cNvSpPr>
            <a:spLocks noGrp="1"/>
          </p:cNvSpPr>
          <p:nvPr>
            <p:ph type="title"/>
          </p:nvPr>
        </p:nvSpPr>
        <p:spPr/>
        <p:txBody>
          <a:bodyPr/>
          <a:lstStyle/>
          <a:p>
            <a:r>
              <a:rPr lang="en-US" dirty="0"/>
              <a:t>Step 1: Initial setup</a:t>
            </a:r>
          </a:p>
        </p:txBody>
      </p:sp>
      <p:sp>
        <p:nvSpPr>
          <p:cNvPr id="4" name="Rectangle 3">
            <a:extLst>
              <a:ext uri="{FF2B5EF4-FFF2-40B4-BE49-F238E27FC236}">
                <a16:creationId xmlns:a16="http://schemas.microsoft.com/office/drawing/2014/main" id="{350EF2D2-6DDA-5820-EA0B-8B738B70C6FF}"/>
              </a:ext>
            </a:extLst>
          </p:cNvPr>
          <p:cNvSpPr/>
          <p:nvPr/>
        </p:nvSpPr>
        <p:spPr>
          <a:xfrm>
            <a:off x="1043610"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45AC38A2-F43B-6DAF-FA28-3A828C924912}"/>
              </a:ext>
            </a:extLst>
          </p:cNvPr>
          <p:cNvSpPr/>
          <p:nvPr/>
        </p:nvSpPr>
        <p:spPr>
          <a:xfrm>
            <a:off x="1570387" y="2027582"/>
            <a:ext cx="854765" cy="50689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Pod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Aptos" panose="02110004020202020204"/>
              </a:rPr>
              <a:t>(PDB)</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BFB02B13-695F-465C-8B82-2EB2BA3C4C49}"/>
              </a:ext>
            </a:extLst>
          </p:cNvPr>
          <p:cNvSpPr/>
          <p:nvPr/>
        </p:nvSpPr>
        <p:spPr>
          <a:xfrm>
            <a:off x="1570387"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8A90738C-0F9D-3A59-DF07-0A496FBD0966}"/>
              </a:ext>
            </a:extLst>
          </p:cNvPr>
          <p:cNvSpPr txBox="1"/>
          <p:nvPr/>
        </p:nvSpPr>
        <p:spPr>
          <a:xfrm>
            <a:off x="15495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BF7A1E1E-A4FB-5FCC-9050-9142A1D32C37}"/>
              </a:ext>
            </a:extLst>
          </p:cNvPr>
          <p:cNvSpPr/>
          <p:nvPr/>
        </p:nvSpPr>
        <p:spPr>
          <a:xfrm>
            <a:off x="3739319"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7217E4B8-FF69-9B37-C6D8-C838E77CC6FB}"/>
              </a:ext>
            </a:extLst>
          </p:cNvPr>
          <p:cNvSpPr/>
          <p:nvPr/>
        </p:nvSpPr>
        <p:spPr>
          <a:xfrm>
            <a:off x="4273826"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1B53924D-ED93-ABAB-A757-FD071BDCC44B}"/>
              </a:ext>
            </a:extLst>
          </p:cNvPr>
          <p:cNvSpPr/>
          <p:nvPr/>
        </p:nvSpPr>
        <p:spPr>
          <a:xfrm>
            <a:off x="4273826"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0F9714F4-FD44-A0F1-6D9A-602BDA86ACB7}"/>
              </a:ext>
            </a:extLst>
          </p:cNvPr>
          <p:cNvSpPr txBox="1"/>
          <p:nvPr/>
        </p:nvSpPr>
        <p:spPr>
          <a:xfrm>
            <a:off x="42430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12" name="Rectangle 11">
            <a:extLst>
              <a:ext uri="{FF2B5EF4-FFF2-40B4-BE49-F238E27FC236}">
                <a16:creationId xmlns:a16="http://schemas.microsoft.com/office/drawing/2014/main" id="{DAE1DD57-0E09-40AC-6623-85CEC24ACABA}"/>
              </a:ext>
            </a:extLst>
          </p:cNvPr>
          <p:cNvSpPr/>
          <p:nvPr/>
        </p:nvSpPr>
        <p:spPr>
          <a:xfrm>
            <a:off x="6435028" y="1881811"/>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48BEB5BC-22D8-AAB3-DFE3-1C2A4F79A064}"/>
              </a:ext>
            </a:extLst>
          </p:cNvPr>
          <p:cNvSpPr txBox="1"/>
          <p:nvPr/>
        </p:nvSpPr>
        <p:spPr>
          <a:xfrm>
            <a:off x="6559949"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36E9014F-0A33-5C88-F8E7-855553A5E31B}"/>
              </a:ext>
            </a:extLst>
          </p:cNvPr>
          <p:cNvGraphicFramePr>
            <a:graphicFrameLocks noGrp="1"/>
          </p:cNvGraphicFramePr>
          <p:nvPr>
            <p:extLst>
              <p:ext uri="{D42A27DB-BD31-4B8C-83A1-F6EECF244321}">
                <p14:modId xmlns:p14="http://schemas.microsoft.com/office/powerpoint/2010/main" val="882638797"/>
              </p:ext>
            </p:extLst>
          </p:nvPr>
        </p:nvGraphicFramePr>
        <p:xfrm>
          <a:off x="1043610" y="5251910"/>
          <a:ext cx="6645967" cy="1483360"/>
        </p:xfrm>
        <a:graphic>
          <a:graphicData uri="http://schemas.openxmlformats.org/drawingml/2006/table">
            <a:tbl>
              <a:tblPr>
                <a:tableStyleId>{5C22544A-7EE6-4342-B048-85BDC9FD1C3A}</a:tableStyleId>
              </a:tblPr>
              <a:tblGrid>
                <a:gridCol w="1616767">
                  <a:extLst>
                    <a:ext uri="{9D8B030D-6E8A-4147-A177-3AD203B41FA5}">
                      <a16:colId xmlns:a16="http://schemas.microsoft.com/office/drawing/2014/main" val="1148713179"/>
                    </a:ext>
                  </a:extLst>
                </a:gridCol>
                <a:gridCol w="5029200">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Pod A (PDB), Pod B</a:t>
                      </a:r>
                    </a:p>
                  </a:txBody>
                  <a:tcPr/>
                </a:tc>
                <a:extLst>
                  <a:ext uri="{0D108BD9-81ED-4DB2-BD59-A6C34878D82A}">
                    <a16:rowId xmlns:a16="http://schemas.microsoft.com/office/drawing/2014/main" val="2931694861"/>
                  </a:ext>
                </a:extLst>
              </a:tr>
              <a:tr h="370840">
                <a:tc>
                  <a:txBody>
                    <a:bodyPr/>
                    <a:lstStyle/>
                    <a:p>
                      <a:r>
                        <a:rPr lang="en-US" sz="1600" dirty="0"/>
                        <a:t>Node 2</a:t>
                      </a:r>
                    </a:p>
                  </a:txBody>
                  <a:tcPr/>
                </a:tc>
                <a:tc>
                  <a:txBody>
                    <a:bodyPr/>
                    <a:lstStyle/>
                    <a:p>
                      <a:r>
                        <a:rPr lang="en-US" sz="1600" dirty="0"/>
                        <a:t>Pod C, Pod D</a:t>
                      </a:r>
                    </a:p>
                  </a:txBody>
                  <a:tcPr/>
                </a:tc>
                <a:extLst>
                  <a:ext uri="{0D108BD9-81ED-4DB2-BD59-A6C34878D82A}">
                    <a16:rowId xmlns:a16="http://schemas.microsoft.com/office/drawing/2014/main" val="1175122931"/>
                  </a:ext>
                </a:extLst>
              </a:tr>
              <a:tr h="370840">
                <a:tc>
                  <a:txBody>
                    <a:bodyPr/>
                    <a:lstStyle/>
                    <a:p>
                      <a:r>
                        <a:rPr lang="en-US" sz="1600" dirty="0"/>
                        <a:t>Surge Nodes</a:t>
                      </a:r>
                    </a:p>
                  </a:txBody>
                  <a:tcPr/>
                </a:tc>
                <a:tc>
                  <a:txBody>
                    <a:bodyPr/>
                    <a:lstStyle/>
                    <a:p>
                      <a:r>
                        <a:rPr lang="en-US" sz="1600" dirty="0"/>
                        <a:t>Newly created 2 nodes</a:t>
                      </a:r>
                    </a:p>
                  </a:txBody>
                  <a:tcPr/>
                </a:tc>
                <a:extLst>
                  <a:ext uri="{0D108BD9-81ED-4DB2-BD59-A6C34878D82A}">
                    <a16:rowId xmlns:a16="http://schemas.microsoft.com/office/drawing/2014/main" val="2845329180"/>
                  </a:ext>
                </a:extLst>
              </a:tr>
              <a:tr h="370840">
                <a:tc>
                  <a:txBody>
                    <a:bodyPr/>
                    <a:lstStyle/>
                    <a:p>
                      <a:r>
                        <a:rPr lang="en-US" sz="1600" dirty="0"/>
                        <a:t>PDB</a:t>
                      </a:r>
                    </a:p>
                  </a:txBody>
                  <a:tcPr/>
                </a:tc>
                <a:tc>
                  <a:txBody>
                    <a:bodyPr/>
                    <a:lstStyle/>
                    <a:p>
                      <a:r>
                        <a:rPr lang="en-US" sz="1600" dirty="0"/>
                        <a:t>Prevents Pod A eviction</a:t>
                      </a:r>
                    </a:p>
                  </a:txBody>
                  <a:tcPr/>
                </a:tc>
                <a:extLst>
                  <a:ext uri="{0D108BD9-81ED-4DB2-BD59-A6C34878D82A}">
                    <a16:rowId xmlns:a16="http://schemas.microsoft.com/office/drawing/2014/main" val="3305334566"/>
                  </a:ext>
                </a:extLst>
              </a:tr>
            </a:tbl>
          </a:graphicData>
        </a:graphic>
      </p:graphicFrame>
      <p:sp>
        <p:nvSpPr>
          <p:cNvPr id="3" name="Rectangle 2">
            <a:extLst>
              <a:ext uri="{FF2B5EF4-FFF2-40B4-BE49-F238E27FC236}">
                <a16:creationId xmlns:a16="http://schemas.microsoft.com/office/drawing/2014/main" id="{CDFA852A-0264-6798-DD6C-D8D77A24FDB9}"/>
              </a:ext>
            </a:extLst>
          </p:cNvPr>
          <p:cNvSpPr/>
          <p:nvPr/>
        </p:nvSpPr>
        <p:spPr>
          <a:xfrm>
            <a:off x="9130737" y="1875187"/>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4F5EF9BC-C084-4A4F-38C1-0816129A6995}"/>
              </a:ext>
            </a:extLst>
          </p:cNvPr>
          <p:cNvSpPr txBox="1"/>
          <p:nvPr/>
        </p:nvSpPr>
        <p:spPr>
          <a:xfrm>
            <a:off x="9376030"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Tree>
    <p:extLst>
      <p:ext uri="{BB962C8B-B14F-4D97-AF65-F5344CB8AC3E}">
        <p14:creationId xmlns:p14="http://schemas.microsoft.com/office/powerpoint/2010/main" val="3092654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A387-CB7A-8253-AD84-B6CB39E17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04133F-9122-9A4B-ADD4-A9856D669E02}"/>
              </a:ext>
            </a:extLst>
          </p:cNvPr>
          <p:cNvSpPr>
            <a:spLocks noGrp="1"/>
          </p:cNvSpPr>
          <p:nvPr>
            <p:ph type="title"/>
          </p:nvPr>
        </p:nvSpPr>
        <p:spPr/>
        <p:txBody>
          <a:bodyPr/>
          <a:lstStyle/>
          <a:p>
            <a:r>
              <a:rPr lang="en-US" dirty="0"/>
              <a:t>Step 2: Attempt to drain first node (blocked)</a:t>
            </a:r>
          </a:p>
        </p:txBody>
      </p:sp>
      <p:sp>
        <p:nvSpPr>
          <p:cNvPr id="4" name="Rectangle 3">
            <a:extLst>
              <a:ext uri="{FF2B5EF4-FFF2-40B4-BE49-F238E27FC236}">
                <a16:creationId xmlns:a16="http://schemas.microsoft.com/office/drawing/2014/main" id="{B0038B9C-C617-C138-FBD3-635516526F1F}"/>
              </a:ext>
            </a:extLst>
          </p:cNvPr>
          <p:cNvSpPr/>
          <p:nvPr/>
        </p:nvSpPr>
        <p:spPr>
          <a:xfrm>
            <a:off x="1043610"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E7A1E9DD-DC66-C274-084F-8BC7BC41D67C}"/>
              </a:ext>
            </a:extLst>
          </p:cNvPr>
          <p:cNvSpPr/>
          <p:nvPr/>
        </p:nvSpPr>
        <p:spPr>
          <a:xfrm>
            <a:off x="1570387" y="2027582"/>
            <a:ext cx="854765" cy="50689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Pod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Aptos" panose="02110004020202020204"/>
              </a:rPr>
              <a:t>(PDB)</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10A82BBA-4511-1FED-1563-F188481F53F3}"/>
              </a:ext>
            </a:extLst>
          </p:cNvPr>
          <p:cNvSpPr/>
          <p:nvPr/>
        </p:nvSpPr>
        <p:spPr>
          <a:xfrm>
            <a:off x="6961802" y="338096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60F97B50-8D8D-EDE0-05C6-AD54265EF186}"/>
              </a:ext>
            </a:extLst>
          </p:cNvPr>
          <p:cNvSpPr txBox="1"/>
          <p:nvPr/>
        </p:nvSpPr>
        <p:spPr>
          <a:xfrm>
            <a:off x="810009" y="4353345"/>
            <a:ext cx="237552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–Quarantined-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6468DF1C-C6DD-9681-BC0B-E294D7571AC3}"/>
              </a:ext>
            </a:extLst>
          </p:cNvPr>
          <p:cNvSpPr/>
          <p:nvPr/>
        </p:nvSpPr>
        <p:spPr>
          <a:xfrm>
            <a:off x="3739319"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A7077E9D-1D82-3747-ACC2-31175886FA30}"/>
              </a:ext>
            </a:extLst>
          </p:cNvPr>
          <p:cNvSpPr/>
          <p:nvPr/>
        </p:nvSpPr>
        <p:spPr>
          <a:xfrm>
            <a:off x="4273826"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8D73E16D-8558-5503-F2EB-C8649EE4F300}"/>
              </a:ext>
            </a:extLst>
          </p:cNvPr>
          <p:cNvSpPr/>
          <p:nvPr/>
        </p:nvSpPr>
        <p:spPr>
          <a:xfrm>
            <a:off x="4273826"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198C0289-7C22-F8F1-917E-450EDB51BBC5}"/>
              </a:ext>
            </a:extLst>
          </p:cNvPr>
          <p:cNvSpPr txBox="1"/>
          <p:nvPr/>
        </p:nvSpPr>
        <p:spPr>
          <a:xfrm>
            <a:off x="42430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12" name="Rectangle 11">
            <a:extLst>
              <a:ext uri="{FF2B5EF4-FFF2-40B4-BE49-F238E27FC236}">
                <a16:creationId xmlns:a16="http://schemas.microsoft.com/office/drawing/2014/main" id="{62A47367-47EC-F2F0-4A5D-F4390BAF0AA0}"/>
              </a:ext>
            </a:extLst>
          </p:cNvPr>
          <p:cNvSpPr/>
          <p:nvPr/>
        </p:nvSpPr>
        <p:spPr>
          <a:xfrm>
            <a:off x="6435028" y="1881811"/>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4930E593-7A20-C4D7-C5F9-5A5A7249D051}"/>
              </a:ext>
            </a:extLst>
          </p:cNvPr>
          <p:cNvSpPr txBox="1"/>
          <p:nvPr/>
        </p:nvSpPr>
        <p:spPr>
          <a:xfrm>
            <a:off x="6559949"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B3F89E57-EDFE-EFFB-567A-58BC9D2D0CBF}"/>
              </a:ext>
            </a:extLst>
          </p:cNvPr>
          <p:cNvGraphicFramePr>
            <a:graphicFrameLocks noGrp="1"/>
          </p:cNvGraphicFramePr>
          <p:nvPr>
            <p:extLst>
              <p:ext uri="{D42A27DB-BD31-4B8C-83A1-F6EECF244321}">
                <p14:modId xmlns:p14="http://schemas.microsoft.com/office/powerpoint/2010/main" val="1469526044"/>
              </p:ext>
            </p:extLst>
          </p:nvPr>
        </p:nvGraphicFramePr>
        <p:xfrm>
          <a:off x="1043610" y="5251910"/>
          <a:ext cx="9995440" cy="1112520"/>
        </p:xfrm>
        <a:graphic>
          <a:graphicData uri="http://schemas.openxmlformats.org/drawingml/2006/table">
            <a:tbl>
              <a:tblPr>
                <a:tableStyleId>{5C22544A-7EE6-4342-B048-85BDC9FD1C3A}</a:tableStyleId>
              </a:tblPr>
              <a:tblGrid>
                <a:gridCol w="1133060">
                  <a:extLst>
                    <a:ext uri="{9D8B030D-6E8A-4147-A177-3AD203B41FA5}">
                      <a16:colId xmlns:a16="http://schemas.microsoft.com/office/drawing/2014/main" val="1148713179"/>
                    </a:ext>
                  </a:extLst>
                </a:gridCol>
                <a:gridCol w="8862380">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Cordoned and marked as quarantined (Pod A stuck)</a:t>
                      </a:r>
                    </a:p>
                  </a:txBody>
                  <a:tcPr/>
                </a:tc>
                <a:extLst>
                  <a:ext uri="{0D108BD9-81ED-4DB2-BD59-A6C34878D82A}">
                    <a16:rowId xmlns:a16="http://schemas.microsoft.com/office/drawing/2014/main" val="2931694861"/>
                  </a:ext>
                </a:extLst>
              </a:tr>
              <a:tr h="370840">
                <a:tc>
                  <a:txBody>
                    <a:bodyPr/>
                    <a:lstStyle/>
                    <a:p>
                      <a:r>
                        <a:rPr lang="en-US" sz="1600" dirty="0"/>
                        <a:t>Pod B</a:t>
                      </a:r>
                    </a:p>
                  </a:txBody>
                  <a:tcPr/>
                </a:tc>
                <a:tc>
                  <a:txBody>
                    <a:bodyPr/>
                    <a:lstStyle/>
                    <a:p>
                      <a:r>
                        <a:rPr lang="en-US" sz="1600" dirty="0"/>
                        <a:t>Evicted and replaced on Surge Node 1, while Surge Node 2 temporarily used</a:t>
                      </a:r>
                    </a:p>
                  </a:txBody>
                  <a:tcPr/>
                </a:tc>
                <a:extLst>
                  <a:ext uri="{0D108BD9-81ED-4DB2-BD59-A6C34878D82A}">
                    <a16:rowId xmlns:a16="http://schemas.microsoft.com/office/drawing/2014/main" val="1175122931"/>
                  </a:ext>
                </a:extLst>
              </a:tr>
              <a:tr h="370840">
                <a:tc>
                  <a:txBody>
                    <a:bodyPr/>
                    <a:lstStyle/>
                    <a:p>
                      <a:r>
                        <a:rPr lang="en-US" sz="1600" dirty="0"/>
                        <a:t>Status</a:t>
                      </a:r>
                    </a:p>
                  </a:txBody>
                  <a:tcPr/>
                </a:tc>
                <a:tc>
                  <a:txBody>
                    <a:bodyPr/>
                    <a:lstStyle/>
                    <a:p>
                      <a:r>
                        <a:rPr lang="en-US" sz="1600" dirty="0"/>
                        <a:t>Node 1 upgrade blocked</a:t>
                      </a:r>
                    </a:p>
                  </a:txBody>
                  <a:tcPr/>
                </a:tc>
                <a:extLst>
                  <a:ext uri="{0D108BD9-81ED-4DB2-BD59-A6C34878D82A}">
                    <a16:rowId xmlns:a16="http://schemas.microsoft.com/office/drawing/2014/main" val="2845329180"/>
                  </a:ext>
                </a:extLst>
              </a:tr>
            </a:tbl>
          </a:graphicData>
        </a:graphic>
      </p:graphicFrame>
      <p:sp>
        <p:nvSpPr>
          <p:cNvPr id="3" name="Rectangle 2">
            <a:extLst>
              <a:ext uri="{FF2B5EF4-FFF2-40B4-BE49-F238E27FC236}">
                <a16:creationId xmlns:a16="http://schemas.microsoft.com/office/drawing/2014/main" id="{E80A83AE-C151-02FA-D70C-810A26DBADCB}"/>
              </a:ext>
            </a:extLst>
          </p:cNvPr>
          <p:cNvSpPr/>
          <p:nvPr/>
        </p:nvSpPr>
        <p:spPr>
          <a:xfrm>
            <a:off x="9130737" y="1875187"/>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79A9E2B2-99C9-54CA-95C5-EA032D27B9A8}"/>
              </a:ext>
            </a:extLst>
          </p:cNvPr>
          <p:cNvSpPr txBox="1"/>
          <p:nvPr/>
        </p:nvSpPr>
        <p:spPr>
          <a:xfrm>
            <a:off x="9376030"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cxnSp>
        <p:nvCxnSpPr>
          <p:cNvPr id="17" name="Straight Arrow Connector 16">
            <a:extLst>
              <a:ext uri="{FF2B5EF4-FFF2-40B4-BE49-F238E27FC236}">
                <a16:creationId xmlns:a16="http://schemas.microsoft.com/office/drawing/2014/main" id="{36B822A2-2EBA-355E-CCCE-C5F14E8CE26B}"/>
              </a:ext>
            </a:extLst>
          </p:cNvPr>
          <p:cNvCxnSpPr/>
          <p:nvPr/>
        </p:nvCxnSpPr>
        <p:spPr>
          <a:xfrm>
            <a:off x="2007704" y="2832652"/>
            <a:ext cx="4810539" cy="74543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7351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DB34-EE91-AC09-EA79-84237A887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46F5E-538A-CE3C-D656-4F9A617E780F}"/>
              </a:ext>
            </a:extLst>
          </p:cNvPr>
          <p:cNvSpPr>
            <a:spLocks noGrp="1"/>
          </p:cNvSpPr>
          <p:nvPr>
            <p:ph type="title"/>
          </p:nvPr>
        </p:nvSpPr>
        <p:spPr/>
        <p:txBody>
          <a:bodyPr/>
          <a:lstStyle/>
          <a:p>
            <a:r>
              <a:rPr lang="en-US" dirty="0"/>
              <a:t>Step 3: Proceed to second node</a:t>
            </a:r>
          </a:p>
        </p:txBody>
      </p:sp>
      <p:sp>
        <p:nvSpPr>
          <p:cNvPr id="4" name="Rectangle 3">
            <a:extLst>
              <a:ext uri="{FF2B5EF4-FFF2-40B4-BE49-F238E27FC236}">
                <a16:creationId xmlns:a16="http://schemas.microsoft.com/office/drawing/2014/main" id="{B5527F20-A1DD-D101-B560-B935EBD551F5}"/>
              </a:ext>
            </a:extLst>
          </p:cNvPr>
          <p:cNvSpPr/>
          <p:nvPr/>
        </p:nvSpPr>
        <p:spPr>
          <a:xfrm>
            <a:off x="1043610"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FB5C48F-B612-2636-C23B-B7085974C14C}"/>
              </a:ext>
            </a:extLst>
          </p:cNvPr>
          <p:cNvSpPr/>
          <p:nvPr/>
        </p:nvSpPr>
        <p:spPr>
          <a:xfrm>
            <a:off x="1570387" y="2027582"/>
            <a:ext cx="854765" cy="50689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Pod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Aptos" panose="02110004020202020204"/>
              </a:rPr>
              <a:t>(PDB)</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168EE65C-7809-69C1-0F4C-011DA2531672}"/>
              </a:ext>
            </a:extLst>
          </p:cNvPr>
          <p:cNvSpPr/>
          <p:nvPr/>
        </p:nvSpPr>
        <p:spPr>
          <a:xfrm>
            <a:off x="6961802" y="338096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16EF2E0C-65F2-E2A4-8764-063BDDDD0EBF}"/>
              </a:ext>
            </a:extLst>
          </p:cNvPr>
          <p:cNvSpPr txBox="1"/>
          <p:nvPr/>
        </p:nvSpPr>
        <p:spPr>
          <a:xfrm>
            <a:off x="810009" y="4353345"/>
            <a:ext cx="237552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–Quarantined-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FA61263D-C85E-EA4E-949D-AA8FC1CE1AAA}"/>
              </a:ext>
            </a:extLst>
          </p:cNvPr>
          <p:cNvSpPr/>
          <p:nvPr/>
        </p:nvSpPr>
        <p:spPr>
          <a:xfrm>
            <a:off x="3739319"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82CE8A76-C6F3-0701-4094-082B99D097A2}"/>
              </a:ext>
            </a:extLst>
          </p:cNvPr>
          <p:cNvSpPr/>
          <p:nvPr/>
        </p:nvSpPr>
        <p:spPr>
          <a:xfrm>
            <a:off x="9680698"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2EFCEF0F-C928-EDEE-A2C7-5275AE009DF2}"/>
              </a:ext>
            </a:extLst>
          </p:cNvPr>
          <p:cNvSpPr/>
          <p:nvPr/>
        </p:nvSpPr>
        <p:spPr>
          <a:xfrm>
            <a:off x="9680698"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DA0C4A6A-BEDC-90D2-E0F6-4886BE3B1F53}"/>
              </a:ext>
            </a:extLst>
          </p:cNvPr>
          <p:cNvSpPr txBox="1"/>
          <p:nvPr/>
        </p:nvSpPr>
        <p:spPr>
          <a:xfrm>
            <a:off x="42430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12" name="Rectangle 11">
            <a:extLst>
              <a:ext uri="{FF2B5EF4-FFF2-40B4-BE49-F238E27FC236}">
                <a16:creationId xmlns:a16="http://schemas.microsoft.com/office/drawing/2014/main" id="{45FBF5EC-68E6-E5E8-B26E-F5D92DDED196}"/>
              </a:ext>
            </a:extLst>
          </p:cNvPr>
          <p:cNvSpPr/>
          <p:nvPr/>
        </p:nvSpPr>
        <p:spPr>
          <a:xfrm>
            <a:off x="6435028" y="1881811"/>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E46EF070-1D84-D08F-FEE7-62956F4C173F}"/>
              </a:ext>
            </a:extLst>
          </p:cNvPr>
          <p:cNvSpPr txBox="1"/>
          <p:nvPr/>
        </p:nvSpPr>
        <p:spPr>
          <a:xfrm>
            <a:off x="6559949"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3604900E-EDF5-4A7E-CBFC-1244F9ED0286}"/>
              </a:ext>
            </a:extLst>
          </p:cNvPr>
          <p:cNvGraphicFramePr>
            <a:graphicFrameLocks noGrp="1"/>
          </p:cNvGraphicFramePr>
          <p:nvPr>
            <p:extLst>
              <p:ext uri="{D42A27DB-BD31-4B8C-83A1-F6EECF244321}">
                <p14:modId xmlns:p14="http://schemas.microsoft.com/office/powerpoint/2010/main" val="89218416"/>
              </p:ext>
            </p:extLst>
          </p:nvPr>
        </p:nvGraphicFramePr>
        <p:xfrm>
          <a:off x="1043610" y="5251910"/>
          <a:ext cx="9995440" cy="1112520"/>
        </p:xfrm>
        <a:graphic>
          <a:graphicData uri="http://schemas.openxmlformats.org/drawingml/2006/table">
            <a:tbl>
              <a:tblPr>
                <a:tableStyleId>{5C22544A-7EE6-4342-B048-85BDC9FD1C3A}</a:tableStyleId>
              </a:tblPr>
              <a:tblGrid>
                <a:gridCol w="1133060">
                  <a:extLst>
                    <a:ext uri="{9D8B030D-6E8A-4147-A177-3AD203B41FA5}">
                      <a16:colId xmlns:a16="http://schemas.microsoft.com/office/drawing/2014/main" val="1148713179"/>
                    </a:ext>
                  </a:extLst>
                </a:gridCol>
                <a:gridCol w="8862380">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Remains quarantined (v1.30)</a:t>
                      </a:r>
                    </a:p>
                  </a:txBody>
                  <a:tcPr/>
                </a:tc>
                <a:extLst>
                  <a:ext uri="{0D108BD9-81ED-4DB2-BD59-A6C34878D82A}">
                    <a16:rowId xmlns:a16="http://schemas.microsoft.com/office/drawing/2014/main" val="2931694861"/>
                  </a:ext>
                </a:extLst>
              </a:tr>
              <a:tr h="370840">
                <a:tc>
                  <a:txBody>
                    <a:bodyPr/>
                    <a:lstStyle/>
                    <a:p>
                      <a:r>
                        <a:rPr lang="en-US" sz="1600" dirty="0"/>
                        <a:t>Node 2</a:t>
                      </a:r>
                    </a:p>
                  </a:txBody>
                  <a:tcPr/>
                </a:tc>
                <a:tc>
                  <a:txBody>
                    <a:bodyPr/>
                    <a:lstStyle/>
                    <a:p>
                      <a:r>
                        <a:rPr lang="en-US" sz="1600" dirty="0"/>
                        <a:t>Cordoned and drained successfully</a:t>
                      </a:r>
                    </a:p>
                  </a:txBody>
                  <a:tcPr/>
                </a:tc>
                <a:extLst>
                  <a:ext uri="{0D108BD9-81ED-4DB2-BD59-A6C34878D82A}">
                    <a16:rowId xmlns:a16="http://schemas.microsoft.com/office/drawing/2014/main" val="1175122931"/>
                  </a:ext>
                </a:extLst>
              </a:tr>
              <a:tr h="370840">
                <a:tc>
                  <a:txBody>
                    <a:bodyPr/>
                    <a:lstStyle/>
                    <a:p>
                      <a:r>
                        <a:rPr lang="en-US" sz="1600" dirty="0"/>
                        <a:t>Pod C, D</a:t>
                      </a:r>
                    </a:p>
                  </a:txBody>
                  <a:tcPr/>
                </a:tc>
                <a:tc>
                  <a:txBody>
                    <a:bodyPr/>
                    <a:lstStyle/>
                    <a:p>
                      <a:r>
                        <a:rPr lang="en-US" sz="1600" dirty="0"/>
                        <a:t>Evicted and replaced on Surge Node 2</a:t>
                      </a:r>
                    </a:p>
                  </a:txBody>
                  <a:tcPr/>
                </a:tc>
                <a:extLst>
                  <a:ext uri="{0D108BD9-81ED-4DB2-BD59-A6C34878D82A}">
                    <a16:rowId xmlns:a16="http://schemas.microsoft.com/office/drawing/2014/main" val="2845329180"/>
                  </a:ext>
                </a:extLst>
              </a:tr>
            </a:tbl>
          </a:graphicData>
        </a:graphic>
      </p:graphicFrame>
      <p:sp>
        <p:nvSpPr>
          <p:cNvPr id="3" name="Rectangle 2">
            <a:extLst>
              <a:ext uri="{FF2B5EF4-FFF2-40B4-BE49-F238E27FC236}">
                <a16:creationId xmlns:a16="http://schemas.microsoft.com/office/drawing/2014/main" id="{3EABAB06-534C-E37C-5FD7-23D896717BD1}"/>
              </a:ext>
            </a:extLst>
          </p:cNvPr>
          <p:cNvSpPr/>
          <p:nvPr/>
        </p:nvSpPr>
        <p:spPr>
          <a:xfrm>
            <a:off x="9130737" y="1875187"/>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129558A9-9368-2A84-F07D-9776FDF1EE88}"/>
              </a:ext>
            </a:extLst>
          </p:cNvPr>
          <p:cNvSpPr txBox="1"/>
          <p:nvPr/>
        </p:nvSpPr>
        <p:spPr>
          <a:xfrm>
            <a:off x="9376030"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cxnSp>
        <p:nvCxnSpPr>
          <p:cNvPr id="18" name="Straight Arrow Connector 17">
            <a:extLst>
              <a:ext uri="{FF2B5EF4-FFF2-40B4-BE49-F238E27FC236}">
                <a16:creationId xmlns:a16="http://schemas.microsoft.com/office/drawing/2014/main" id="{37934094-EA6E-C2C0-57AC-28E26C552F29}"/>
              </a:ext>
            </a:extLst>
          </p:cNvPr>
          <p:cNvCxnSpPr/>
          <p:nvPr/>
        </p:nvCxnSpPr>
        <p:spPr>
          <a:xfrm>
            <a:off x="4691270" y="2206487"/>
            <a:ext cx="4770782"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5B0F01A-5A24-399B-1A87-F22DB2C63627}"/>
              </a:ext>
            </a:extLst>
          </p:cNvPr>
          <p:cNvCxnSpPr/>
          <p:nvPr/>
        </p:nvCxnSpPr>
        <p:spPr>
          <a:xfrm>
            <a:off x="4694585" y="2855845"/>
            <a:ext cx="4770782"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957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0FCC0-4987-6C31-B920-584AE9F4C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D0F7E-7937-FB5F-3CB3-34AAE11EF2F8}"/>
              </a:ext>
            </a:extLst>
          </p:cNvPr>
          <p:cNvSpPr>
            <a:spLocks noGrp="1"/>
          </p:cNvSpPr>
          <p:nvPr>
            <p:ph type="title"/>
          </p:nvPr>
        </p:nvSpPr>
        <p:spPr/>
        <p:txBody>
          <a:bodyPr/>
          <a:lstStyle/>
          <a:p>
            <a:r>
              <a:rPr lang="en-US" dirty="0"/>
              <a:t>Step 4: Proceed to second node</a:t>
            </a:r>
          </a:p>
        </p:txBody>
      </p:sp>
      <p:sp>
        <p:nvSpPr>
          <p:cNvPr id="4" name="Rectangle 3">
            <a:extLst>
              <a:ext uri="{FF2B5EF4-FFF2-40B4-BE49-F238E27FC236}">
                <a16:creationId xmlns:a16="http://schemas.microsoft.com/office/drawing/2014/main" id="{28ABA13E-4F97-DA15-678D-88C0904ACA17}"/>
              </a:ext>
            </a:extLst>
          </p:cNvPr>
          <p:cNvSpPr/>
          <p:nvPr/>
        </p:nvSpPr>
        <p:spPr>
          <a:xfrm>
            <a:off x="1043610"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9F47A2F0-865F-AA84-3F6A-EC3B7C6D64C3}"/>
              </a:ext>
            </a:extLst>
          </p:cNvPr>
          <p:cNvSpPr/>
          <p:nvPr/>
        </p:nvSpPr>
        <p:spPr>
          <a:xfrm>
            <a:off x="1570387" y="2027582"/>
            <a:ext cx="854765" cy="50689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Pod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Aptos" panose="02110004020202020204"/>
              </a:rPr>
              <a:t>(PDB)</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560D186A-03F0-BBB4-DA77-4F4895D2343E}"/>
              </a:ext>
            </a:extLst>
          </p:cNvPr>
          <p:cNvSpPr/>
          <p:nvPr/>
        </p:nvSpPr>
        <p:spPr>
          <a:xfrm>
            <a:off x="6961802" y="338096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9728F308-49AF-1898-63A5-DBA4524878D4}"/>
              </a:ext>
            </a:extLst>
          </p:cNvPr>
          <p:cNvSpPr txBox="1"/>
          <p:nvPr/>
        </p:nvSpPr>
        <p:spPr>
          <a:xfrm>
            <a:off x="810009" y="4353345"/>
            <a:ext cx="237552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–Quarantined-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4DA1BC6E-03D8-0BF0-92BA-FBC47F41CB37}"/>
              </a:ext>
            </a:extLst>
          </p:cNvPr>
          <p:cNvSpPr/>
          <p:nvPr/>
        </p:nvSpPr>
        <p:spPr>
          <a:xfrm>
            <a:off x="3739319"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C8354CE2-5EAB-6CA9-34EB-8CCFFD68F0B3}"/>
              </a:ext>
            </a:extLst>
          </p:cNvPr>
          <p:cNvSpPr/>
          <p:nvPr/>
        </p:nvSpPr>
        <p:spPr>
          <a:xfrm>
            <a:off x="9680698"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08CB8E70-3A13-40E4-E931-F32C931CF216}"/>
              </a:ext>
            </a:extLst>
          </p:cNvPr>
          <p:cNvSpPr/>
          <p:nvPr/>
        </p:nvSpPr>
        <p:spPr>
          <a:xfrm>
            <a:off x="9680698"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F2E63B1F-D287-2412-FA75-7773F8F6A35B}"/>
              </a:ext>
            </a:extLst>
          </p:cNvPr>
          <p:cNvSpPr txBox="1"/>
          <p:nvPr/>
        </p:nvSpPr>
        <p:spPr>
          <a:xfrm>
            <a:off x="42430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12" name="Rectangle 11">
            <a:extLst>
              <a:ext uri="{FF2B5EF4-FFF2-40B4-BE49-F238E27FC236}">
                <a16:creationId xmlns:a16="http://schemas.microsoft.com/office/drawing/2014/main" id="{E6637BDA-2C10-D460-C625-834364EADD41}"/>
              </a:ext>
            </a:extLst>
          </p:cNvPr>
          <p:cNvSpPr/>
          <p:nvPr/>
        </p:nvSpPr>
        <p:spPr>
          <a:xfrm>
            <a:off x="6435028" y="1881811"/>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2574A5C5-24AE-89D8-B7D5-E0175248E8AE}"/>
              </a:ext>
            </a:extLst>
          </p:cNvPr>
          <p:cNvSpPr txBox="1"/>
          <p:nvPr/>
        </p:nvSpPr>
        <p:spPr>
          <a:xfrm>
            <a:off x="6559949"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2E6CEAA7-2E15-4CD6-8603-4E8D12F17A92}"/>
              </a:ext>
            </a:extLst>
          </p:cNvPr>
          <p:cNvGraphicFramePr>
            <a:graphicFrameLocks noGrp="1"/>
          </p:cNvGraphicFramePr>
          <p:nvPr>
            <p:extLst>
              <p:ext uri="{D42A27DB-BD31-4B8C-83A1-F6EECF244321}">
                <p14:modId xmlns:p14="http://schemas.microsoft.com/office/powerpoint/2010/main" val="2008183912"/>
              </p:ext>
            </p:extLst>
          </p:nvPr>
        </p:nvGraphicFramePr>
        <p:xfrm>
          <a:off x="1043610" y="5251910"/>
          <a:ext cx="9521686" cy="1483360"/>
        </p:xfrm>
        <a:graphic>
          <a:graphicData uri="http://schemas.openxmlformats.org/drawingml/2006/table">
            <a:tbl>
              <a:tblPr>
                <a:tableStyleId>{5C22544A-7EE6-4342-B048-85BDC9FD1C3A}</a:tableStyleId>
              </a:tblPr>
              <a:tblGrid>
                <a:gridCol w="1719468">
                  <a:extLst>
                    <a:ext uri="{9D8B030D-6E8A-4147-A177-3AD203B41FA5}">
                      <a16:colId xmlns:a16="http://schemas.microsoft.com/office/drawing/2014/main" val="1148713179"/>
                    </a:ext>
                  </a:extLst>
                </a:gridCol>
                <a:gridCol w="7802218">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Still quarantined (v1.30) with Pod A</a:t>
                      </a:r>
                    </a:p>
                  </a:txBody>
                  <a:tcPr/>
                </a:tc>
                <a:extLst>
                  <a:ext uri="{0D108BD9-81ED-4DB2-BD59-A6C34878D82A}">
                    <a16:rowId xmlns:a16="http://schemas.microsoft.com/office/drawing/2014/main" val="2931694861"/>
                  </a:ext>
                </a:extLst>
              </a:tr>
              <a:tr h="370840">
                <a:tc>
                  <a:txBody>
                    <a:bodyPr/>
                    <a:lstStyle/>
                    <a:p>
                      <a:r>
                        <a:rPr lang="en-US" sz="1600" dirty="0"/>
                        <a:t>Node 2</a:t>
                      </a:r>
                    </a:p>
                  </a:txBody>
                  <a:tcPr/>
                </a:tc>
                <a:tc>
                  <a:txBody>
                    <a:bodyPr/>
                    <a:lstStyle/>
                    <a:p>
                      <a:r>
                        <a:rPr lang="en-US" sz="1600" dirty="0"/>
                        <a:t>Upgraded to v1.31</a:t>
                      </a:r>
                    </a:p>
                  </a:txBody>
                  <a:tcPr/>
                </a:tc>
                <a:extLst>
                  <a:ext uri="{0D108BD9-81ED-4DB2-BD59-A6C34878D82A}">
                    <a16:rowId xmlns:a16="http://schemas.microsoft.com/office/drawing/2014/main" val="1175122931"/>
                  </a:ext>
                </a:extLst>
              </a:tr>
              <a:tr h="370840">
                <a:tc>
                  <a:txBody>
                    <a:bodyPr/>
                    <a:lstStyle/>
                    <a:p>
                      <a:r>
                        <a:rPr lang="en-US" sz="1600" dirty="0"/>
                        <a:t>Surge Node 1</a:t>
                      </a:r>
                    </a:p>
                  </a:txBody>
                  <a:tcPr/>
                </a:tc>
                <a:tc>
                  <a:txBody>
                    <a:bodyPr/>
                    <a:lstStyle/>
                    <a:p>
                      <a:r>
                        <a:rPr lang="en-US" sz="1600" dirty="0"/>
                        <a:t>Pod B</a:t>
                      </a:r>
                    </a:p>
                  </a:txBody>
                  <a:tcPr/>
                </a:tc>
                <a:extLst>
                  <a:ext uri="{0D108BD9-81ED-4DB2-BD59-A6C34878D82A}">
                    <a16:rowId xmlns:a16="http://schemas.microsoft.com/office/drawing/2014/main" val="2845329180"/>
                  </a:ext>
                </a:extLst>
              </a:tr>
              <a:tr h="370840">
                <a:tc>
                  <a:txBody>
                    <a:bodyPr/>
                    <a:lstStyle/>
                    <a:p>
                      <a:r>
                        <a:rPr lang="en-US" sz="1600" dirty="0"/>
                        <a:t>Surge Node 2</a:t>
                      </a:r>
                    </a:p>
                  </a:txBody>
                  <a:tcPr/>
                </a:tc>
                <a:tc>
                  <a:txBody>
                    <a:bodyPr/>
                    <a:lstStyle/>
                    <a:p>
                      <a:r>
                        <a:rPr lang="en-US" sz="1600" dirty="0"/>
                        <a:t>Pod C, Pod D</a:t>
                      </a:r>
                    </a:p>
                  </a:txBody>
                  <a:tcPr/>
                </a:tc>
                <a:extLst>
                  <a:ext uri="{0D108BD9-81ED-4DB2-BD59-A6C34878D82A}">
                    <a16:rowId xmlns:a16="http://schemas.microsoft.com/office/drawing/2014/main" val="3412182109"/>
                  </a:ext>
                </a:extLst>
              </a:tr>
            </a:tbl>
          </a:graphicData>
        </a:graphic>
      </p:graphicFrame>
      <p:sp>
        <p:nvSpPr>
          <p:cNvPr id="3" name="Rectangle 2">
            <a:extLst>
              <a:ext uri="{FF2B5EF4-FFF2-40B4-BE49-F238E27FC236}">
                <a16:creationId xmlns:a16="http://schemas.microsoft.com/office/drawing/2014/main" id="{1348BA87-14DE-E913-59EE-9F24834ED585}"/>
              </a:ext>
            </a:extLst>
          </p:cNvPr>
          <p:cNvSpPr/>
          <p:nvPr/>
        </p:nvSpPr>
        <p:spPr>
          <a:xfrm>
            <a:off x="9130737" y="1875187"/>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01D0D3EB-6A66-8D5A-D663-41CC14247518}"/>
              </a:ext>
            </a:extLst>
          </p:cNvPr>
          <p:cNvSpPr txBox="1"/>
          <p:nvPr/>
        </p:nvSpPr>
        <p:spPr>
          <a:xfrm>
            <a:off x="9376030"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Tree>
    <p:extLst>
      <p:ext uri="{BB962C8B-B14F-4D97-AF65-F5344CB8AC3E}">
        <p14:creationId xmlns:p14="http://schemas.microsoft.com/office/powerpoint/2010/main" val="3950170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8DD0B-3D4C-03AC-5E80-667E78402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F2D7C-EEAD-17D1-4288-7D74DD795670}"/>
              </a:ext>
            </a:extLst>
          </p:cNvPr>
          <p:cNvSpPr>
            <a:spLocks noGrp="1"/>
          </p:cNvSpPr>
          <p:nvPr>
            <p:ph type="title"/>
          </p:nvPr>
        </p:nvSpPr>
        <p:spPr/>
        <p:txBody>
          <a:bodyPr/>
          <a:lstStyle/>
          <a:p>
            <a:r>
              <a:rPr lang="en-US" dirty="0"/>
              <a:t>Step 5: One Surge node becomes permanent replacement as another gets removed</a:t>
            </a:r>
          </a:p>
        </p:txBody>
      </p:sp>
      <p:sp>
        <p:nvSpPr>
          <p:cNvPr id="4" name="Rectangle 3">
            <a:extLst>
              <a:ext uri="{FF2B5EF4-FFF2-40B4-BE49-F238E27FC236}">
                <a16:creationId xmlns:a16="http://schemas.microsoft.com/office/drawing/2014/main" id="{C6E06CF9-EDA5-0721-37FD-A7CACB48B5DF}"/>
              </a:ext>
            </a:extLst>
          </p:cNvPr>
          <p:cNvSpPr/>
          <p:nvPr/>
        </p:nvSpPr>
        <p:spPr>
          <a:xfrm>
            <a:off x="1043610"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52A7CBFB-2E2F-9003-7FDF-A4283156C78E}"/>
              </a:ext>
            </a:extLst>
          </p:cNvPr>
          <p:cNvSpPr/>
          <p:nvPr/>
        </p:nvSpPr>
        <p:spPr>
          <a:xfrm>
            <a:off x="1570387" y="2027582"/>
            <a:ext cx="854765" cy="50689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Pod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Aptos" panose="02110004020202020204"/>
              </a:rPr>
              <a:t>(PDB)</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A15B5869-E77C-39FD-63F8-B75D282D939C}"/>
              </a:ext>
            </a:extLst>
          </p:cNvPr>
          <p:cNvSpPr/>
          <p:nvPr/>
        </p:nvSpPr>
        <p:spPr>
          <a:xfrm>
            <a:off x="6961802" y="338096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E6BD8AEA-4228-54AF-B6F1-42747C04A307}"/>
              </a:ext>
            </a:extLst>
          </p:cNvPr>
          <p:cNvSpPr txBox="1"/>
          <p:nvPr/>
        </p:nvSpPr>
        <p:spPr>
          <a:xfrm>
            <a:off x="810009" y="4353345"/>
            <a:ext cx="237552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–Quarantined-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E6F526C5-A0C5-371A-F299-E3623A308F61}"/>
              </a:ext>
            </a:extLst>
          </p:cNvPr>
          <p:cNvSpPr/>
          <p:nvPr/>
        </p:nvSpPr>
        <p:spPr>
          <a:xfrm>
            <a:off x="3739319"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1EB5D9D6-120C-AB17-42BD-BDC3E444B4DF}"/>
              </a:ext>
            </a:extLst>
          </p:cNvPr>
          <p:cNvSpPr/>
          <p:nvPr/>
        </p:nvSpPr>
        <p:spPr>
          <a:xfrm>
            <a:off x="4234067"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A2250B3D-C7DE-9ADF-3372-BDBFCE1BF409}"/>
              </a:ext>
            </a:extLst>
          </p:cNvPr>
          <p:cNvSpPr/>
          <p:nvPr/>
        </p:nvSpPr>
        <p:spPr>
          <a:xfrm>
            <a:off x="4234067"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CC540675-459C-A99E-8038-6D0DE2F4EE5E}"/>
              </a:ext>
            </a:extLst>
          </p:cNvPr>
          <p:cNvSpPr txBox="1"/>
          <p:nvPr/>
        </p:nvSpPr>
        <p:spPr>
          <a:xfrm>
            <a:off x="42430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12" name="Rectangle 11">
            <a:extLst>
              <a:ext uri="{FF2B5EF4-FFF2-40B4-BE49-F238E27FC236}">
                <a16:creationId xmlns:a16="http://schemas.microsoft.com/office/drawing/2014/main" id="{FB077B7B-4E12-A0F4-92BC-44CD071AAC9E}"/>
              </a:ext>
            </a:extLst>
          </p:cNvPr>
          <p:cNvSpPr/>
          <p:nvPr/>
        </p:nvSpPr>
        <p:spPr>
          <a:xfrm>
            <a:off x="6435028" y="1881811"/>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E889F78C-E2B1-E2A6-2826-125C8691B20D}"/>
              </a:ext>
            </a:extLst>
          </p:cNvPr>
          <p:cNvSpPr txBox="1"/>
          <p:nvPr/>
        </p:nvSpPr>
        <p:spPr>
          <a:xfrm>
            <a:off x="6559949"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6E514449-F873-FBF5-30A8-1C828816E1F7}"/>
              </a:ext>
            </a:extLst>
          </p:cNvPr>
          <p:cNvGraphicFramePr>
            <a:graphicFrameLocks noGrp="1"/>
          </p:cNvGraphicFramePr>
          <p:nvPr>
            <p:extLst>
              <p:ext uri="{D42A27DB-BD31-4B8C-83A1-F6EECF244321}">
                <p14:modId xmlns:p14="http://schemas.microsoft.com/office/powerpoint/2010/main" val="4022094019"/>
              </p:ext>
            </p:extLst>
          </p:nvPr>
        </p:nvGraphicFramePr>
        <p:xfrm>
          <a:off x="1043610" y="5251910"/>
          <a:ext cx="9521686" cy="1483360"/>
        </p:xfrm>
        <a:graphic>
          <a:graphicData uri="http://schemas.openxmlformats.org/drawingml/2006/table">
            <a:tbl>
              <a:tblPr>
                <a:tableStyleId>{5C22544A-7EE6-4342-B048-85BDC9FD1C3A}</a:tableStyleId>
              </a:tblPr>
              <a:tblGrid>
                <a:gridCol w="2126973">
                  <a:extLst>
                    <a:ext uri="{9D8B030D-6E8A-4147-A177-3AD203B41FA5}">
                      <a16:colId xmlns:a16="http://schemas.microsoft.com/office/drawing/2014/main" val="1148713179"/>
                    </a:ext>
                  </a:extLst>
                </a:gridCol>
                <a:gridCol w="7394713">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Quarantined (v1.30) – requires manual intervention</a:t>
                      </a:r>
                    </a:p>
                  </a:txBody>
                  <a:tcPr/>
                </a:tc>
                <a:extLst>
                  <a:ext uri="{0D108BD9-81ED-4DB2-BD59-A6C34878D82A}">
                    <a16:rowId xmlns:a16="http://schemas.microsoft.com/office/drawing/2014/main" val="2931694861"/>
                  </a:ext>
                </a:extLst>
              </a:tr>
              <a:tr h="370840">
                <a:tc>
                  <a:txBody>
                    <a:bodyPr/>
                    <a:lstStyle/>
                    <a:p>
                      <a:r>
                        <a:rPr lang="en-US" sz="1600" dirty="0"/>
                        <a:t>Pod C, Pod D</a:t>
                      </a:r>
                    </a:p>
                  </a:txBody>
                  <a:tcPr/>
                </a:tc>
                <a:tc>
                  <a:txBody>
                    <a:bodyPr/>
                    <a:lstStyle/>
                    <a:p>
                      <a:r>
                        <a:rPr lang="en-US" sz="1600" dirty="0"/>
                        <a:t>Evicted from Surge Node 2 and replaced on Node 2</a:t>
                      </a:r>
                    </a:p>
                  </a:txBody>
                  <a:tcPr/>
                </a:tc>
                <a:extLst>
                  <a:ext uri="{0D108BD9-81ED-4DB2-BD59-A6C34878D82A}">
                    <a16:rowId xmlns:a16="http://schemas.microsoft.com/office/drawing/2014/main" val="1175122931"/>
                  </a:ext>
                </a:extLst>
              </a:tr>
              <a:tr h="370840">
                <a:tc>
                  <a:txBody>
                    <a:bodyPr/>
                    <a:lstStyle/>
                    <a:p>
                      <a:r>
                        <a:rPr lang="en-US" sz="1600" dirty="0"/>
                        <a:t>Surge Node 1 (v1.31)</a:t>
                      </a:r>
                    </a:p>
                  </a:txBody>
                  <a:tcPr/>
                </a:tc>
                <a:tc>
                  <a:txBody>
                    <a:bodyPr/>
                    <a:lstStyle/>
                    <a:p>
                      <a:r>
                        <a:rPr lang="en-US" sz="1600" dirty="0"/>
                        <a:t>Pod B (now permanent)</a:t>
                      </a:r>
                    </a:p>
                  </a:txBody>
                  <a:tcPr/>
                </a:tc>
                <a:extLst>
                  <a:ext uri="{0D108BD9-81ED-4DB2-BD59-A6C34878D82A}">
                    <a16:rowId xmlns:a16="http://schemas.microsoft.com/office/drawing/2014/main" val="2845329180"/>
                  </a:ext>
                </a:extLst>
              </a:tr>
              <a:tr h="370840">
                <a:tc>
                  <a:txBody>
                    <a:bodyPr/>
                    <a:lstStyle/>
                    <a:p>
                      <a:r>
                        <a:rPr lang="en-US" sz="1600" dirty="0"/>
                        <a:t>Surge Node 2</a:t>
                      </a:r>
                    </a:p>
                  </a:txBody>
                  <a:tcPr/>
                </a:tc>
                <a:tc>
                  <a:txBody>
                    <a:bodyPr/>
                    <a:lstStyle/>
                    <a:p>
                      <a:r>
                        <a:rPr lang="en-US" sz="1600" dirty="0"/>
                        <a:t>Deleted</a:t>
                      </a:r>
                    </a:p>
                  </a:txBody>
                  <a:tcPr/>
                </a:tc>
                <a:extLst>
                  <a:ext uri="{0D108BD9-81ED-4DB2-BD59-A6C34878D82A}">
                    <a16:rowId xmlns:a16="http://schemas.microsoft.com/office/drawing/2014/main" val="3412182109"/>
                  </a:ext>
                </a:extLst>
              </a:tr>
            </a:tbl>
          </a:graphicData>
        </a:graphic>
      </p:graphicFrame>
      <p:sp>
        <p:nvSpPr>
          <p:cNvPr id="3" name="Rectangle 2">
            <a:extLst>
              <a:ext uri="{FF2B5EF4-FFF2-40B4-BE49-F238E27FC236}">
                <a16:creationId xmlns:a16="http://schemas.microsoft.com/office/drawing/2014/main" id="{38509D4E-60CF-CA1B-AA47-A55B94281BB4}"/>
              </a:ext>
            </a:extLst>
          </p:cNvPr>
          <p:cNvSpPr/>
          <p:nvPr/>
        </p:nvSpPr>
        <p:spPr>
          <a:xfrm>
            <a:off x="9130737" y="1875187"/>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a:extLst>
              <a:ext uri="{FF2B5EF4-FFF2-40B4-BE49-F238E27FC236}">
                <a16:creationId xmlns:a16="http://schemas.microsoft.com/office/drawing/2014/main" id="{8C7AE90F-DB01-3C76-E2A3-957E63E66211}"/>
              </a:ext>
            </a:extLst>
          </p:cNvPr>
          <p:cNvSpPr txBox="1"/>
          <p:nvPr/>
        </p:nvSpPr>
        <p:spPr>
          <a:xfrm>
            <a:off x="9376030" y="4353345"/>
            <a:ext cx="150624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Surge 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cxnSp>
        <p:nvCxnSpPr>
          <p:cNvPr id="16" name="Straight Arrow Connector 15">
            <a:extLst>
              <a:ext uri="{FF2B5EF4-FFF2-40B4-BE49-F238E27FC236}">
                <a16:creationId xmlns:a16="http://schemas.microsoft.com/office/drawing/2014/main" id="{32471B72-C7C7-B4C4-B82D-0504E8DBE5BF}"/>
              </a:ext>
            </a:extLst>
          </p:cNvPr>
          <p:cNvCxnSpPr>
            <a:cxnSpLocks/>
          </p:cNvCxnSpPr>
          <p:nvPr/>
        </p:nvCxnSpPr>
        <p:spPr>
          <a:xfrm flipH="1">
            <a:off x="5178282" y="2206487"/>
            <a:ext cx="4770782"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2DB0902-F4FF-56F2-CEBF-5540FF92CBAC}"/>
              </a:ext>
            </a:extLst>
          </p:cNvPr>
          <p:cNvCxnSpPr>
            <a:cxnSpLocks/>
          </p:cNvCxnSpPr>
          <p:nvPr/>
        </p:nvCxnSpPr>
        <p:spPr>
          <a:xfrm flipH="1">
            <a:off x="5181597" y="2855845"/>
            <a:ext cx="4770782"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23" name="Rak koppling 22">
            <a:extLst>
              <a:ext uri="{FF2B5EF4-FFF2-40B4-BE49-F238E27FC236}">
                <a16:creationId xmlns:a16="http://schemas.microsoft.com/office/drawing/2014/main" id="{BBEC9586-C591-44C3-BB38-816EB8D31B0C}"/>
              </a:ext>
            </a:extLst>
          </p:cNvPr>
          <p:cNvSpPr/>
          <p:nvPr/>
        </p:nvSpPr>
        <p:spPr>
          <a:xfrm rot="8062112">
            <a:off x="8215116" y="2970000"/>
            <a:ext cx="4023360" cy="0"/>
          </a:xfrm>
          <a:prstGeom prst="line">
            <a:avLst/>
          </a:prstGeom>
          <a:solidFill>
            <a:srgbClr val="E71224">
              <a:alpha val="5000"/>
            </a:srgbClr>
          </a:solidFill>
          <a:ln w="126000">
            <a:solidFill>
              <a:srgbClr val="E71224"/>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de-DE">
              <a:solidFill>
                <a:srgbClr val="E71224"/>
              </a:solidFill>
            </a:endParaRPr>
          </a:p>
        </p:txBody>
      </p:sp>
      <p:sp>
        <p:nvSpPr>
          <p:cNvPr id="29" name="Rak koppling 22">
            <a:extLst>
              <a:ext uri="{FF2B5EF4-FFF2-40B4-BE49-F238E27FC236}">
                <a16:creationId xmlns:a16="http://schemas.microsoft.com/office/drawing/2014/main" id="{7B8C3756-1842-7972-30BE-1E7DCC3BC528}"/>
              </a:ext>
            </a:extLst>
          </p:cNvPr>
          <p:cNvSpPr/>
          <p:nvPr/>
        </p:nvSpPr>
        <p:spPr>
          <a:xfrm rot="13462112">
            <a:off x="8198797" y="2960059"/>
            <a:ext cx="4023360" cy="0"/>
          </a:xfrm>
          <a:prstGeom prst="line">
            <a:avLst/>
          </a:prstGeom>
          <a:solidFill>
            <a:srgbClr val="E71224">
              <a:alpha val="5000"/>
            </a:srgbClr>
          </a:solidFill>
          <a:ln w="126000">
            <a:solidFill>
              <a:srgbClr val="E71224"/>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2540071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08BD6-95FE-A2D6-2E97-1CCAFCBC4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BB56B-3353-4C40-61EE-38FACB9427DE}"/>
              </a:ext>
            </a:extLst>
          </p:cNvPr>
          <p:cNvSpPr>
            <a:spLocks noGrp="1"/>
          </p:cNvSpPr>
          <p:nvPr>
            <p:ph type="title"/>
          </p:nvPr>
        </p:nvSpPr>
        <p:spPr/>
        <p:txBody>
          <a:bodyPr/>
          <a:lstStyle/>
          <a:p>
            <a:r>
              <a:rPr lang="en-US" dirty="0"/>
              <a:t>Final State</a:t>
            </a:r>
          </a:p>
        </p:txBody>
      </p:sp>
      <p:sp>
        <p:nvSpPr>
          <p:cNvPr id="4" name="Rectangle 3">
            <a:extLst>
              <a:ext uri="{FF2B5EF4-FFF2-40B4-BE49-F238E27FC236}">
                <a16:creationId xmlns:a16="http://schemas.microsoft.com/office/drawing/2014/main" id="{9FABD03C-0D51-E378-26B0-EDD1CD2A3754}"/>
              </a:ext>
            </a:extLst>
          </p:cNvPr>
          <p:cNvSpPr/>
          <p:nvPr/>
        </p:nvSpPr>
        <p:spPr>
          <a:xfrm>
            <a:off x="1043610"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11DD5F2-1E30-E46C-FC04-A928C9EB613E}"/>
              </a:ext>
            </a:extLst>
          </p:cNvPr>
          <p:cNvSpPr/>
          <p:nvPr/>
        </p:nvSpPr>
        <p:spPr>
          <a:xfrm>
            <a:off x="1570387" y="2027582"/>
            <a:ext cx="854765" cy="506896"/>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Pod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Aptos" panose="02110004020202020204"/>
              </a:rPr>
              <a:t>(PDB)</a:t>
            </a:r>
            <a:endPar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781E01A8-1F56-8065-666F-F84CB5EA2AB8}"/>
              </a:ext>
            </a:extLst>
          </p:cNvPr>
          <p:cNvSpPr/>
          <p:nvPr/>
        </p:nvSpPr>
        <p:spPr>
          <a:xfrm>
            <a:off x="6961802" y="3380961"/>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7" name="TextBox 6">
            <a:extLst>
              <a:ext uri="{FF2B5EF4-FFF2-40B4-BE49-F238E27FC236}">
                <a16:creationId xmlns:a16="http://schemas.microsoft.com/office/drawing/2014/main" id="{9A61B366-C93B-5F78-EA65-D266B93C47E7}"/>
              </a:ext>
            </a:extLst>
          </p:cNvPr>
          <p:cNvSpPr txBox="1"/>
          <p:nvPr/>
        </p:nvSpPr>
        <p:spPr>
          <a:xfrm>
            <a:off x="810009" y="4353345"/>
            <a:ext cx="237552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–Quarantined-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(v1.30)</a:t>
            </a:r>
          </a:p>
        </p:txBody>
      </p:sp>
      <p:sp>
        <p:nvSpPr>
          <p:cNvPr id="8" name="Rectangle 7">
            <a:extLst>
              <a:ext uri="{FF2B5EF4-FFF2-40B4-BE49-F238E27FC236}">
                <a16:creationId xmlns:a16="http://schemas.microsoft.com/office/drawing/2014/main" id="{9BF0B251-610A-1AD7-4F12-3CB9AA1D5E0A}"/>
              </a:ext>
            </a:extLst>
          </p:cNvPr>
          <p:cNvSpPr/>
          <p:nvPr/>
        </p:nvSpPr>
        <p:spPr>
          <a:xfrm>
            <a:off x="3739319" y="1878496"/>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AF9EC221-6C56-C35A-926E-AE34DE5409AE}"/>
              </a:ext>
            </a:extLst>
          </p:cNvPr>
          <p:cNvSpPr/>
          <p:nvPr/>
        </p:nvSpPr>
        <p:spPr>
          <a:xfrm>
            <a:off x="4234067" y="2027582"/>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0" name="Rectangle 9">
            <a:extLst>
              <a:ext uri="{FF2B5EF4-FFF2-40B4-BE49-F238E27FC236}">
                <a16:creationId xmlns:a16="http://schemas.microsoft.com/office/drawing/2014/main" id="{565959DB-1B05-8F17-B28A-8F855820606B}"/>
              </a:ext>
            </a:extLst>
          </p:cNvPr>
          <p:cNvSpPr/>
          <p:nvPr/>
        </p:nvSpPr>
        <p:spPr>
          <a:xfrm>
            <a:off x="4234067" y="2647123"/>
            <a:ext cx="854765" cy="394252"/>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1" name="TextBox 10">
            <a:extLst>
              <a:ext uri="{FF2B5EF4-FFF2-40B4-BE49-F238E27FC236}">
                <a16:creationId xmlns:a16="http://schemas.microsoft.com/office/drawing/2014/main" id="{CA9375CC-B460-786B-CDC6-2F5D96E5672A}"/>
              </a:ext>
            </a:extLst>
          </p:cNvPr>
          <p:cNvSpPr txBox="1"/>
          <p:nvPr/>
        </p:nvSpPr>
        <p:spPr>
          <a:xfrm>
            <a:off x="4243066" y="4353345"/>
            <a:ext cx="8963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sp>
        <p:nvSpPr>
          <p:cNvPr id="12" name="Rectangle 11">
            <a:extLst>
              <a:ext uri="{FF2B5EF4-FFF2-40B4-BE49-F238E27FC236}">
                <a16:creationId xmlns:a16="http://schemas.microsoft.com/office/drawing/2014/main" id="{5E0BA80B-42C3-A57B-A30F-5199ADF98289}"/>
              </a:ext>
            </a:extLst>
          </p:cNvPr>
          <p:cNvSpPr/>
          <p:nvPr/>
        </p:nvSpPr>
        <p:spPr>
          <a:xfrm>
            <a:off x="6435028" y="1881811"/>
            <a:ext cx="1908313" cy="23423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C771059F-873B-1663-1012-BDE65440F451}"/>
              </a:ext>
            </a:extLst>
          </p:cNvPr>
          <p:cNvSpPr txBox="1"/>
          <p:nvPr/>
        </p:nvSpPr>
        <p:spPr>
          <a:xfrm>
            <a:off x="6239221" y="4353345"/>
            <a:ext cx="214770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Former Surge Node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(v1.31)</a:t>
            </a:r>
          </a:p>
        </p:txBody>
      </p:sp>
      <p:graphicFrame>
        <p:nvGraphicFramePr>
          <p:cNvPr id="14" name="Table 13">
            <a:extLst>
              <a:ext uri="{FF2B5EF4-FFF2-40B4-BE49-F238E27FC236}">
                <a16:creationId xmlns:a16="http://schemas.microsoft.com/office/drawing/2014/main" id="{9DEC68DF-D7E9-2236-1C28-37FFCC4C7C2E}"/>
              </a:ext>
            </a:extLst>
          </p:cNvPr>
          <p:cNvGraphicFramePr>
            <a:graphicFrameLocks noGrp="1"/>
          </p:cNvGraphicFramePr>
          <p:nvPr>
            <p:extLst>
              <p:ext uri="{D42A27DB-BD31-4B8C-83A1-F6EECF244321}">
                <p14:modId xmlns:p14="http://schemas.microsoft.com/office/powerpoint/2010/main" val="1981947292"/>
              </p:ext>
            </p:extLst>
          </p:nvPr>
        </p:nvGraphicFramePr>
        <p:xfrm>
          <a:off x="1043609" y="5251910"/>
          <a:ext cx="8796129" cy="111252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1148713179"/>
                    </a:ext>
                  </a:extLst>
                </a:gridCol>
                <a:gridCol w="6052929">
                  <a:extLst>
                    <a:ext uri="{9D8B030D-6E8A-4147-A177-3AD203B41FA5}">
                      <a16:colId xmlns:a16="http://schemas.microsoft.com/office/drawing/2014/main" val="2034982542"/>
                    </a:ext>
                  </a:extLst>
                </a:gridCol>
              </a:tblGrid>
              <a:tr h="370840">
                <a:tc>
                  <a:txBody>
                    <a:bodyPr/>
                    <a:lstStyle/>
                    <a:p>
                      <a:r>
                        <a:rPr lang="en-US" sz="1600" dirty="0"/>
                        <a:t>Node 1</a:t>
                      </a:r>
                    </a:p>
                  </a:txBody>
                  <a:tcPr/>
                </a:tc>
                <a:tc>
                  <a:txBody>
                    <a:bodyPr/>
                    <a:lstStyle/>
                    <a:p>
                      <a:r>
                        <a:rPr lang="en-US" sz="1600" dirty="0"/>
                        <a:t>Quarantined (v1.30) – requires manual intervention (*)</a:t>
                      </a:r>
                    </a:p>
                  </a:txBody>
                  <a:tcPr/>
                </a:tc>
                <a:extLst>
                  <a:ext uri="{0D108BD9-81ED-4DB2-BD59-A6C34878D82A}">
                    <a16:rowId xmlns:a16="http://schemas.microsoft.com/office/drawing/2014/main" val="2931694861"/>
                  </a:ext>
                </a:extLst>
              </a:tr>
              <a:tr h="370840">
                <a:tc>
                  <a:txBody>
                    <a:bodyPr/>
                    <a:lstStyle/>
                    <a:p>
                      <a:r>
                        <a:rPr lang="en-US" sz="1600" dirty="0"/>
                        <a:t>Node 2 (v1.31)</a:t>
                      </a:r>
                    </a:p>
                  </a:txBody>
                  <a:tcPr/>
                </a:tc>
                <a:tc>
                  <a:txBody>
                    <a:bodyPr/>
                    <a:lstStyle/>
                    <a:p>
                      <a:r>
                        <a:rPr lang="en-US" sz="1600" dirty="0"/>
                        <a:t>Running normally</a:t>
                      </a:r>
                    </a:p>
                  </a:txBody>
                  <a:tcPr/>
                </a:tc>
                <a:extLst>
                  <a:ext uri="{0D108BD9-81ED-4DB2-BD59-A6C34878D82A}">
                    <a16:rowId xmlns:a16="http://schemas.microsoft.com/office/drawing/2014/main" val="2845329180"/>
                  </a:ext>
                </a:extLst>
              </a:tr>
              <a:tr h="370840">
                <a:tc>
                  <a:txBody>
                    <a:bodyPr/>
                    <a:lstStyle/>
                    <a:p>
                      <a:r>
                        <a:rPr lang="en-US" sz="1600" dirty="0"/>
                        <a:t>Former Surge Node (v1.31)</a:t>
                      </a:r>
                    </a:p>
                  </a:txBody>
                  <a:tcPr/>
                </a:tc>
                <a:tc>
                  <a:txBody>
                    <a:bodyPr/>
                    <a:lstStyle/>
                    <a:p>
                      <a:r>
                        <a:rPr lang="en-US" sz="1600" dirty="0"/>
                        <a:t>Now permanent replacement</a:t>
                      </a:r>
                    </a:p>
                  </a:txBody>
                  <a:tcPr/>
                </a:tc>
                <a:extLst>
                  <a:ext uri="{0D108BD9-81ED-4DB2-BD59-A6C34878D82A}">
                    <a16:rowId xmlns:a16="http://schemas.microsoft.com/office/drawing/2014/main" val="3412182109"/>
                  </a:ext>
                </a:extLst>
              </a:tr>
            </a:tbl>
          </a:graphicData>
        </a:graphic>
      </p:graphicFrame>
    </p:spTree>
    <p:extLst>
      <p:ext uri="{BB962C8B-B14F-4D97-AF65-F5344CB8AC3E}">
        <p14:creationId xmlns:p14="http://schemas.microsoft.com/office/powerpoint/2010/main" val="165835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2F33-DF7E-B81E-176C-FB404DF522FC}"/>
              </a:ext>
            </a:extLst>
          </p:cNvPr>
          <p:cNvSpPr>
            <a:spLocks noGrp="1"/>
          </p:cNvSpPr>
          <p:nvPr>
            <p:ph type="title"/>
          </p:nvPr>
        </p:nvSpPr>
        <p:spPr/>
        <p:txBody>
          <a:bodyPr/>
          <a:lstStyle/>
          <a:p>
            <a:r>
              <a:rPr lang="en-US" dirty="0"/>
              <a:t>(*): Resolve undrainable nodes 1/2</a:t>
            </a:r>
          </a:p>
        </p:txBody>
      </p:sp>
      <p:sp>
        <p:nvSpPr>
          <p:cNvPr id="3" name="Content Placeholder 2">
            <a:extLst>
              <a:ext uri="{FF2B5EF4-FFF2-40B4-BE49-F238E27FC236}">
                <a16:creationId xmlns:a16="http://schemas.microsoft.com/office/drawing/2014/main" id="{812CBB9A-1CF9-9B62-77E9-58869EE4EB71}"/>
              </a:ext>
            </a:extLst>
          </p:cNvPr>
          <p:cNvSpPr>
            <a:spLocks noGrp="1"/>
          </p:cNvSpPr>
          <p:nvPr>
            <p:ph idx="1"/>
          </p:nvPr>
        </p:nvSpPr>
        <p:spPr>
          <a:xfrm>
            <a:off x="838200" y="1825625"/>
            <a:ext cx="10515600" cy="4667250"/>
          </a:xfrm>
        </p:spPr>
        <p:txBody>
          <a:bodyPr>
            <a:normAutofit/>
          </a:bodyPr>
          <a:lstStyle/>
          <a:p>
            <a:pPr marL="514350" indent="-514350">
              <a:buFont typeface="+mj-lt"/>
              <a:buAutoNum type="arabicPeriod"/>
            </a:pPr>
            <a:r>
              <a:rPr lang="en-US" dirty="0"/>
              <a:t>Remove the responsible PDB</a:t>
            </a:r>
          </a:p>
          <a:p>
            <a:pPr marL="0" indent="0">
              <a:spcAft>
                <a:spcPts val="1200"/>
              </a:spcAft>
              <a:buNone/>
            </a:pPr>
            <a:r>
              <a:rPr lang="en-US" sz="2400" b="1" dirty="0" err="1">
                <a:latin typeface="Consolas" panose="020B0609020204030204" pitchFamily="49" charset="0"/>
              </a:rPr>
              <a:t>kubectl</a:t>
            </a:r>
            <a:r>
              <a:rPr lang="en-US" sz="2400" b="1" dirty="0">
                <a:latin typeface="Consolas" panose="020B0609020204030204" pitchFamily="49" charset="0"/>
              </a:rPr>
              <a:t> delete </a:t>
            </a:r>
            <a:r>
              <a:rPr lang="en-US" sz="2400" b="1" dirty="0" err="1">
                <a:latin typeface="Consolas" panose="020B0609020204030204" pitchFamily="49" charset="0"/>
              </a:rPr>
              <a:t>pdb</a:t>
            </a:r>
            <a:r>
              <a:rPr lang="en-US" sz="2400" b="1" dirty="0">
                <a:latin typeface="Consolas" panose="020B0609020204030204" pitchFamily="49" charset="0"/>
              </a:rPr>
              <a:t> &lt;</a:t>
            </a:r>
            <a:r>
              <a:rPr lang="en-US" sz="2400" b="1" dirty="0" err="1">
                <a:latin typeface="Consolas" panose="020B0609020204030204" pitchFamily="49" charset="0"/>
              </a:rPr>
              <a:t>pdb</a:t>
            </a:r>
            <a:r>
              <a:rPr lang="en-US" sz="2400" b="1" dirty="0">
                <a:latin typeface="Consolas" panose="020B0609020204030204" pitchFamily="49" charset="0"/>
              </a:rPr>
              <a:t>-name&gt;</a:t>
            </a:r>
          </a:p>
          <a:p>
            <a:pPr marL="514350" indent="-514350">
              <a:buFont typeface="+mj-lt"/>
              <a:buAutoNum type="arabicPeriod" startAt="2"/>
            </a:pPr>
            <a:r>
              <a:rPr lang="en-US" dirty="0"/>
              <a:t>Remove the </a:t>
            </a:r>
            <a:r>
              <a:rPr lang="en-US" b="1" dirty="0">
                <a:latin typeface="Consolas" panose="020B0609020204030204" pitchFamily="49" charset="0"/>
              </a:rPr>
              <a:t>Quarantined</a:t>
            </a:r>
            <a:r>
              <a:rPr lang="en-US" dirty="0"/>
              <a:t> label</a:t>
            </a:r>
          </a:p>
          <a:p>
            <a:pPr marL="0" indent="0">
              <a:spcAft>
                <a:spcPts val="1200"/>
              </a:spcAft>
              <a:buNone/>
            </a:pPr>
            <a:r>
              <a:rPr lang="nl-NL" sz="2400" b="1" dirty="0">
                <a:latin typeface="Consolas" panose="020B0609020204030204" pitchFamily="49" charset="0"/>
              </a:rPr>
              <a:t>kubectl label nodes &lt;node-name&gt; &lt;label-name&gt;</a:t>
            </a:r>
            <a:endParaRPr lang="en-US" sz="2400" b="1" dirty="0">
              <a:latin typeface="Consolas" panose="020B0609020204030204" pitchFamily="49" charset="0"/>
            </a:endParaRPr>
          </a:p>
          <a:p>
            <a:pPr marL="514350" indent="-514350">
              <a:buFont typeface="+mj-lt"/>
              <a:buAutoNum type="arabicPeriod" startAt="3"/>
            </a:pPr>
            <a:r>
              <a:rPr lang="en-US" dirty="0"/>
              <a:t>[Optionally] delete the blocked node</a:t>
            </a:r>
          </a:p>
          <a:p>
            <a:pPr marL="0" indent="0">
              <a:buNone/>
            </a:pPr>
            <a:r>
              <a:rPr lang="en-US" sz="2400" b="1" dirty="0" err="1">
                <a:latin typeface="Consolas" panose="020B0609020204030204" pitchFamily="49" charset="0"/>
              </a:rPr>
              <a:t>az</a:t>
            </a:r>
            <a:r>
              <a:rPr lang="en-US" sz="2400" b="1" dirty="0">
                <a:latin typeface="Consolas" panose="020B0609020204030204" pitchFamily="49" charset="0"/>
              </a:rPr>
              <a:t> </a:t>
            </a:r>
            <a:r>
              <a:rPr lang="en-US" sz="2400" b="1" dirty="0" err="1">
                <a:latin typeface="Consolas" panose="020B0609020204030204" pitchFamily="49" charset="0"/>
              </a:rPr>
              <a:t>aks</a:t>
            </a:r>
            <a:r>
              <a:rPr lang="en-US" sz="2400" b="1" dirty="0">
                <a:latin typeface="Consolas" panose="020B0609020204030204" pitchFamily="49" charset="0"/>
              </a:rPr>
              <a:t> </a:t>
            </a:r>
            <a:r>
              <a:rPr lang="en-US" sz="2400" b="1" dirty="0" err="1">
                <a:latin typeface="Consolas" panose="020B0609020204030204" pitchFamily="49" charset="0"/>
              </a:rPr>
              <a:t>nodepool</a:t>
            </a:r>
            <a:r>
              <a:rPr lang="en-US" sz="2400" b="1" dirty="0">
                <a:latin typeface="Consolas" panose="020B0609020204030204" pitchFamily="49" charset="0"/>
              </a:rPr>
              <a:t> delete-machines --cluster-name &lt;cluster-name&gt; --machine-names &lt;machine-name&gt; --name &lt;node-pool-name&gt; --resource-group &lt;resource-group-name&gt;</a:t>
            </a:r>
          </a:p>
          <a:p>
            <a:pPr marL="0" indent="0">
              <a:buNone/>
            </a:pPr>
            <a:endParaRPr lang="en-US" dirty="0"/>
          </a:p>
        </p:txBody>
      </p:sp>
    </p:spTree>
    <p:extLst>
      <p:ext uri="{BB962C8B-B14F-4D97-AF65-F5344CB8AC3E}">
        <p14:creationId xmlns:p14="http://schemas.microsoft.com/office/powerpoint/2010/main" val="3058817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5A97B-536A-F5BE-2AF4-89F945835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C2C06-D877-66FA-9637-AC6B5B43798A}"/>
              </a:ext>
            </a:extLst>
          </p:cNvPr>
          <p:cNvSpPr>
            <a:spLocks noGrp="1"/>
          </p:cNvSpPr>
          <p:nvPr>
            <p:ph type="title"/>
          </p:nvPr>
        </p:nvSpPr>
        <p:spPr/>
        <p:txBody>
          <a:bodyPr/>
          <a:lstStyle/>
          <a:p>
            <a:r>
              <a:rPr lang="en-US" dirty="0"/>
              <a:t>(*): Resolve undrainable nodes 2/2</a:t>
            </a:r>
          </a:p>
        </p:txBody>
      </p:sp>
      <p:sp>
        <p:nvSpPr>
          <p:cNvPr id="3" name="Content Placeholder 2">
            <a:extLst>
              <a:ext uri="{FF2B5EF4-FFF2-40B4-BE49-F238E27FC236}">
                <a16:creationId xmlns:a16="http://schemas.microsoft.com/office/drawing/2014/main" id="{AEE2887A-035A-BD35-6DD5-7D05AEAD51E8}"/>
              </a:ext>
            </a:extLst>
          </p:cNvPr>
          <p:cNvSpPr>
            <a:spLocks noGrp="1"/>
          </p:cNvSpPr>
          <p:nvPr>
            <p:ph idx="1"/>
          </p:nvPr>
        </p:nvSpPr>
        <p:spPr>
          <a:xfrm>
            <a:off x="838200" y="1825625"/>
            <a:ext cx="10515600" cy="4667250"/>
          </a:xfrm>
        </p:spPr>
        <p:txBody>
          <a:bodyPr>
            <a:normAutofit/>
          </a:bodyPr>
          <a:lstStyle/>
          <a:p>
            <a:pPr marL="514350" indent="-514350">
              <a:buFont typeface="+mj-lt"/>
              <a:buAutoNum type="arabicPeriod" startAt="4"/>
            </a:pPr>
            <a:r>
              <a:rPr lang="en-US" dirty="0"/>
              <a:t>Reconcile the cluster status</a:t>
            </a:r>
          </a:p>
          <a:p>
            <a:pPr marL="0" indent="0">
              <a:buNone/>
            </a:pPr>
            <a:r>
              <a:rPr lang="en-US" sz="2400" b="1" dirty="0">
                <a:latin typeface="Consolas" panose="020B0609020204030204" pitchFamily="49" charset="0"/>
              </a:rPr>
              <a:t># Update the cluster to restore the provisioning status</a:t>
            </a:r>
          </a:p>
          <a:p>
            <a:pPr marL="0" indent="0">
              <a:buNone/>
            </a:pPr>
            <a:r>
              <a:rPr lang="en-US" sz="2400" b="1" dirty="0" err="1">
                <a:latin typeface="Consolas" panose="020B0609020204030204" pitchFamily="49" charset="0"/>
              </a:rPr>
              <a:t>az</a:t>
            </a:r>
            <a:r>
              <a:rPr lang="en-US" sz="2400" b="1" dirty="0">
                <a:latin typeface="Consolas" panose="020B0609020204030204" pitchFamily="49" charset="0"/>
              </a:rPr>
              <a:t> </a:t>
            </a:r>
            <a:r>
              <a:rPr lang="en-US" sz="2400" b="1" dirty="0" err="1">
                <a:latin typeface="Consolas" panose="020B0609020204030204" pitchFamily="49" charset="0"/>
              </a:rPr>
              <a:t>aks</a:t>
            </a:r>
            <a:r>
              <a:rPr lang="en-US" sz="2400" b="1" dirty="0">
                <a:latin typeface="Consolas" panose="020B0609020204030204" pitchFamily="49" charset="0"/>
              </a:rPr>
              <a:t> update --resource-group &lt;resource-group-name&gt; --name &lt;cluster-name&gt;</a:t>
            </a:r>
          </a:p>
          <a:p>
            <a:pPr marL="0" indent="0">
              <a:buNone/>
            </a:pPr>
            <a:endParaRPr lang="en-US" sz="2400" b="1" dirty="0">
              <a:latin typeface="Consolas" panose="020B0609020204030204" pitchFamily="49" charset="0"/>
            </a:endParaRPr>
          </a:p>
          <a:p>
            <a:pPr marL="0" indent="0">
              <a:buNone/>
            </a:pPr>
            <a:r>
              <a:rPr lang="en-US" sz="2400" b="1" dirty="0">
                <a:latin typeface="Consolas" panose="020B0609020204030204" pitchFamily="49" charset="0"/>
              </a:rPr>
              <a:t># Scale the node pool to restore the original size</a:t>
            </a:r>
          </a:p>
          <a:p>
            <a:pPr marL="0" indent="0">
              <a:buNone/>
            </a:pPr>
            <a:r>
              <a:rPr lang="en-US" sz="2400" b="1" dirty="0" err="1">
                <a:latin typeface="Consolas" panose="020B0609020204030204" pitchFamily="49" charset="0"/>
              </a:rPr>
              <a:t>az</a:t>
            </a:r>
            <a:r>
              <a:rPr lang="en-US" sz="2400" b="1" dirty="0">
                <a:latin typeface="Consolas" panose="020B0609020204030204" pitchFamily="49" charset="0"/>
              </a:rPr>
              <a:t> </a:t>
            </a:r>
            <a:r>
              <a:rPr lang="en-US" sz="2400" b="1" dirty="0" err="1">
                <a:latin typeface="Consolas" panose="020B0609020204030204" pitchFamily="49" charset="0"/>
              </a:rPr>
              <a:t>aks</a:t>
            </a:r>
            <a:r>
              <a:rPr lang="en-US" sz="2400" b="1" dirty="0">
                <a:latin typeface="Consolas" panose="020B0609020204030204" pitchFamily="49" charset="0"/>
              </a:rPr>
              <a:t> </a:t>
            </a:r>
            <a:r>
              <a:rPr lang="en-US" sz="2400" b="1" dirty="0" err="1">
                <a:latin typeface="Consolas" panose="020B0609020204030204" pitchFamily="49" charset="0"/>
              </a:rPr>
              <a:t>nodepool</a:t>
            </a:r>
            <a:r>
              <a:rPr lang="en-US" sz="2400" b="1" dirty="0">
                <a:latin typeface="Consolas" panose="020B0609020204030204" pitchFamily="49" charset="0"/>
              </a:rPr>
              <a:t> scale --resource-group &lt;resource-group-name&gt; --cluster-name &lt;cluster-name&gt; --name &lt;node-pool-name&gt; --node-count 2</a:t>
            </a:r>
          </a:p>
        </p:txBody>
      </p:sp>
    </p:spTree>
    <p:extLst>
      <p:ext uri="{BB962C8B-B14F-4D97-AF65-F5344CB8AC3E}">
        <p14:creationId xmlns:p14="http://schemas.microsoft.com/office/powerpoint/2010/main" val="22789780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5E5B08-DE93-0B01-8024-FF2404BF61D0}"/>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5067C6F-767A-F99F-1179-45A67CD06C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55C841E3-5623-E45D-E9F6-58917F609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4E2FD69A-F61D-B63A-8530-9B45CDDE4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4CCC7B-959B-6165-8E0B-C88E15740C40}"/>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Manuel Blue-Green Upgrade</a:t>
            </a:r>
          </a:p>
        </p:txBody>
      </p:sp>
      <p:sp>
        <p:nvSpPr>
          <p:cNvPr id="22" name="Rectangle 21">
            <a:extLst>
              <a:ext uri="{FF2B5EF4-FFF2-40B4-BE49-F238E27FC236}">
                <a16:creationId xmlns:a16="http://schemas.microsoft.com/office/drawing/2014/main" id="{2FCF71EA-9DB2-B933-BDBB-52A186D68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952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693C-F229-C820-0725-A7C7825A1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F24FA-3877-F2E0-FFD6-487ED6E66D01}"/>
              </a:ext>
            </a:extLst>
          </p:cNvPr>
          <p:cNvSpPr>
            <a:spLocks noGrp="1"/>
          </p:cNvSpPr>
          <p:nvPr>
            <p:ph type="title"/>
          </p:nvPr>
        </p:nvSpPr>
        <p:spPr/>
        <p:txBody>
          <a:bodyPr/>
          <a:lstStyle/>
          <a:p>
            <a:r>
              <a:rPr lang="en-US" dirty="0"/>
              <a:t>Step 1: Create green node pool</a:t>
            </a:r>
          </a:p>
        </p:txBody>
      </p:sp>
      <p:sp>
        <p:nvSpPr>
          <p:cNvPr id="8" name="Rectangle 7">
            <a:extLst>
              <a:ext uri="{FF2B5EF4-FFF2-40B4-BE49-F238E27FC236}">
                <a16:creationId xmlns:a16="http://schemas.microsoft.com/office/drawing/2014/main" id="{02894370-CF11-F963-0550-1E312975AEF3}"/>
              </a:ext>
            </a:extLst>
          </p:cNvPr>
          <p:cNvSpPr/>
          <p:nvPr/>
        </p:nvSpPr>
        <p:spPr>
          <a:xfrm>
            <a:off x="987162" y="1648319"/>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12C720FF-DE38-B4A6-0398-354AAC40B540}"/>
              </a:ext>
            </a:extLst>
          </p:cNvPr>
          <p:cNvSpPr/>
          <p:nvPr/>
        </p:nvSpPr>
        <p:spPr>
          <a:xfrm>
            <a:off x="1332827"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824280FB-F265-EB96-A0D5-34076702B88F}"/>
              </a:ext>
            </a:extLst>
          </p:cNvPr>
          <p:cNvSpPr/>
          <p:nvPr/>
        </p:nvSpPr>
        <p:spPr>
          <a:xfrm>
            <a:off x="1332827" y="232749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11" name="TextBox 10">
            <a:extLst>
              <a:ext uri="{FF2B5EF4-FFF2-40B4-BE49-F238E27FC236}">
                <a16:creationId xmlns:a16="http://schemas.microsoft.com/office/drawing/2014/main" id="{760A9C34-3AA4-C033-677E-D48D7D90FA8B}"/>
              </a:ext>
            </a:extLst>
          </p:cNvPr>
          <p:cNvSpPr txBox="1"/>
          <p:nvPr/>
        </p:nvSpPr>
        <p:spPr>
          <a:xfrm>
            <a:off x="838200" y="3755415"/>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(v1.30)</a:t>
            </a:r>
          </a:p>
        </p:txBody>
      </p:sp>
      <p:sp>
        <p:nvSpPr>
          <p:cNvPr id="16" name="Rectangle 15">
            <a:extLst>
              <a:ext uri="{FF2B5EF4-FFF2-40B4-BE49-F238E27FC236}">
                <a16:creationId xmlns:a16="http://schemas.microsoft.com/office/drawing/2014/main" id="{1B133398-74DB-557F-5EC1-1687CB7D8535}"/>
              </a:ext>
            </a:extLst>
          </p:cNvPr>
          <p:cNvSpPr/>
          <p:nvPr/>
        </p:nvSpPr>
        <p:spPr>
          <a:xfrm>
            <a:off x="980538" y="4166232"/>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7D6CFB6E-8C82-C07B-D685-82132C358DBE}"/>
              </a:ext>
            </a:extLst>
          </p:cNvPr>
          <p:cNvSpPr/>
          <p:nvPr/>
        </p:nvSpPr>
        <p:spPr>
          <a:xfrm>
            <a:off x="1326203" y="534898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8" name="Rectangle 17">
            <a:extLst>
              <a:ext uri="{FF2B5EF4-FFF2-40B4-BE49-F238E27FC236}">
                <a16:creationId xmlns:a16="http://schemas.microsoft.com/office/drawing/2014/main" id="{3E803C7D-7D75-7F62-BABF-36DA5670E0BB}"/>
              </a:ext>
            </a:extLst>
          </p:cNvPr>
          <p:cNvSpPr/>
          <p:nvPr/>
        </p:nvSpPr>
        <p:spPr>
          <a:xfrm>
            <a:off x="132620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9" name="TextBox 18">
            <a:extLst>
              <a:ext uri="{FF2B5EF4-FFF2-40B4-BE49-F238E27FC236}">
                <a16:creationId xmlns:a16="http://schemas.microsoft.com/office/drawing/2014/main" id="{F0CE9D79-8135-F099-0E5C-F8F154B35FE4}"/>
              </a:ext>
            </a:extLst>
          </p:cNvPr>
          <p:cNvSpPr txBox="1"/>
          <p:nvPr/>
        </p:nvSpPr>
        <p:spPr>
          <a:xfrm>
            <a:off x="831576" y="6263389"/>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 (v1.30)</a:t>
            </a:r>
          </a:p>
        </p:txBody>
      </p:sp>
      <p:sp>
        <p:nvSpPr>
          <p:cNvPr id="20" name="Rectangle 19">
            <a:extLst>
              <a:ext uri="{FF2B5EF4-FFF2-40B4-BE49-F238E27FC236}">
                <a16:creationId xmlns:a16="http://schemas.microsoft.com/office/drawing/2014/main" id="{481BAD76-34E8-5C91-2A23-41FA6080F8A6}"/>
              </a:ext>
            </a:extLst>
          </p:cNvPr>
          <p:cNvSpPr/>
          <p:nvPr/>
        </p:nvSpPr>
        <p:spPr>
          <a:xfrm>
            <a:off x="3703857" y="1651634"/>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2174AEFE-9065-8494-3236-8E8A7938E234}"/>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3 (v1.31)</a:t>
            </a:r>
          </a:p>
        </p:txBody>
      </p:sp>
      <p:sp>
        <p:nvSpPr>
          <p:cNvPr id="24" name="Rectangle 23">
            <a:extLst>
              <a:ext uri="{FF2B5EF4-FFF2-40B4-BE49-F238E27FC236}">
                <a16:creationId xmlns:a16="http://schemas.microsoft.com/office/drawing/2014/main" id="{93D64306-B0A3-F83B-BDE9-D75ABD02BED4}"/>
              </a:ext>
            </a:extLst>
          </p:cNvPr>
          <p:cNvSpPr/>
          <p:nvPr/>
        </p:nvSpPr>
        <p:spPr>
          <a:xfrm>
            <a:off x="3697233" y="4169547"/>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2AA271C5-31EE-AA22-D05C-A96C358DE3F7}"/>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4 (v1.31)</a:t>
            </a:r>
          </a:p>
        </p:txBody>
      </p:sp>
      <p:graphicFrame>
        <p:nvGraphicFramePr>
          <p:cNvPr id="28" name="Table 27">
            <a:extLst>
              <a:ext uri="{FF2B5EF4-FFF2-40B4-BE49-F238E27FC236}">
                <a16:creationId xmlns:a16="http://schemas.microsoft.com/office/drawing/2014/main" id="{BBAB3399-9F81-90E2-603E-6E7C0759967C}"/>
              </a:ext>
            </a:extLst>
          </p:cNvPr>
          <p:cNvGraphicFramePr>
            <a:graphicFrameLocks noGrp="1"/>
          </p:cNvGraphicFramePr>
          <p:nvPr>
            <p:extLst>
              <p:ext uri="{D42A27DB-BD31-4B8C-83A1-F6EECF244321}">
                <p14:modId xmlns:p14="http://schemas.microsoft.com/office/powerpoint/2010/main" val="1973339941"/>
              </p:ext>
            </p:extLst>
          </p:nvPr>
        </p:nvGraphicFramePr>
        <p:xfrm>
          <a:off x="6341165" y="5150869"/>
          <a:ext cx="5502965" cy="1112520"/>
        </p:xfrm>
        <a:graphic>
          <a:graphicData uri="http://schemas.openxmlformats.org/drawingml/2006/table">
            <a:tbl>
              <a:tblPr>
                <a:tableStyleId>{5C22544A-7EE6-4342-B048-85BDC9FD1C3A}</a:tableStyleId>
              </a:tblPr>
              <a:tblGrid>
                <a:gridCol w="5502965">
                  <a:extLst>
                    <a:ext uri="{9D8B030D-6E8A-4147-A177-3AD203B41FA5}">
                      <a16:colId xmlns:a16="http://schemas.microsoft.com/office/drawing/2014/main" val="2034982542"/>
                    </a:ext>
                  </a:extLst>
                </a:gridCol>
              </a:tblGrid>
              <a:tr h="370840">
                <a:tc>
                  <a:txBody>
                    <a:bodyPr/>
                    <a:lstStyle/>
                    <a:p>
                      <a:r>
                        <a:rPr lang="en-US" sz="1600" dirty="0"/>
                        <a:t>Blue node pool (v1.30): Pod A, B, C, D (existing)</a:t>
                      </a:r>
                    </a:p>
                  </a:txBody>
                  <a:tcPr/>
                </a:tc>
                <a:extLst>
                  <a:ext uri="{0D108BD9-81ED-4DB2-BD59-A6C34878D82A}">
                    <a16:rowId xmlns:a16="http://schemas.microsoft.com/office/drawing/2014/main" val="2931694861"/>
                  </a:ext>
                </a:extLst>
              </a:tr>
              <a:tr h="370840">
                <a:tc>
                  <a:txBody>
                    <a:bodyPr/>
                    <a:lstStyle/>
                    <a:p>
                      <a:r>
                        <a:rPr lang="en-US" sz="1600" dirty="0" err="1"/>
                        <a:t>az</a:t>
                      </a:r>
                      <a:r>
                        <a:rPr lang="en-US" sz="1600" dirty="0"/>
                        <a:t> </a:t>
                      </a:r>
                      <a:r>
                        <a:rPr lang="en-US" sz="1600" dirty="0" err="1"/>
                        <a:t>aks</a:t>
                      </a:r>
                      <a:r>
                        <a:rPr lang="en-US" sz="1600" dirty="0"/>
                        <a:t> </a:t>
                      </a:r>
                      <a:r>
                        <a:rPr lang="en-US" sz="1600" dirty="0" err="1"/>
                        <a:t>nodepool</a:t>
                      </a:r>
                      <a:r>
                        <a:rPr lang="en-US" sz="1600" dirty="0"/>
                        <a:t> add</a:t>
                      </a:r>
                    </a:p>
                  </a:txBody>
                  <a:tcPr/>
                </a:tc>
                <a:extLst>
                  <a:ext uri="{0D108BD9-81ED-4DB2-BD59-A6C34878D82A}">
                    <a16:rowId xmlns:a16="http://schemas.microsoft.com/office/drawing/2014/main" val="2845329180"/>
                  </a:ext>
                </a:extLst>
              </a:tr>
              <a:tr h="370840">
                <a:tc>
                  <a:txBody>
                    <a:bodyPr/>
                    <a:lstStyle/>
                    <a:p>
                      <a:r>
                        <a:rPr lang="en-US" sz="1600" dirty="0"/>
                        <a:t>Green node pool (v1.31): Empty, manually created by you</a:t>
                      </a:r>
                    </a:p>
                  </a:txBody>
                  <a:tcPr/>
                </a:tc>
                <a:extLst>
                  <a:ext uri="{0D108BD9-81ED-4DB2-BD59-A6C34878D82A}">
                    <a16:rowId xmlns:a16="http://schemas.microsoft.com/office/drawing/2014/main" val="3412182109"/>
                  </a:ext>
                </a:extLst>
              </a:tr>
            </a:tbl>
          </a:graphicData>
        </a:graphic>
      </p:graphicFrame>
    </p:spTree>
    <p:extLst>
      <p:ext uri="{BB962C8B-B14F-4D97-AF65-F5344CB8AC3E}">
        <p14:creationId xmlns:p14="http://schemas.microsoft.com/office/powerpoint/2010/main" val="1816987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4FD43-7D28-9520-BDD7-5ECE99DB9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CE464-5DC3-3521-71FF-8B9FD49343B6}"/>
              </a:ext>
            </a:extLst>
          </p:cNvPr>
          <p:cNvSpPr>
            <a:spLocks noGrp="1"/>
          </p:cNvSpPr>
          <p:nvPr>
            <p:ph type="title"/>
          </p:nvPr>
        </p:nvSpPr>
        <p:spPr/>
        <p:txBody>
          <a:bodyPr/>
          <a:lstStyle/>
          <a:p>
            <a:r>
              <a:rPr lang="en-US" dirty="0"/>
              <a:t>Step 2: Manually cordon blue nodes</a:t>
            </a:r>
          </a:p>
        </p:txBody>
      </p:sp>
      <p:sp>
        <p:nvSpPr>
          <p:cNvPr id="8" name="Rectangle 7">
            <a:extLst>
              <a:ext uri="{FF2B5EF4-FFF2-40B4-BE49-F238E27FC236}">
                <a16:creationId xmlns:a16="http://schemas.microsoft.com/office/drawing/2014/main" id="{CEC63D95-7C47-7582-F067-A451377F7B7A}"/>
              </a:ext>
            </a:extLst>
          </p:cNvPr>
          <p:cNvSpPr/>
          <p:nvPr/>
        </p:nvSpPr>
        <p:spPr>
          <a:xfrm>
            <a:off x="987162" y="1648319"/>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92D2F613-35C3-E476-523C-0724B69EFA46}"/>
              </a:ext>
            </a:extLst>
          </p:cNvPr>
          <p:cNvSpPr/>
          <p:nvPr/>
        </p:nvSpPr>
        <p:spPr>
          <a:xfrm>
            <a:off x="1332827"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302822A5-290C-1066-4EDD-C52C3618B2C6}"/>
              </a:ext>
            </a:extLst>
          </p:cNvPr>
          <p:cNvSpPr/>
          <p:nvPr/>
        </p:nvSpPr>
        <p:spPr>
          <a:xfrm>
            <a:off x="1332827" y="232749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11" name="TextBox 10">
            <a:extLst>
              <a:ext uri="{FF2B5EF4-FFF2-40B4-BE49-F238E27FC236}">
                <a16:creationId xmlns:a16="http://schemas.microsoft.com/office/drawing/2014/main" id="{8200ED83-6017-705C-0346-57134B8132EA}"/>
              </a:ext>
            </a:extLst>
          </p:cNvPr>
          <p:cNvSpPr txBox="1"/>
          <p:nvPr/>
        </p:nvSpPr>
        <p:spPr>
          <a:xfrm>
            <a:off x="838200" y="3755415"/>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(v1.30)</a:t>
            </a:r>
          </a:p>
        </p:txBody>
      </p:sp>
      <p:sp>
        <p:nvSpPr>
          <p:cNvPr id="16" name="Rectangle 15">
            <a:extLst>
              <a:ext uri="{FF2B5EF4-FFF2-40B4-BE49-F238E27FC236}">
                <a16:creationId xmlns:a16="http://schemas.microsoft.com/office/drawing/2014/main" id="{D417155F-C27B-30F0-AC12-03C087A4127F}"/>
              </a:ext>
            </a:extLst>
          </p:cNvPr>
          <p:cNvSpPr/>
          <p:nvPr/>
        </p:nvSpPr>
        <p:spPr>
          <a:xfrm>
            <a:off x="980538" y="4166232"/>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F3D5469C-5B24-0ADB-59F2-FA1DDA498794}"/>
              </a:ext>
            </a:extLst>
          </p:cNvPr>
          <p:cNvSpPr/>
          <p:nvPr/>
        </p:nvSpPr>
        <p:spPr>
          <a:xfrm>
            <a:off x="1326203" y="534898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8" name="Rectangle 17">
            <a:extLst>
              <a:ext uri="{FF2B5EF4-FFF2-40B4-BE49-F238E27FC236}">
                <a16:creationId xmlns:a16="http://schemas.microsoft.com/office/drawing/2014/main" id="{08DF8581-B0BC-AFA7-1570-DB851E536B2C}"/>
              </a:ext>
            </a:extLst>
          </p:cNvPr>
          <p:cNvSpPr/>
          <p:nvPr/>
        </p:nvSpPr>
        <p:spPr>
          <a:xfrm>
            <a:off x="132620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9" name="TextBox 18">
            <a:extLst>
              <a:ext uri="{FF2B5EF4-FFF2-40B4-BE49-F238E27FC236}">
                <a16:creationId xmlns:a16="http://schemas.microsoft.com/office/drawing/2014/main" id="{82ADEA8E-5A81-1386-7308-E1CC0B03DD6F}"/>
              </a:ext>
            </a:extLst>
          </p:cNvPr>
          <p:cNvSpPr txBox="1"/>
          <p:nvPr/>
        </p:nvSpPr>
        <p:spPr>
          <a:xfrm>
            <a:off x="831576" y="6263389"/>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 (v1.30)</a:t>
            </a:r>
          </a:p>
        </p:txBody>
      </p:sp>
      <p:sp>
        <p:nvSpPr>
          <p:cNvPr id="20" name="Rectangle 19">
            <a:extLst>
              <a:ext uri="{FF2B5EF4-FFF2-40B4-BE49-F238E27FC236}">
                <a16:creationId xmlns:a16="http://schemas.microsoft.com/office/drawing/2014/main" id="{B45860D9-99CB-6B3D-E012-8216FE7227E6}"/>
              </a:ext>
            </a:extLst>
          </p:cNvPr>
          <p:cNvSpPr/>
          <p:nvPr/>
        </p:nvSpPr>
        <p:spPr>
          <a:xfrm>
            <a:off x="3703857" y="1651634"/>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E528784A-E533-00E1-7158-9CBC23C96655}"/>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3 (v1.31)</a:t>
            </a:r>
          </a:p>
        </p:txBody>
      </p:sp>
      <p:sp>
        <p:nvSpPr>
          <p:cNvPr id="24" name="Rectangle 23">
            <a:extLst>
              <a:ext uri="{FF2B5EF4-FFF2-40B4-BE49-F238E27FC236}">
                <a16:creationId xmlns:a16="http://schemas.microsoft.com/office/drawing/2014/main" id="{5C7E2148-EE10-9C8F-DA6D-256356C00E7B}"/>
              </a:ext>
            </a:extLst>
          </p:cNvPr>
          <p:cNvSpPr/>
          <p:nvPr/>
        </p:nvSpPr>
        <p:spPr>
          <a:xfrm>
            <a:off x="3697233" y="4169547"/>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EEC04B8C-F3B4-5045-D523-E3E25C626B7C}"/>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4 (v1.31)</a:t>
            </a:r>
          </a:p>
        </p:txBody>
      </p:sp>
      <p:graphicFrame>
        <p:nvGraphicFramePr>
          <p:cNvPr id="28" name="Table 27">
            <a:extLst>
              <a:ext uri="{FF2B5EF4-FFF2-40B4-BE49-F238E27FC236}">
                <a16:creationId xmlns:a16="http://schemas.microsoft.com/office/drawing/2014/main" id="{456CC8DD-5E07-3BE1-831D-C9758755D2B5}"/>
              </a:ext>
            </a:extLst>
          </p:cNvPr>
          <p:cNvGraphicFramePr>
            <a:graphicFrameLocks noGrp="1"/>
          </p:cNvGraphicFramePr>
          <p:nvPr>
            <p:extLst>
              <p:ext uri="{D42A27DB-BD31-4B8C-83A1-F6EECF244321}">
                <p14:modId xmlns:p14="http://schemas.microsoft.com/office/powerpoint/2010/main" val="359871429"/>
              </p:ext>
            </p:extLst>
          </p:nvPr>
        </p:nvGraphicFramePr>
        <p:xfrm>
          <a:off x="6341165" y="5150869"/>
          <a:ext cx="5502965" cy="1112520"/>
        </p:xfrm>
        <a:graphic>
          <a:graphicData uri="http://schemas.openxmlformats.org/drawingml/2006/table">
            <a:tbl>
              <a:tblPr>
                <a:tableStyleId>{5C22544A-7EE6-4342-B048-85BDC9FD1C3A}</a:tableStyleId>
              </a:tblPr>
              <a:tblGrid>
                <a:gridCol w="5502965">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latin typeface="Consolas" panose="020B0609020204030204" pitchFamily="49" charset="0"/>
                        </a:rPr>
                        <a:t>kubectl</a:t>
                      </a:r>
                      <a:r>
                        <a:rPr lang="en-US" sz="1600" b="1" dirty="0">
                          <a:latin typeface="Consolas" panose="020B0609020204030204" pitchFamily="49" charset="0"/>
                        </a:rPr>
                        <a:t> cordon</a:t>
                      </a:r>
                      <a:r>
                        <a:rPr lang="en-US" sz="1600" dirty="0"/>
                        <a:t> on each blue node</a:t>
                      </a:r>
                    </a:p>
                  </a:txBody>
                  <a:tcPr/>
                </a:tc>
                <a:extLst>
                  <a:ext uri="{0D108BD9-81ED-4DB2-BD59-A6C34878D82A}">
                    <a16:rowId xmlns:a16="http://schemas.microsoft.com/office/drawing/2014/main" val="29316948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Blue nodes: Cordoned, no new pods scheduled</a:t>
                      </a:r>
                    </a:p>
                  </a:txBody>
                  <a:tcPr/>
                </a:tc>
                <a:extLst>
                  <a:ext uri="{0D108BD9-81ED-4DB2-BD59-A6C34878D82A}">
                    <a16:rowId xmlns:a16="http://schemas.microsoft.com/office/drawing/2014/main" val="2845329180"/>
                  </a:ext>
                </a:extLst>
              </a:tr>
              <a:tr h="370840">
                <a:tc>
                  <a:txBody>
                    <a:bodyPr/>
                    <a:lstStyle/>
                    <a:p>
                      <a:r>
                        <a:rPr lang="en-US" sz="1600" dirty="0"/>
                        <a:t>Green nodes: Ready to receive workloads</a:t>
                      </a:r>
                    </a:p>
                  </a:txBody>
                  <a:tcPr/>
                </a:tc>
                <a:extLst>
                  <a:ext uri="{0D108BD9-81ED-4DB2-BD59-A6C34878D82A}">
                    <a16:rowId xmlns:a16="http://schemas.microsoft.com/office/drawing/2014/main" val="3412182109"/>
                  </a:ext>
                </a:extLst>
              </a:tr>
            </a:tbl>
          </a:graphicData>
        </a:graphic>
      </p:graphicFrame>
    </p:spTree>
    <p:extLst>
      <p:ext uri="{BB962C8B-B14F-4D97-AF65-F5344CB8AC3E}">
        <p14:creationId xmlns:p14="http://schemas.microsoft.com/office/powerpoint/2010/main" val="3225331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94612-9293-2DD3-EF92-F5944BB5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269A6-D8A0-1C4E-034F-E3733CEB0CFA}"/>
              </a:ext>
            </a:extLst>
          </p:cNvPr>
          <p:cNvSpPr>
            <a:spLocks noGrp="1"/>
          </p:cNvSpPr>
          <p:nvPr>
            <p:ph type="title"/>
          </p:nvPr>
        </p:nvSpPr>
        <p:spPr/>
        <p:txBody>
          <a:bodyPr/>
          <a:lstStyle/>
          <a:p>
            <a:r>
              <a:rPr lang="en-US" dirty="0"/>
              <a:t>Step 3 A: Manually drain blue nodes</a:t>
            </a:r>
          </a:p>
        </p:txBody>
      </p:sp>
      <p:sp>
        <p:nvSpPr>
          <p:cNvPr id="8" name="Rectangle 7">
            <a:extLst>
              <a:ext uri="{FF2B5EF4-FFF2-40B4-BE49-F238E27FC236}">
                <a16:creationId xmlns:a16="http://schemas.microsoft.com/office/drawing/2014/main" id="{7C64A0C7-F6EB-2347-BBFE-4FC896C9A417}"/>
              </a:ext>
            </a:extLst>
          </p:cNvPr>
          <p:cNvSpPr/>
          <p:nvPr/>
        </p:nvSpPr>
        <p:spPr>
          <a:xfrm>
            <a:off x="987162" y="1648319"/>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A49EEE86-2003-640B-5B4D-896BC220A867}"/>
              </a:ext>
            </a:extLst>
          </p:cNvPr>
          <p:cNvSpPr txBox="1"/>
          <p:nvPr/>
        </p:nvSpPr>
        <p:spPr>
          <a:xfrm>
            <a:off x="838200" y="3755415"/>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(v1.30)</a:t>
            </a:r>
          </a:p>
        </p:txBody>
      </p:sp>
      <p:sp>
        <p:nvSpPr>
          <p:cNvPr id="16" name="Rectangle 15">
            <a:extLst>
              <a:ext uri="{FF2B5EF4-FFF2-40B4-BE49-F238E27FC236}">
                <a16:creationId xmlns:a16="http://schemas.microsoft.com/office/drawing/2014/main" id="{CEE771BD-2EB3-9A21-5ADF-E911240B6202}"/>
              </a:ext>
            </a:extLst>
          </p:cNvPr>
          <p:cNvSpPr/>
          <p:nvPr/>
        </p:nvSpPr>
        <p:spPr>
          <a:xfrm>
            <a:off x="980538" y="4166232"/>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22E2BE3A-C0E0-D2D4-FF61-641C8FFE8744}"/>
              </a:ext>
            </a:extLst>
          </p:cNvPr>
          <p:cNvSpPr/>
          <p:nvPr/>
        </p:nvSpPr>
        <p:spPr>
          <a:xfrm>
            <a:off x="1326203" y="534898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
        <p:nvSpPr>
          <p:cNvPr id="18" name="Rectangle 17">
            <a:extLst>
              <a:ext uri="{FF2B5EF4-FFF2-40B4-BE49-F238E27FC236}">
                <a16:creationId xmlns:a16="http://schemas.microsoft.com/office/drawing/2014/main" id="{60287C8C-95F0-93B1-E092-CBCDA570FD90}"/>
              </a:ext>
            </a:extLst>
          </p:cNvPr>
          <p:cNvSpPr/>
          <p:nvPr/>
        </p:nvSpPr>
        <p:spPr>
          <a:xfrm>
            <a:off x="132620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9" name="TextBox 18">
            <a:extLst>
              <a:ext uri="{FF2B5EF4-FFF2-40B4-BE49-F238E27FC236}">
                <a16:creationId xmlns:a16="http://schemas.microsoft.com/office/drawing/2014/main" id="{A74BBCF7-693D-8528-75C4-94D519FBA3AB}"/>
              </a:ext>
            </a:extLst>
          </p:cNvPr>
          <p:cNvSpPr txBox="1"/>
          <p:nvPr/>
        </p:nvSpPr>
        <p:spPr>
          <a:xfrm>
            <a:off x="831576" y="6263389"/>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 (v1.30)</a:t>
            </a:r>
          </a:p>
        </p:txBody>
      </p:sp>
      <p:sp>
        <p:nvSpPr>
          <p:cNvPr id="20" name="Rectangle 19">
            <a:extLst>
              <a:ext uri="{FF2B5EF4-FFF2-40B4-BE49-F238E27FC236}">
                <a16:creationId xmlns:a16="http://schemas.microsoft.com/office/drawing/2014/main" id="{0BACF302-B638-4A50-5F42-5859FA70C965}"/>
              </a:ext>
            </a:extLst>
          </p:cNvPr>
          <p:cNvSpPr/>
          <p:nvPr/>
        </p:nvSpPr>
        <p:spPr>
          <a:xfrm>
            <a:off x="3703857" y="1651634"/>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977E3440-8AF3-6256-EBC9-847572F595D1}"/>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3 (v1.31)</a:t>
            </a:r>
          </a:p>
        </p:txBody>
      </p:sp>
      <p:sp>
        <p:nvSpPr>
          <p:cNvPr id="24" name="Rectangle 23">
            <a:extLst>
              <a:ext uri="{FF2B5EF4-FFF2-40B4-BE49-F238E27FC236}">
                <a16:creationId xmlns:a16="http://schemas.microsoft.com/office/drawing/2014/main" id="{C80F8BD8-DDAB-1283-9494-9D8EEF9549AD}"/>
              </a:ext>
            </a:extLst>
          </p:cNvPr>
          <p:cNvSpPr/>
          <p:nvPr/>
        </p:nvSpPr>
        <p:spPr>
          <a:xfrm>
            <a:off x="3697233" y="4169547"/>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EF0B9433-037F-1C97-F0A6-8E40E9791657}"/>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4 (v1.31)</a:t>
            </a:r>
          </a:p>
        </p:txBody>
      </p:sp>
      <p:graphicFrame>
        <p:nvGraphicFramePr>
          <p:cNvPr id="28" name="Table 27">
            <a:extLst>
              <a:ext uri="{FF2B5EF4-FFF2-40B4-BE49-F238E27FC236}">
                <a16:creationId xmlns:a16="http://schemas.microsoft.com/office/drawing/2014/main" id="{982960D8-6BA1-8B2E-0C34-3161DA0328C2}"/>
              </a:ext>
            </a:extLst>
          </p:cNvPr>
          <p:cNvGraphicFramePr>
            <a:graphicFrameLocks noGrp="1"/>
          </p:cNvGraphicFramePr>
          <p:nvPr>
            <p:extLst>
              <p:ext uri="{D42A27DB-BD31-4B8C-83A1-F6EECF244321}">
                <p14:modId xmlns:p14="http://schemas.microsoft.com/office/powerpoint/2010/main" val="4271948871"/>
              </p:ext>
            </p:extLst>
          </p:nvPr>
        </p:nvGraphicFramePr>
        <p:xfrm>
          <a:off x="6341165" y="5150869"/>
          <a:ext cx="5734878" cy="1112520"/>
        </p:xfrm>
        <a:graphic>
          <a:graphicData uri="http://schemas.openxmlformats.org/drawingml/2006/table">
            <a:tbl>
              <a:tblPr>
                <a:tableStyleId>{5C22544A-7EE6-4342-B048-85BDC9FD1C3A}</a:tableStyleId>
              </a:tblPr>
              <a:tblGrid>
                <a:gridCol w="5734878">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latin typeface="Consolas" panose="020B0609020204030204" pitchFamily="49" charset="0"/>
                        </a:rPr>
                        <a:t>kubectl</a:t>
                      </a:r>
                      <a:r>
                        <a:rPr lang="en-US" sz="1600" b="1" dirty="0">
                          <a:latin typeface="Consolas" panose="020B0609020204030204" pitchFamily="49" charset="0"/>
                        </a:rPr>
                        <a:t> drain</a:t>
                      </a:r>
                      <a:r>
                        <a:rPr lang="en-US" sz="1600" dirty="0"/>
                        <a:t> on selected blue nodes</a:t>
                      </a:r>
                    </a:p>
                  </a:txBody>
                  <a:tcPr/>
                </a:tc>
                <a:extLst>
                  <a:ext uri="{0D108BD9-81ED-4DB2-BD59-A6C34878D82A}">
                    <a16:rowId xmlns:a16="http://schemas.microsoft.com/office/drawing/2014/main" val="29316948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Pod migration: Pods automatically reschedule to green nodes</a:t>
                      </a:r>
                    </a:p>
                  </a:txBody>
                  <a:tcPr/>
                </a:tc>
                <a:extLst>
                  <a:ext uri="{0D108BD9-81ED-4DB2-BD59-A6C34878D82A}">
                    <a16:rowId xmlns:a16="http://schemas.microsoft.com/office/drawing/2014/main" val="2845329180"/>
                  </a:ext>
                </a:extLst>
              </a:tr>
              <a:tr h="370840">
                <a:tc>
                  <a:txBody>
                    <a:bodyPr/>
                    <a:lstStyle/>
                    <a:p>
                      <a:r>
                        <a:rPr lang="en-US" sz="1600" dirty="0"/>
                        <a:t>You verify workloads on green nodes before proceeding</a:t>
                      </a:r>
                    </a:p>
                  </a:txBody>
                  <a:tcPr/>
                </a:tc>
                <a:extLst>
                  <a:ext uri="{0D108BD9-81ED-4DB2-BD59-A6C34878D82A}">
                    <a16:rowId xmlns:a16="http://schemas.microsoft.com/office/drawing/2014/main" val="3412182109"/>
                  </a:ext>
                </a:extLst>
              </a:tr>
            </a:tbl>
          </a:graphicData>
        </a:graphic>
      </p:graphicFrame>
      <p:cxnSp>
        <p:nvCxnSpPr>
          <p:cNvPr id="4" name="Straight Arrow Connector 3">
            <a:extLst>
              <a:ext uri="{FF2B5EF4-FFF2-40B4-BE49-F238E27FC236}">
                <a16:creationId xmlns:a16="http://schemas.microsoft.com/office/drawing/2014/main" id="{5DAE6B62-4E01-FD94-B82B-A386C49188E8}"/>
              </a:ext>
            </a:extLst>
          </p:cNvPr>
          <p:cNvCxnSpPr/>
          <p:nvPr/>
        </p:nvCxnSpPr>
        <p:spPr>
          <a:xfrm>
            <a:off x="1729409" y="1918252"/>
            <a:ext cx="2196548"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7DE5EF3-D0AC-8C21-82D9-14A8FC1E8D88}"/>
              </a:ext>
            </a:extLst>
          </p:cNvPr>
          <p:cNvCxnSpPr/>
          <p:nvPr/>
        </p:nvCxnSpPr>
        <p:spPr>
          <a:xfrm>
            <a:off x="1729409" y="2454965"/>
            <a:ext cx="2126974" cy="2097157"/>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8AA7F0C5-085B-ED21-1509-8A3CA5BA0D79}"/>
              </a:ext>
            </a:extLst>
          </p:cNvPr>
          <p:cNvSpPr/>
          <p:nvPr/>
        </p:nvSpPr>
        <p:spPr>
          <a:xfrm>
            <a:off x="4026329"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solidFill>
                  <a:schemeClr val="tx1"/>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9E0D832B-61C0-8E9A-BC23-589AE6059154}"/>
              </a:ext>
            </a:extLst>
          </p:cNvPr>
          <p:cNvSpPr/>
          <p:nvPr/>
        </p:nvSpPr>
        <p:spPr>
          <a:xfrm>
            <a:off x="4045653" y="4513312"/>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Tree>
    <p:extLst>
      <p:ext uri="{BB962C8B-B14F-4D97-AF65-F5344CB8AC3E}">
        <p14:creationId xmlns:p14="http://schemas.microsoft.com/office/powerpoint/2010/main" val="1400754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CCE04-DE54-EF42-6B03-BAC4A8D5B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4750F-9D95-5D7A-24A4-700D51907745}"/>
              </a:ext>
            </a:extLst>
          </p:cNvPr>
          <p:cNvSpPr>
            <a:spLocks noGrp="1"/>
          </p:cNvSpPr>
          <p:nvPr>
            <p:ph type="title"/>
          </p:nvPr>
        </p:nvSpPr>
        <p:spPr/>
        <p:txBody>
          <a:bodyPr/>
          <a:lstStyle/>
          <a:p>
            <a:r>
              <a:rPr lang="en-US" dirty="0"/>
              <a:t>Step 3 B: Manually drain blue nodes</a:t>
            </a:r>
          </a:p>
        </p:txBody>
      </p:sp>
      <p:sp>
        <p:nvSpPr>
          <p:cNvPr id="8" name="Rectangle 7">
            <a:extLst>
              <a:ext uri="{FF2B5EF4-FFF2-40B4-BE49-F238E27FC236}">
                <a16:creationId xmlns:a16="http://schemas.microsoft.com/office/drawing/2014/main" id="{5DD457E7-9D19-027B-07F7-0484C16C39EB}"/>
              </a:ext>
            </a:extLst>
          </p:cNvPr>
          <p:cNvSpPr/>
          <p:nvPr/>
        </p:nvSpPr>
        <p:spPr>
          <a:xfrm>
            <a:off x="987162" y="1648319"/>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5A9AE26E-70D6-DCFC-9B50-6D8B7C53EA60}"/>
              </a:ext>
            </a:extLst>
          </p:cNvPr>
          <p:cNvSpPr txBox="1"/>
          <p:nvPr/>
        </p:nvSpPr>
        <p:spPr>
          <a:xfrm>
            <a:off x="838200" y="3755415"/>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(v1.30)</a:t>
            </a:r>
          </a:p>
        </p:txBody>
      </p:sp>
      <p:sp>
        <p:nvSpPr>
          <p:cNvPr id="16" name="Rectangle 15">
            <a:extLst>
              <a:ext uri="{FF2B5EF4-FFF2-40B4-BE49-F238E27FC236}">
                <a16:creationId xmlns:a16="http://schemas.microsoft.com/office/drawing/2014/main" id="{0FB61C6E-5A92-AB6A-F724-4C83BEA30290}"/>
              </a:ext>
            </a:extLst>
          </p:cNvPr>
          <p:cNvSpPr/>
          <p:nvPr/>
        </p:nvSpPr>
        <p:spPr>
          <a:xfrm>
            <a:off x="980538" y="4166232"/>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AFF952E6-E56C-6832-F625-F15966F60075}"/>
              </a:ext>
            </a:extLst>
          </p:cNvPr>
          <p:cNvSpPr txBox="1"/>
          <p:nvPr/>
        </p:nvSpPr>
        <p:spPr>
          <a:xfrm>
            <a:off x="831576" y="6263389"/>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 (v1.30)</a:t>
            </a:r>
          </a:p>
        </p:txBody>
      </p:sp>
      <p:sp>
        <p:nvSpPr>
          <p:cNvPr id="20" name="Rectangle 19">
            <a:extLst>
              <a:ext uri="{FF2B5EF4-FFF2-40B4-BE49-F238E27FC236}">
                <a16:creationId xmlns:a16="http://schemas.microsoft.com/office/drawing/2014/main" id="{5B845AE5-0217-429E-DBB1-397BD8F525D3}"/>
              </a:ext>
            </a:extLst>
          </p:cNvPr>
          <p:cNvSpPr/>
          <p:nvPr/>
        </p:nvSpPr>
        <p:spPr>
          <a:xfrm>
            <a:off x="3703857" y="1651634"/>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BC7A0D00-6546-1E9E-B433-5CB07468B9BA}"/>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3 (v1.31)</a:t>
            </a:r>
          </a:p>
        </p:txBody>
      </p:sp>
      <p:sp>
        <p:nvSpPr>
          <p:cNvPr id="24" name="Rectangle 23">
            <a:extLst>
              <a:ext uri="{FF2B5EF4-FFF2-40B4-BE49-F238E27FC236}">
                <a16:creationId xmlns:a16="http://schemas.microsoft.com/office/drawing/2014/main" id="{F52DD7C2-D3B5-E8D2-D599-14A0B34B1669}"/>
              </a:ext>
            </a:extLst>
          </p:cNvPr>
          <p:cNvSpPr/>
          <p:nvPr/>
        </p:nvSpPr>
        <p:spPr>
          <a:xfrm>
            <a:off x="3697233" y="4169547"/>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B3AF37BA-00B7-803B-FCD5-19740E2B5DC5}"/>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4 (v1.31)</a:t>
            </a:r>
          </a:p>
        </p:txBody>
      </p:sp>
      <p:graphicFrame>
        <p:nvGraphicFramePr>
          <p:cNvPr id="28" name="Table 27">
            <a:extLst>
              <a:ext uri="{FF2B5EF4-FFF2-40B4-BE49-F238E27FC236}">
                <a16:creationId xmlns:a16="http://schemas.microsoft.com/office/drawing/2014/main" id="{F3D25E4B-B21D-263D-BF54-BFEFDC5D8966}"/>
              </a:ext>
            </a:extLst>
          </p:cNvPr>
          <p:cNvGraphicFramePr>
            <a:graphicFrameLocks noGrp="1"/>
          </p:cNvGraphicFramePr>
          <p:nvPr/>
        </p:nvGraphicFramePr>
        <p:xfrm>
          <a:off x="6341165" y="5150869"/>
          <a:ext cx="5734878" cy="1112520"/>
        </p:xfrm>
        <a:graphic>
          <a:graphicData uri="http://schemas.openxmlformats.org/drawingml/2006/table">
            <a:tbl>
              <a:tblPr>
                <a:tableStyleId>{5C22544A-7EE6-4342-B048-85BDC9FD1C3A}</a:tableStyleId>
              </a:tblPr>
              <a:tblGrid>
                <a:gridCol w="5734878">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latin typeface="Consolas" panose="020B0609020204030204" pitchFamily="49" charset="0"/>
                        </a:rPr>
                        <a:t>kubectl</a:t>
                      </a:r>
                      <a:r>
                        <a:rPr lang="en-US" sz="1600" b="1" dirty="0">
                          <a:latin typeface="Consolas" panose="020B0609020204030204" pitchFamily="49" charset="0"/>
                        </a:rPr>
                        <a:t> drain</a:t>
                      </a:r>
                      <a:r>
                        <a:rPr lang="en-US" sz="1600" dirty="0"/>
                        <a:t> on selected blue nodes</a:t>
                      </a:r>
                    </a:p>
                  </a:txBody>
                  <a:tcPr/>
                </a:tc>
                <a:extLst>
                  <a:ext uri="{0D108BD9-81ED-4DB2-BD59-A6C34878D82A}">
                    <a16:rowId xmlns:a16="http://schemas.microsoft.com/office/drawing/2014/main" val="29316948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Pod migration: Pods automatically reschedule to green nodes</a:t>
                      </a:r>
                    </a:p>
                  </a:txBody>
                  <a:tcPr/>
                </a:tc>
                <a:extLst>
                  <a:ext uri="{0D108BD9-81ED-4DB2-BD59-A6C34878D82A}">
                    <a16:rowId xmlns:a16="http://schemas.microsoft.com/office/drawing/2014/main" val="2845329180"/>
                  </a:ext>
                </a:extLst>
              </a:tr>
              <a:tr h="370840">
                <a:tc>
                  <a:txBody>
                    <a:bodyPr/>
                    <a:lstStyle/>
                    <a:p>
                      <a:r>
                        <a:rPr lang="en-US" sz="1600" dirty="0"/>
                        <a:t>You verify workloads on green nodes before proceeding</a:t>
                      </a:r>
                    </a:p>
                  </a:txBody>
                  <a:tcPr/>
                </a:tc>
                <a:extLst>
                  <a:ext uri="{0D108BD9-81ED-4DB2-BD59-A6C34878D82A}">
                    <a16:rowId xmlns:a16="http://schemas.microsoft.com/office/drawing/2014/main" val="3412182109"/>
                  </a:ext>
                </a:extLst>
              </a:tr>
            </a:tbl>
          </a:graphicData>
        </a:graphic>
      </p:graphicFrame>
      <p:cxnSp>
        <p:nvCxnSpPr>
          <p:cNvPr id="4" name="Straight Arrow Connector 3">
            <a:extLst>
              <a:ext uri="{FF2B5EF4-FFF2-40B4-BE49-F238E27FC236}">
                <a16:creationId xmlns:a16="http://schemas.microsoft.com/office/drawing/2014/main" id="{CB434C6E-0E37-7B66-8389-26062B1476ED}"/>
              </a:ext>
            </a:extLst>
          </p:cNvPr>
          <p:cNvCxnSpPr/>
          <p:nvPr/>
        </p:nvCxnSpPr>
        <p:spPr>
          <a:xfrm>
            <a:off x="1729409" y="6033040"/>
            <a:ext cx="2196548"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96694EB-D3F4-A072-CFA0-2A88FCAD8A9C}"/>
              </a:ext>
            </a:extLst>
          </p:cNvPr>
          <p:cNvCxnSpPr>
            <a:cxnSpLocks/>
          </p:cNvCxnSpPr>
          <p:nvPr/>
        </p:nvCxnSpPr>
        <p:spPr>
          <a:xfrm flipV="1">
            <a:off x="1729409" y="3389244"/>
            <a:ext cx="2126974" cy="2097157"/>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D33BB504-3916-3FFB-D50B-7E8E7623FD0D}"/>
              </a:ext>
            </a:extLst>
          </p:cNvPr>
          <p:cNvSpPr/>
          <p:nvPr/>
        </p:nvSpPr>
        <p:spPr>
          <a:xfrm>
            <a:off x="4026329"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solidFill>
                  <a:schemeClr val="tx1"/>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61E9717B-6273-0D61-9D4C-222BA80E8EE1}"/>
              </a:ext>
            </a:extLst>
          </p:cNvPr>
          <p:cNvSpPr/>
          <p:nvPr/>
        </p:nvSpPr>
        <p:spPr>
          <a:xfrm>
            <a:off x="4045653" y="4513312"/>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18" name="Rectangle 17">
            <a:extLst>
              <a:ext uri="{FF2B5EF4-FFF2-40B4-BE49-F238E27FC236}">
                <a16:creationId xmlns:a16="http://schemas.microsoft.com/office/drawing/2014/main" id="{A6AE5983-AAF6-7A19-B24E-0684BEFFC405}"/>
              </a:ext>
            </a:extLst>
          </p:cNvPr>
          <p:cNvSpPr/>
          <p:nvPr/>
        </p:nvSpPr>
        <p:spPr>
          <a:xfrm>
            <a:off x="404565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7" name="Rectangle 16">
            <a:extLst>
              <a:ext uri="{FF2B5EF4-FFF2-40B4-BE49-F238E27FC236}">
                <a16:creationId xmlns:a16="http://schemas.microsoft.com/office/drawing/2014/main" id="{A2B6B54A-1094-B4F6-480C-0C268F3B03AC}"/>
              </a:ext>
            </a:extLst>
          </p:cNvPr>
          <p:cNvSpPr/>
          <p:nvPr/>
        </p:nvSpPr>
        <p:spPr>
          <a:xfrm>
            <a:off x="4026329" y="3015740"/>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Tree>
    <p:extLst>
      <p:ext uri="{BB962C8B-B14F-4D97-AF65-F5344CB8AC3E}">
        <p14:creationId xmlns:p14="http://schemas.microsoft.com/office/powerpoint/2010/main" val="1349980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25743-084D-2556-3263-C1C6021861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DD6C4-6151-4DFA-6355-C1AC47EA7D4C}"/>
              </a:ext>
            </a:extLst>
          </p:cNvPr>
          <p:cNvSpPr>
            <a:spLocks noGrp="1"/>
          </p:cNvSpPr>
          <p:nvPr>
            <p:ph type="title"/>
          </p:nvPr>
        </p:nvSpPr>
        <p:spPr/>
        <p:txBody>
          <a:bodyPr/>
          <a:lstStyle/>
          <a:p>
            <a:r>
              <a:rPr lang="en-US" dirty="0"/>
              <a:t>Step 4: Validate and decide</a:t>
            </a:r>
          </a:p>
        </p:txBody>
      </p:sp>
      <p:sp>
        <p:nvSpPr>
          <p:cNvPr id="8" name="Rectangle 7">
            <a:extLst>
              <a:ext uri="{FF2B5EF4-FFF2-40B4-BE49-F238E27FC236}">
                <a16:creationId xmlns:a16="http://schemas.microsoft.com/office/drawing/2014/main" id="{1A85E0E3-0A71-0B8C-204B-B94AD636578B}"/>
              </a:ext>
            </a:extLst>
          </p:cNvPr>
          <p:cNvSpPr/>
          <p:nvPr/>
        </p:nvSpPr>
        <p:spPr>
          <a:xfrm>
            <a:off x="987162" y="1648319"/>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FCF5D3EE-3512-3D3C-10F4-2445AE9D4F17}"/>
              </a:ext>
            </a:extLst>
          </p:cNvPr>
          <p:cNvSpPr txBox="1"/>
          <p:nvPr/>
        </p:nvSpPr>
        <p:spPr>
          <a:xfrm>
            <a:off x="838200" y="3755415"/>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(v1.30)</a:t>
            </a:r>
          </a:p>
        </p:txBody>
      </p:sp>
      <p:sp>
        <p:nvSpPr>
          <p:cNvPr id="16" name="Rectangle 15">
            <a:extLst>
              <a:ext uri="{FF2B5EF4-FFF2-40B4-BE49-F238E27FC236}">
                <a16:creationId xmlns:a16="http://schemas.microsoft.com/office/drawing/2014/main" id="{1D835A78-1A88-A412-6F28-BF96C2E4B4BB}"/>
              </a:ext>
            </a:extLst>
          </p:cNvPr>
          <p:cNvSpPr/>
          <p:nvPr/>
        </p:nvSpPr>
        <p:spPr>
          <a:xfrm>
            <a:off x="980538" y="4166232"/>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TextBox 18">
            <a:extLst>
              <a:ext uri="{FF2B5EF4-FFF2-40B4-BE49-F238E27FC236}">
                <a16:creationId xmlns:a16="http://schemas.microsoft.com/office/drawing/2014/main" id="{13D3A7F4-C104-88AD-6902-159D99744C71}"/>
              </a:ext>
            </a:extLst>
          </p:cNvPr>
          <p:cNvSpPr txBox="1"/>
          <p:nvPr/>
        </p:nvSpPr>
        <p:spPr>
          <a:xfrm>
            <a:off x="831576" y="6263389"/>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 (v1.30)</a:t>
            </a:r>
          </a:p>
        </p:txBody>
      </p:sp>
      <p:sp>
        <p:nvSpPr>
          <p:cNvPr id="20" name="Rectangle 19">
            <a:extLst>
              <a:ext uri="{FF2B5EF4-FFF2-40B4-BE49-F238E27FC236}">
                <a16:creationId xmlns:a16="http://schemas.microsoft.com/office/drawing/2014/main" id="{D95A86A6-C7FD-C013-C5DA-0DAA73B418D4}"/>
              </a:ext>
            </a:extLst>
          </p:cNvPr>
          <p:cNvSpPr/>
          <p:nvPr/>
        </p:nvSpPr>
        <p:spPr>
          <a:xfrm>
            <a:off x="3703857" y="1651634"/>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563597FA-85D8-9689-4C3D-86B44EEED20F}"/>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3 (v1.31)</a:t>
            </a:r>
          </a:p>
        </p:txBody>
      </p:sp>
      <p:sp>
        <p:nvSpPr>
          <p:cNvPr id="24" name="Rectangle 23">
            <a:extLst>
              <a:ext uri="{FF2B5EF4-FFF2-40B4-BE49-F238E27FC236}">
                <a16:creationId xmlns:a16="http://schemas.microsoft.com/office/drawing/2014/main" id="{11048597-F0EC-9E4A-A276-7F59BC0F76A6}"/>
              </a:ext>
            </a:extLst>
          </p:cNvPr>
          <p:cNvSpPr/>
          <p:nvPr/>
        </p:nvSpPr>
        <p:spPr>
          <a:xfrm>
            <a:off x="3697233" y="4169547"/>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7A0916D0-F183-7E2A-D334-004770FC1CB6}"/>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4 (v1.31)</a:t>
            </a:r>
          </a:p>
        </p:txBody>
      </p:sp>
      <p:graphicFrame>
        <p:nvGraphicFramePr>
          <p:cNvPr id="28" name="Table 27">
            <a:extLst>
              <a:ext uri="{FF2B5EF4-FFF2-40B4-BE49-F238E27FC236}">
                <a16:creationId xmlns:a16="http://schemas.microsoft.com/office/drawing/2014/main" id="{36754E3D-31F4-898F-9A7A-C6EEBA1922E3}"/>
              </a:ext>
            </a:extLst>
          </p:cNvPr>
          <p:cNvGraphicFramePr>
            <a:graphicFrameLocks noGrp="1"/>
          </p:cNvGraphicFramePr>
          <p:nvPr>
            <p:extLst>
              <p:ext uri="{D42A27DB-BD31-4B8C-83A1-F6EECF244321}">
                <p14:modId xmlns:p14="http://schemas.microsoft.com/office/powerpoint/2010/main" val="1832899170"/>
              </p:ext>
            </p:extLst>
          </p:nvPr>
        </p:nvGraphicFramePr>
        <p:xfrm>
          <a:off x="6341165" y="5150869"/>
          <a:ext cx="4422913" cy="1112520"/>
        </p:xfrm>
        <a:graphic>
          <a:graphicData uri="http://schemas.openxmlformats.org/drawingml/2006/table">
            <a:tbl>
              <a:tblPr>
                <a:tableStyleId>{5C22544A-7EE6-4342-B048-85BDC9FD1C3A}</a:tableStyleId>
              </a:tblPr>
              <a:tblGrid>
                <a:gridCol w="4422913">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Check application metrics and logs</a:t>
                      </a:r>
                    </a:p>
                  </a:txBody>
                  <a:tcPr/>
                </a:tc>
                <a:extLst>
                  <a:ext uri="{0D108BD9-81ED-4DB2-BD59-A6C34878D82A}">
                    <a16:rowId xmlns:a16="http://schemas.microsoft.com/office/drawing/2014/main" val="29316948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Run validation tests on green node pool</a:t>
                      </a:r>
                    </a:p>
                  </a:txBody>
                  <a:tcPr/>
                </a:tc>
                <a:extLst>
                  <a:ext uri="{0D108BD9-81ED-4DB2-BD59-A6C34878D82A}">
                    <a16:rowId xmlns:a16="http://schemas.microsoft.com/office/drawing/2014/main" val="2845329180"/>
                  </a:ext>
                </a:extLst>
              </a:tr>
              <a:tr h="370840">
                <a:tc>
                  <a:txBody>
                    <a:bodyPr/>
                    <a:lstStyle/>
                    <a:p>
                      <a:r>
                        <a:rPr lang="en-US" sz="1600" dirty="0"/>
                        <a:t>Commit to green or rollback to blue</a:t>
                      </a:r>
                    </a:p>
                  </a:txBody>
                  <a:tcPr/>
                </a:tc>
                <a:extLst>
                  <a:ext uri="{0D108BD9-81ED-4DB2-BD59-A6C34878D82A}">
                    <a16:rowId xmlns:a16="http://schemas.microsoft.com/office/drawing/2014/main" val="3412182109"/>
                  </a:ext>
                </a:extLst>
              </a:tr>
            </a:tbl>
          </a:graphicData>
        </a:graphic>
      </p:graphicFrame>
      <p:sp>
        <p:nvSpPr>
          <p:cNvPr id="9" name="Rectangle 8">
            <a:extLst>
              <a:ext uri="{FF2B5EF4-FFF2-40B4-BE49-F238E27FC236}">
                <a16:creationId xmlns:a16="http://schemas.microsoft.com/office/drawing/2014/main" id="{73E5D735-07AD-E491-B243-17E0B4F2AC1C}"/>
              </a:ext>
            </a:extLst>
          </p:cNvPr>
          <p:cNvSpPr/>
          <p:nvPr/>
        </p:nvSpPr>
        <p:spPr>
          <a:xfrm>
            <a:off x="4026329"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solidFill>
                  <a:schemeClr val="tx1"/>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99F017E8-069B-9E7B-0943-6F6ADC8D2E67}"/>
              </a:ext>
            </a:extLst>
          </p:cNvPr>
          <p:cNvSpPr/>
          <p:nvPr/>
        </p:nvSpPr>
        <p:spPr>
          <a:xfrm>
            <a:off x="4045653" y="4513312"/>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18" name="Rectangle 17">
            <a:extLst>
              <a:ext uri="{FF2B5EF4-FFF2-40B4-BE49-F238E27FC236}">
                <a16:creationId xmlns:a16="http://schemas.microsoft.com/office/drawing/2014/main" id="{CA1F7510-A2F4-FFB5-5E00-ACE519BD008D}"/>
              </a:ext>
            </a:extLst>
          </p:cNvPr>
          <p:cNvSpPr/>
          <p:nvPr/>
        </p:nvSpPr>
        <p:spPr>
          <a:xfrm>
            <a:off x="404565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7" name="Rectangle 16">
            <a:extLst>
              <a:ext uri="{FF2B5EF4-FFF2-40B4-BE49-F238E27FC236}">
                <a16:creationId xmlns:a16="http://schemas.microsoft.com/office/drawing/2014/main" id="{4614A309-584A-69AE-0A7A-787FC85A8D69}"/>
              </a:ext>
            </a:extLst>
          </p:cNvPr>
          <p:cNvSpPr/>
          <p:nvPr/>
        </p:nvSpPr>
        <p:spPr>
          <a:xfrm>
            <a:off x="4026329" y="3015740"/>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Tree>
    <p:extLst>
      <p:ext uri="{BB962C8B-B14F-4D97-AF65-F5344CB8AC3E}">
        <p14:creationId xmlns:p14="http://schemas.microsoft.com/office/powerpoint/2010/main" val="101886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A02F7-A223-3A46-A5E9-2D7AD0CBF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8E31D-2C64-AD82-4C23-AFADA0F1A899}"/>
              </a:ext>
            </a:extLst>
          </p:cNvPr>
          <p:cNvSpPr>
            <a:spLocks noGrp="1"/>
          </p:cNvSpPr>
          <p:nvPr>
            <p:ph type="title"/>
          </p:nvPr>
        </p:nvSpPr>
        <p:spPr/>
        <p:txBody>
          <a:bodyPr/>
          <a:lstStyle/>
          <a:p>
            <a:r>
              <a:rPr lang="en-US" dirty="0"/>
              <a:t>Step 5 A: Commit (success)</a:t>
            </a:r>
          </a:p>
        </p:txBody>
      </p:sp>
      <p:sp>
        <p:nvSpPr>
          <p:cNvPr id="20" name="Rectangle 19">
            <a:extLst>
              <a:ext uri="{FF2B5EF4-FFF2-40B4-BE49-F238E27FC236}">
                <a16:creationId xmlns:a16="http://schemas.microsoft.com/office/drawing/2014/main" id="{CF2AC8B3-0047-FD8E-EEA8-5C69498789C6}"/>
              </a:ext>
            </a:extLst>
          </p:cNvPr>
          <p:cNvSpPr/>
          <p:nvPr/>
        </p:nvSpPr>
        <p:spPr>
          <a:xfrm>
            <a:off x="3703857" y="1651634"/>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F07BBD43-3A6E-4485-7CA9-3F39F20E1568}"/>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3 (v1.31)</a:t>
            </a:r>
          </a:p>
        </p:txBody>
      </p:sp>
      <p:sp>
        <p:nvSpPr>
          <p:cNvPr id="24" name="Rectangle 23">
            <a:extLst>
              <a:ext uri="{FF2B5EF4-FFF2-40B4-BE49-F238E27FC236}">
                <a16:creationId xmlns:a16="http://schemas.microsoft.com/office/drawing/2014/main" id="{35732B1B-B8ED-A95A-A1C9-366CF8A9792D}"/>
              </a:ext>
            </a:extLst>
          </p:cNvPr>
          <p:cNvSpPr/>
          <p:nvPr/>
        </p:nvSpPr>
        <p:spPr>
          <a:xfrm>
            <a:off x="3697233" y="4169547"/>
            <a:ext cx="1478724" cy="2087217"/>
          </a:xfrm>
          <a:prstGeom prst="rect">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E77C1BC0-E789-C231-EE34-DDC787E0C63F}"/>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4 (v1.31)</a:t>
            </a:r>
          </a:p>
        </p:txBody>
      </p:sp>
      <p:graphicFrame>
        <p:nvGraphicFramePr>
          <p:cNvPr id="28" name="Table 27">
            <a:extLst>
              <a:ext uri="{FF2B5EF4-FFF2-40B4-BE49-F238E27FC236}">
                <a16:creationId xmlns:a16="http://schemas.microsoft.com/office/drawing/2014/main" id="{0C8EED75-E32E-4D8F-C4C8-BC6C2E01ED30}"/>
              </a:ext>
            </a:extLst>
          </p:cNvPr>
          <p:cNvGraphicFramePr>
            <a:graphicFrameLocks noGrp="1"/>
          </p:cNvGraphicFramePr>
          <p:nvPr>
            <p:extLst>
              <p:ext uri="{D42A27DB-BD31-4B8C-83A1-F6EECF244321}">
                <p14:modId xmlns:p14="http://schemas.microsoft.com/office/powerpoint/2010/main" val="1365416942"/>
              </p:ext>
            </p:extLst>
          </p:nvPr>
        </p:nvGraphicFramePr>
        <p:xfrm>
          <a:off x="6341165" y="5150869"/>
          <a:ext cx="5118652" cy="741680"/>
        </p:xfrm>
        <a:graphic>
          <a:graphicData uri="http://schemas.openxmlformats.org/drawingml/2006/table">
            <a:tbl>
              <a:tblPr>
                <a:tableStyleId>{5C22544A-7EE6-4342-B048-85BDC9FD1C3A}</a:tableStyleId>
              </a:tblPr>
              <a:tblGrid>
                <a:gridCol w="5118652">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Delete blue node pool using </a:t>
                      </a:r>
                      <a:r>
                        <a:rPr lang="en-US" sz="1600" b="1" dirty="0" err="1">
                          <a:latin typeface="Consolas" panose="020B0609020204030204" pitchFamily="49" charset="0"/>
                        </a:rPr>
                        <a:t>az</a:t>
                      </a:r>
                      <a:r>
                        <a:rPr lang="en-US" sz="1600" b="1" dirty="0">
                          <a:latin typeface="Consolas" panose="020B0609020204030204" pitchFamily="49" charset="0"/>
                        </a:rPr>
                        <a:t> </a:t>
                      </a:r>
                      <a:r>
                        <a:rPr lang="en-US" sz="1600" b="1" dirty="0" err="1">
                          <a:latin typeface="Consolas" panose="020B0609020204030204" pitchFamily="49" charset="0"/>
                        </a:rPr>
                        <a:t>aks</a:t>
                      </a:r>
                      <a:r>
                        <a:rPr lang="en-US" sz="1600" b="1" dirty="0">
                          <a:latin typeface="Consolas" panose="020B0609020204030204" pitchFamily="49" charset="0"/>
                        </a:rPr>
                        <a:t> </a:t>
                      </a:r>
                      <a:r>
                        <a:rPr lang="en-US" sz="1600" b="1" dirty="0" err="1">
                          <a:latin typeface="Consolas" panose="020B0609020204030204" pitchFamily="49" charset="0"/>
                        </a:rPr>
                        <a:t>nodepool</a:t>
                      </a:r>
                      <a:r>
                        <a:rPr lang="en-US" sz="1600" b="1" dirty="0">
                          <a:latin typeface="Consolas" panose="020B0609020204030204" pitchFamily="49" charset="0"/>
                        </a:rPr>
                        <a:t> delete</a:t>
                      </a:r>
                    </a:p>
                  </a:txBody>
                  <a:tcPr/>
                </a:tc>
                <a:extLst>
                  <a:ext uri="{0D108BD9-81ED-4DB2-BD59-A6C34878D82A}">
                    <a16:rowId xmlns:a16="http://schemas.microsoft.com/office/drawing/2014/main" val="29316948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Green node pool becomes primary</a:t>
                      </a:r>
                    </a:p>
                  </a:txBody>
                  <a:tcPr/>
                </a:tc>
                <a:extLst>
                  <a:ext uri="{0D108BD9-81ED-4DB2-BD59-A6C34878D82A}">
                    <a16:rowId xmlns:a16="http://schemas.microsoft.com/office/drawing/2014/main" val="2845329180"/>
                  </a:ext>
                </a:extLst>
              </a:tr>
            </a:tbl>
          </a:graphicData>
        </a:graphic>
      </p:graphicFrame>
      <p:sp>
        <p:nvSpPr>
          <p:cNvPr id="9" name="Rectangle 8">
            <a:extLst>
              <a:ext uri="{FF2B5EF4-FFF2-40B4-BE49-F238E27FC236}">
                <a16:creationId xmlns:a16="http://schemas.microsoft.com/office/drawing/2014/main" id="{5ADB6D91-1F38-83FA-D5CD-79906984FAF5}"/>
              </a:ext>
            </a:extLst>
          </p:cNvPr>
          <p:cNvSpPr/>
          <p:nvPr/>
        </p:nvSpPr>
        <p:spPr>
          <a:xfrm>
            <a:off x="4026329"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solidFill>
                  <a:schemeClr val="tx1"/>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E7CAD2C5-1A9D-06AE-8B66-9918D1537967}"/>
              </a:ext>
            </a:extLst>
          </p:cNvPr>
          <p:cNvSpPr/>
          <p:nvPr/>
        </p:nvSpPr>
        <p:spPr>
          <a:xfrm>
            <a:off x="4045653" y="4513312"/>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18" name="Rectangle 17">
            <a:extLst>
              <a:ext uri="{FF2B5EF4-FFF2-40B4-BE49-F238E27FC236}">
                <a16:creationId xmlns:a16="http://schemas.microsoft.com/office/drawing/2014/main" id="{F2E26C8D-FE00-67E4-559C-F753CDD14921}"/>
              </a:ext>
            </a:extLst>
          </p:cNvPr>
          <p:cNvSpPr/>
          <p:nvPr/>
        </p:nvSpPr>
        <p:spPr>
          <a:xfrm>
            <a:off x="404565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7" name="Rectangle 16">
            <a:extLst>
              <a:ext uri="{FF2B5EF4-FFF2-40B4-BE49-F238E27FC236}">
                <a16:creationId xmlns:a16="http://schemas.microsoft.com/office/drawing/2014/main" id="{073E62F3-39CA-9091-FC4D-395A5FA2C959}"/>
              </a:ext>
            </a:extLst>
          </p:cNvPr>
          <p:cNvSpPr/>
          <p:nvPr/>
        </p:nvSpPr>
        <p:spPr>
          <a:xfrm>
            <a:off x="4026329" y="3015740"/>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Tree>
    <p:extLst>
      <p:ext uri="{BB962C8B-B14F-4D97-AF65-F5344CB8AC3E}">
        <p14:creationId xmlns:p14="http://schemas.microsoft.com/office/powerpoint/2010/main" val="1302287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D9C5F-C2BB-5091-35FF-5F0B90097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99328-1725-64F8-4C59-A9A3670EB410}"/>
              </a:ext>
            </a:extLst>
          </p:cNvPr>
          <p:cNvSpPr>
            <a:spLocks noGrp="1"/>
          </p:cNvSpPr>
          <p:nvPr>
            <p:ph type="title"/>
          </p:nvPr>
        </p:nvSpPr>
        <p:spPr/>
        <p:txBody>
          <a:bodyPr/>
          <a:lstStyle/>
          <a:p>
            <a:r>
              <a:rPr lang="en-US" dirty="0"/>
              <a:t>Step 5 B: Rollback (Issues detected)</a:t>
            </a:r>
          </a:p>
        </p:txBody>
      </p:sp>
      <p:sp>
        <p:nvSpPr>
          <p:cNvPr id="20" name="Rectangle 19">
            <a:extLst>
              <a:ext uri="{FF2B5EF4-FFF2-40B4-BE49-F238E27FC236}">
                <a16:creationId xmlns:a16="http://schemas.microsoft.com/office/drawing/2014/main" id="{9C9A3A81-074D-8FD1-42BB-7D9CF38F8E20}"/>
              </a:ext>
            </a:extLst>
          </p:cNvPr>
          <p:cNvSpPr/>
          <p:nvPr/>
        </p:nvSpPr>
        <p:spPr>
          <a:xfrm>
            <a:off x="3703857" y="1651634"/>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75D866C7-4FB7-0446-7605-225F05A8E721}"/>
              </a:ext>
            </a:extLst>
          </p:cNvPr>
          <p:cNvSpPr txBox="1"/>
          <p:nvPr/>
        </p:nvSpPr>
        <p:spPr>
          <a:xfrm>
            <a:off x="3554895" y="3758730"/>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1 (v1.30)</a:t>
            </a:r>
          </a:p>
        </p:txBody>
      </p:sp>
      <p:sp>
        <p:nvSpPr>
          <p:cNvPr id="24" name="Rectangle 23">
            <a:extLst>
              <a:ext uri="{FF2B5EF4-FFF2-40B4-BE49-F238E27FC236}">
                <a16:creationId xmlns:a16="http://schemas.microsoft.com/office/drawing/2014/main" id="{10238F5A-68F8-0500-8FA2-A892DDFC80E2}"/>
              </a:ext>
            </a:extLst>
          </p:cNvPr>
          <p:cNvSpPr/>
          <p:nvPr/>
        </p:nvSpPr>
        <p:spPr>
          <a:xfrm>
            <a:off x="3697233" y="4169547"/>
            <a:ext cx="1478724" cy="2087217"/>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TextBox 26">
            <a:extLst>
              <a:ext uri="{FF2B5EF4-FFF2-40B4-BE49-F238E27FC236}">
                <a16:creationId xmlns:a16="http://schemas.microsoft.com/office/drawing/2014/main" id="{DC79B9F8-A408-DF02-D117-68A89254B320}"/>
              </a:ext>
            </a:extLst>
          </p:cNvPr>
          <p:cNvSpPr txBox="1"/>
          <p:nvPr/>
        </p:nvSpPr>
        <p:spPr>
          <a:xfrm>
            <a:off x="3548271" y="6266704"/>
            <a:ext cx="171726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Node 2 (v1.30)</a:t>
            </a:r>
          </a:p>
        </p:txBody>
      </p:sp>
      <p:graphicFrame>
        <p:nvGraphicFramePr>
          <p:cNvPr id="28" name="Table 27">
            <a:extLst>
              <a:ext uri="{FF2B5EF4-FFF2-40B4-BE49-F238E27FC236}">
                <a16:creationId xmlns:a16="http://schemas.microsoft.com/office/drawing/2014/main" id="{CEAAA2E1-5D55-42A8-0AB4-EE8E63CF048C}"/>
              </a:ext>
            </a:extLst>
          </p:cNvPr>
          <p:cNvGraphicFramePr>
            <a:graphicFrameLocks noGrp="1"/>
          </p:cNvGraphicFramePr>
          <p:nvPr>
            <p:extLst>
              <p:ext uri="{D42A27DB-BD31-4B8C-83A1-F6EECF244321}">
                <p14:modId xmlns:p14="http://schemas.microsoft.com/office/powerpoint/2010/main" val="2033232953"/>
              </p:ext>
            </p:extLst>
          </p:nvPr>
        </p:nvGraphicFramePr>
        <p:xfrm>
          <a:off x="6341165" y="5150869"/>
          <a:ext cx="5516218" cy="1112520"/>
        </p:xfrm>
        <a:graphic>
          <a:graphicData uri="http://schemas.openxmlformats.org/drawingml/2006/table">
            <a:tbl>
              <a:tblPr>
                <a:tableStyleId>{5C22544A-7EE6-4342-B048-85BDC9FD1C3A}</a:tableStyleId>
              </a:tblPr>
              <a:tblGrid>
                <a:gridCol w="5516218">
                  <a:extLst>
                    <a:ext uri="{9D8B030D-6E8A-4147-A177-3AD203B41FA5}">
                      <a16:colId xmlns:a16="http://schemas.microsoft.com/office/drawing/2014/main" val="203498254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Uncordon</a:t>
                      </a:r>
                      <a:r>
                        <a:rPr lang="en-US" sz="1600" dirty="0"/>
                        <a:t> blue nodes using </a:t>
                      </a:r>
                      <a:r>
                        <a:rPr lang="en-US" sz="1600" b="1" dirty="0" err="1">
                          <a:latin typeface="Consolas" panose="020B0609020204030204" pitchFamily="49" charset="0"/>
                        </a:rPr>
                        <a:t>kubectl</a:t>
                      </a:r>
                      <a:r>
                        <a:rPr lang="en-US" sz="1600" b="1" dirty="0">
                          <a:latin typeface="Consolas" panose="020B0609020204030204" pitchFamily="49" charset="0"/>
                        </a:rPr>
                        <a:t> </a:t>
                      </a:r>
                      <a:r>
                        <a:rPr lang="en-US" sz="1600" b="1" dirty="0" err="1">
                          <a:latin typeface="Consolas" panose="020B0609020204030204" pitchFamily="49" charset="0"/>
                        </a:rPr>
                        <a:t>uncordon</a:t>
                      </a:r>
                      <a:endParaRPr lang="en-US" sz="1600" b="1" dirty="0">
                        <a:latin typeface="Consolas" panose="020B0609020204030204" pitchFamily="49" charset="0"/>
                      </a:endParaRPr>
                    </a:p>
                  </a:txBody>
                  <a:tcPr/>
                </a:tc>
                <a:extLst>
                  <a:ext uri="{0D108BD9-81ED-4DB2-BD59-A6C34878D82A}">
                    <a16:rowId xmlns:a16="http://schemas.microsoft.com/office/drawing/2014/main" val="29316948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Drain green nodes using </a:t>
                      </a:r>
                      <a:r>
                        <a:rPr lang="en-US" sz="1600" b="1" dirty="0" err="1">
                          <a:latin typeface="Consolas" panose="020B0609020204030204" pitchFamily="49" charset="0"/>
                        </a:rPr>
                        <a:t>kubectl</a:t>
                      </a:r>
                      <a:r>
                        <a:rPr lang="en-US" sz="1600" b="1" dirty="0">
                          <a:latin typeface="Consolas" panose="020B0609020204030204" pitchFamily="49" charset="0"/>
                        </a:rPr>
                        <a:t> drain</a:t>
                      </a:r>
                    </a:p>
                  </a:txBody>
                  <a:tcPr/>
                </a:tc>
                <a:extLst>
                  <a:ext uri="{0D108BD9-81ED-4DB2-BD59-A6C34878D82A}">
                    <a16:rowId xmlns:a16="http://schemas.microsoft.com/office/drawing/2014/main" val="2845329180"/>
                  </a:ext>
                </a:extLst>
              </a:tr>
              <a:tr h="370840">
                <a:tc>
                  <a:txBody>
                    <a:bodyPr/>
                    <a:lstStyle/>
                    <a:p>
                      <a:r>
                        <a:rPr lang="en-US" sz="1600" dirty="0"/>
                        <a:t>Delete green node pool using </a:t>
                      </a:r>
                      <a:r>
                        <a:rPr lang="en-US" sz="1600" b="1" dirty="0" err="1">
                          <a:latin typeface="Consolas" panose="020B0609020204030204" pitchFamily="49" charset="0"/>
                        </a:rPr>
                        <a:t>az</a:t>
                      </a:r>
                      <a:r>
                        <a:rPr lang="en-US" sz="1600" b="1" dirty="0">
                          <a:latin typeface="Consolas" panose="020B0609020204030204" pitchFamily="49" charset="0"/>
                        </a:rPr>
                        <a:t> </a:t>
                      </a:r>
                      <a:r>
                        <a:rPr lang="en-US" sz="1600" b="1" dirty="0" err="1">
                          <a:latin typeface="Consolas" panose="020B0609020204030204" pitchFamily="49" charset="0"/>
                        </a:rPr>
                        <a:t>aks</a:t>
                      </a:r>
                      <a:r>
                        <a:rPr lang="en-US" sz="1600" b="1" dirty="0">
                          <a:latin typeface="Consolas" panose="020B0609020204030204" pitchFamily="49" charset="0"/>
                        </a:rPr>
                        <a:t> </a:t>
                      </a:r>
                      <a:r>
                        <a:rPr lang="en-US" sz="1600" b="1" dirty="0" err="1">
                          <a:latin typeface="Consolas" panose="020B0609020204030204" pitchFamily="49" charset="0"/>
                        </a:rPr>
                        <a:t>nodepool</a:t>
                      </a:r>
                      <a:r>
                        <a:rPr lang="en-US" sz="1600" b="1" dirty="0">
                          <a:latin typeface="Consolas" panose="020B0609020204030204" pitchFamily="49" charset="0"/>
                        </a:rPr>
                        <a:t> delete</a:t>
                      </a:r>
                    </a:p>
                  </a:txBody>
                  <a:tcPr/>
                </a:tc>
                <a:extLst>
                  <a:ext uri="{0D108BD9-81ED-4DB2-BD59-A6C34878D82A}">
                    <a16:rowId xmlns:a16="http://schemas.microsoft.com/office/drawing/2014/main" val="3412182109"/>
                  </a:ext>
                </a:extLst>
              </a:tr>
            </a:tbl>
          </a:graphicData>
        </a:graphic>
      </p:graphicFrame>
      <p:sp>
        <p:nvSpPr>
          <p:cNvPr id="9" name="Rectangle 8">
            <a:extLst>
              <a:ext uri="{FF2B5EF4-FFF2-40B4-BE49-F238E27FC236}">
                <a16:creationId xmlns:a16="http://schemas.microsoft.com/office/drawing/2014/main" id="{06AEF8ED-7DED-4099-2148-8340686614F3}"/>
              </a:ext>
            </a:extLst>
          </p:cNvPr>
          <p:cNvSpPr/>
          <p:nvPr/>
        </p:nvSpPr>
        <p:spPr>
          <a:xfrm>
            <a:off x="4026329" y="1797405"/>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solidFill>
                  <a:schemeClr val="tx1"/>
                </a:solidFill>
                <a:effectLst/>
                <a:uLnTx/>
                <a:uFillTx/>
                <a:latin typeface="Aptos" panose="02110004020202020204"/>
                <a:ea typeface="+mn-ea"/>
                <a:cs typeface="+mn-cs"/>
              </a:rPr>
              <a:t>Pod A</a:t>
            </a:r>
          </a:p>
        </p:txBody>
      </p:sp>
      <p:sp>
        <p:nvSpPr>
          <p:cNvPr id="10" name="Rectangle 9">
            <a:extLst>
              <a:ext uri="{FF2B5EF4-FFF2-40B4-BE49-F238E27FC236}">
                <a16:creationId xmlns:a16="http://schemas.microsoft.com/office/drawing/2014/main" id="{450CBA25-C9AD-565D-40DB-44459BC19892}"/>
              </a:ext>
            </a:extLst>
          </p:cNvPr>
          <p:cNvSpPr/>
          <p:nvPr/>
        </p:nvSpPr>
        <p:spPr>
          <a:xfrm>
            <a:off x="4045653" y="4513312"/>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B</a:t>
            </a:r>
          </a:p>
        </p:txBody>
      </p:sp>
      <p:sp>
        <p:nvSpPr>
          <p:cNvPr id="18" name="Rectangle 17">
            <a:extLst>
              <a:ext uri="{FF2B5EF4-FFF2-40B4-BE49-F238E27FC236}">
                <a16:creationId xmlns:a16="http://schemas.microsoft.com/office/drawing/2014/main" id="{DEE8D619-5B6A-6A68-F614-F581FDCD592D}"/>
              </a:ext>
            </a:extLst>
          </p:cNvPr>
          <p:cNvSpPr/>
          <p:nvPr/>
        </p:nvSpPr>
        <p:spPr>
          <a:xfrm>
            <a:off x="4045653" y="5879077"/>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D</a:t>
            </a:r>
          </a:p>
        </p:txBody>
      </p:sp>
      <p:sp>
        <p:nvSpPr>
          <p:cNvPr id="17" name="Rectangle 16">
            <a:extLst>
              <a:ext uri="{FF2B5EF4-FFF2-40B4-BE49-F238E27FC236}">
                <a16:creationId xmlns:a16="http://schemas.microsoft.com/office/drawing/2014/main" id="{6478032A-2D21-EA8A-F53D-6ACDA5FAD351}"/>
              </a:ext>
            </a:extLst>
          </p:cNvPr>
          <p:cNvSpPr/>
          <p:nvPr/>
        </p:nvSpPr>
        <p:spPr>
          <a:xfrm>
            <a:off x="4026329" y="3015740"/>
            <a:ext cx="795131" cy="2948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Pod C</a:t>
            </a:r>
          </a:p>
        </p:txBody>
      </p:sp>
    </p:spTree>
    <p:extLst>
      <p:ext uri="{BB962C8B-B14F-4D97-AF65-F5344CB8AC3E}">
        <p14:creationId xmlns:p14="http://schemas.microsoft.com/office/powerpoint/2010/main" val="3907425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3E9B3A-A6E9-22F3-CCD9-8371E425D7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BFAEEEB-772C-27BC-E1CA-94203FA80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0702174-2A71-4E5E-8A48-174B6F1222B1}"/>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BD9DE51F-5456-9590-FDB8-B40FBE825ECA}"/>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Upgrade AKS Node Pool Blue-Green Upgrade</a:t>
            </a:r>
          </a:p>
        </p:txBody>
      </p:sp>
      <p:sp>
        <p:nvSpPr>
          <p:cNvPr id="10" name="sketch line">
            <a:extLst>
              <a:ext uri="{FF2B5EF4-FFF2-40B4-BE49-F238E27FC236}">
                <a16:creationId xmlns:a16="http://schemas.microsoft.com/office/drawing/2014/main" id="{1D262A32-CFDF-C780-4018-C0C0A1544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0619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2558D6-3AC3-BED5-2D32-D06D13FDC37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E6150486-D734-79D3-B57B-47C9CCEDC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FA881C4-04EC-875E-DFF4-D7739DB01FCA}"/>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dirty="0">
                <a:solidFill>
                  <a:schemeClr val="tx1"/>
                </a:solidFill>
                <a:latin typeface="+mj-lt"/>
                <a:ea typeface="+mj-ea"/>
                <a:cs typeface="+mj-cs"/>
              </a:rPr>
              <a:t>Automate Upgrades</a:t>
            </a:r>
          </a:p>
        </p:txBody>
      </p:sp>
      <p:sp>
        <p:nvSpPr>
          <p:cNvPr id="9" name="Rectangle 8">
            <a:extLst>
              <a:ext uri="{FF2B5EF4-FFF2-40B4-BE49-F238E27FC236}">
                <a16:creationId xmlns:a16="http://schemas.microsoft.com/office/drawing/2014/main" id="{0E2D7AAC-BB55-C5FF-BEEC-AD224ECF4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F98173AA-1021-A69C-53BA-9A32BFCB54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3904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DF4DC1-1CD8-E099-DB2B-02F8BDB3993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dirty="0"/>
              <a:t>Cluster </a:t>
            </a:r>
            <a:r>
              <a:rPr lang="en-US" sz="5100" kern="1200" dirty="0" err="1">
                <a:solidFill>
                  <a:schemeClr val="tx1"/>
                </a:solidFill>
                <a:latin typeface="+mj-lt"/>
                <a:ea typeface="+mj-ea"/>
                <a:cs typeface="+mj-cs"/>
              </a:rPr>
              <a:t>Autoupgrade</a:t>
            </a:r>
            <a:r>
              <a:rPr lang="en-US" sz="5100" kern="1200" dirty="0">
                <a:solidFill>
                  <a:schemeClr val="tx1"/>
                </a:solidFill>
                <a:latin typeface="+mj-lt"/>
                <a:ea typeface="+mj-ea"/>
                <a:cs typeface="+mj-cs"/>
              </a:rPr>
              <a:t> Channels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8008CD5F-B38D-A1C3-DCE1-B13B3DF38E38}"/>
              </a:ext>
            </a:extLst>
          </p:cNvPr>
          <p:cNvGraphicFramePr>
            <a:graphicFrameLocks noGrp="1"/>
          </p:cNvGraphicFramePr>
          <p:nvPr>
            <p:extLst>
              <p:ext uri="{D42A27DB-BD31-4B8C-83A1-F6EECF244321}">
                <p14:modId xmlns:p14="http://schemas.microsoft.com/office/powerpoint/2010/main" val="358487995"/>
              </p:ext>
            </p:extLst>
          </p:nvPr>
        </p:nvGraphicFramePr>
        <p:xfrm>
          <a:off x="609671" y="2121122"/>
          <a:ext cx="11456433" cy="3882113"/>
        </p:xfrm>
        <a:graphic>
          <a:graphicData uri="http://schemas.openxmlformats.org/drawingml/2006/table">
            <a:tbl>
              <a:tblPr/>
              <a:tblGrid>
                <a:gridCol w="1571281">
                  <a:extLst>
                    <a:ext uri="{9D8B030D-6E8A-4147-A177-3AD203B41FA5}">
                      <a16:colId xmlns:a16="http://schemas.microsoft.com/office/drawing/2014/main" val="2143256570"/>
                    </a:ext>
                  </a:extLst>
                </a:gridCol>
                <a:gridCol w="3379963">
                  <a:extLst>
                    <a:ext uri="{9D8B030D-6E8A-4147-A177-3AD203B41FA5}">
                      <a16:colId xmlns:a16="http://schemas.microsoft.com/office/drawing/2014/main" val="881240759"/>
                    </a:ext>
                  </a:extLst>
                </a:gridCol>
                <a:gridCol w="6505189">
                  <a:extLst>
                    <a:ext uri="{9D8B030D-6E8A-4147-A177-3AD203B41FA5}">
                      <a16:colId xmlns:a16="http://schemas.microsoft.com/office/drawing/2014/main" val="2692885499"/>
                    </a:ext>
                  </a:extLst>
                </a:gridCol>
              </a:tblGrid>
              <a:tr h="273425">
                <a:tc>
                  <a:txBody>
                    <a:bodyPr/>
                    <a:lstStyle/>
                    <a:p>
                      <a:pPr algn="l" fontAlgn="t">
                        <a:buNone/>
                      </a:pPr>
                      <a:r>
                        <a:rPr lang="en-US" sz="1000" b="1">
                          <a:effectLst/>
                        </a:rPr>
                        <a:t>Channel</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dirty="0">
                          <a:effectLst/>
                        </a:rPr>
                        <a:t>Action</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b="1" dirty="0">
                          <a:effectLst/>
                        </a:rPr>
                        <a:t>Example</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998536593"/>
                  </a:ext>
                </a:extLst>
              </a:tr>
              <a:tr h="449007">
                <a:tc>
                  <a:txBody>
                    <a:bodyPr/>
                    <a:lstStyle/>
                    <a:p>
                      <a:pPr algn="l" fontAlgn="t">
                        <a:buNone/>
                      </a:pPr>
                      <a:r>
                        <a:rPr lang="en-US" sz="1000" b="1" dirty="0">
                          <a:effectLst/>
                          <a:latin typeface="Consolas" panose="020B0609020204030204" pitchFamily="49" charset="0"/>
                        </a:rPr>
                        <a:t>none</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disables autoupgrades and keeps the cluster at its current version of Kubernetes.</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Default setting if left unchanged.</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310975772"/>
                  </a:ext>
                </a:extLst>
              </a:tr>
              <a:tr h="624591">
                <a:tc>
                  <a:txBody>
                    <a:bodyPr/>
                    <a:lstStyle/>
                    <a:p>
                      <a:pPr algn="l" fontAlgn="t">
                        <a:buNone/>
                      </a:pPr>
                      <a:r>
                        <a:rPr lang="en-US" sz="1000" b="1" kern="1200" dirty="0">
                          <a:solidFill>
                            <a:schemeClr val="tx1"/>
                          </a:solidFill>
                          <a:effectLst/>
                          <a:latin typeface="Consolas" panose="020B0609020204030204" pitchFamily="49" charset="0"/>
                          <a:ea typeface="+mn-ea"/>
                          <a:cs typeface="+mn-cs"/>
                        </a:rPr>
                        <a:t>patch</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automatically upgrades the cluster to the latest supported patch version when it becomes available while keeping the minor version the same.</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For example, if a cluster runs version </a:t>
                      </a:r>
                      <a:r>
                        <a:rPr lang="en-US" sz="1000" i="1">
                          <a:effectLst/>
                        </a:rPr>
                        <a:t>1.17.7</a:t>
                      </a:r>
                      <a:r>
                        <a:rPr lang="en-US" sz="1000">
                          <a:effectLst/>
                        </a:rPr>
                        <a:t>, and versions </a:t>
                      </a:r>
                      <a:r>
                        <a:rPr lang="en-US" sz="1000" i="1">
                          <a:effectLst/>
                        </a:rPr>
                        <a:t>1.17.9</a:t>
                      </a:r>
                      <a:r>
                        <a:rPr lang="en-US" sz="1000">
                          <a:effectLst/>
                        </a:rPr>
                        <a:t>, </a:t>
                      </a:r>
                      <a:r>
                        <a:rPr lang="en-US" sz="1000" i="1">
                          <a:effectLst/>
                        </a:rPr>
                        <a:t>1.18.4</a:t>
                      </a:r>
                      <a:r>
                        <a:rPr lang="en-US" sz="1000">
                          <a:effectLst/>
                        </a:rPr>
                        <a:t>, </a:t>
                      </a:r>
                      <a:r>
                        <a:rPr lang="en-US" sz="1000" i="1">
                          <a:effectLst/>
                        </a:rPr>
                        <a:t>1.18.6</a:t>
                      </a:r>
                      <a:r>
                        <a:rPr lang="en-US" sz="1000">
                          <a:effectLst/>
                        </a:rPr>
                        <a:t>, and </a:t>
                      </a:r>
                      <a:r>
                        <a:rPr lang="en-US" sz="1000" i="1">
                          <a:effectLst/>
                        </a:rPr>
                        <a:t>1.19.1</a:t>
                      </a:r>
                      <a:r>
                        <a:rPr lang="en-US" sz="1000">
                          <a:effectLst/>
                        </a:rPr>
                        <a:t> are available, the cluster upgrades to </a:t>
                      </a:r>
                      <a:r>
                        <a:rPr lang="en-US" sz="1000" i="1">
                          <a:effectLst/>
                        </a:rPr>
                        <a:t>1.17.9</a:t>
                      </a:r>
                      <a:r>
                        <a:rPr lang="en-US" sz="1000">
                          <a:effectLst/>
                        </a:rPr>
                        <a:t>.</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252361404"/>
                  </a:ext>
                </a:extLst>
              </a:tr>
              <a:tr h="624591">
                <a:tc>
                  <a:txBody>
                    <a:bodyPr/>
                    <a:lstStyle/>
                    <a:p>
                      <a:pPr algn="l" fontAlgn="t">
                        <a:buNone/>
                      </a:pPr>
                      <a:r>
                        <a:rPr lang="en-US" sz="1000" b="1" kern="1200" dirty="0">
                          <a:solidFill>
                            <a:schemeClr val="tx1"/>
                          </a:solidFill>
                          <a:effectLst/>
                          <a:latin typeface="Consolas" panose="020B0609020204030204" pitchFamily="49" charset="0"/>
                          <a:ea typeface="+mn-ea"/>
                          <a:cs typeface="+mn-cs"/>
                        </a:rPr>
                        <a:t>stable</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automatically upgrades the cluster to the latest supported patch release on minor version </a:t>
                      </a:r>
                      <a:r>
                        <a:rPr lang="en-US" sz="1000" i="1">
                          <a:effectLst/>
                        </a:rPr>
                        <a:t>N-1</a:t>
                      </a:r>
                      <a:r>
                        <a:rPr lang="en-US" sz="1000">
                          <a:effectLst/>
                        </a:rPr>
                        <a:t>, where </a:t>
                      </a:r>
                      <a:r>
                        <a:rPr lang="en-US" sz="1000" i="1">
                          <a:effectLst/>
                        </a:rPr>
                        <a:t>N</a:t>
                      </a:r>
                      <a:r>
                        <a:rPr lang="en-US" sz="1000">
                          <a:effectLst/>
                        </a:rPr>
                        <a:t> is the latest supported minor version.</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For example, if a cluster runs version </a:t>
                      </a:r>
                      <a:r>
                        <a:rPr lang="en-US" sz="1000" i="1">
                          <a:effectLst/>
                        </a:rPr>
                        <a:t>1.17.7</a:t>
                      </a:r>
                      <a:r>
                        <a:rPr lang="en-US" sz="1000">
                          <a:effectLst/>
                        </a:rPr>
                        <a:t> and versions </a:t>
                      </a:r>
                      <a:r>
                        <a:rPr lang="en-US" sz="1000" i="1">
                          <a:effectLst/>
                        </a:rPr>
                        <a:t>1.17.9</a:t>
                      </a:r>
                      <a:r>
                        <a:rPr lang="en-US" sz="1000">
                          <a:effectLst/>
                        </a:rPr>
                        <a:t>, </a:t>
                      </a:r>
                      <a:r>
                        <a:rPr lang="en-US" sz="1000" i="1">
                          <a:effectLst/>
                        </a:rPr>
                        <a:t>1.18.4</a:t>
                      </a:r>
                      <a:r>
                        <a:rPr lang="en-US" sz="1000">
                          <a:effectLst/>
                        </a:rPr>
                        <a:t>, </a:t>
                      </a:r>
                      <a:r>
                        <a:rPr lang="en-US" sz="1000" i="1">
                          <a:effectLst/>
                        </a:rPr>
                        <a:t>1.18.6</a:t>
                      </a:r>
                      <a:r>
                        <a:rPr lang="en-US" sz="1000">
                          <a:effectLst/>
                        </a:rPr>
                        <a:t>, and </a:t>
                      </a:r>
                      <a:r>
                        <a:rPr lang="en-US" sz="1000" i="1">
                          <a:effectLst/>
                        </a:rPr>
                        <a:t>1.19.1</a:t>
                      </a:r>
                      <a:r>
                        <a:rPr lang="en-US" sz="1000">
                          <a:effectLst/>
                        </a:rPr>
                        <a:t> are available, the cluster upgrades to </a:t>
                      </a:r>
                      <a:r>
                        <a:rPr lang="en-US" sz="1000" i="1">
                          <a:effectLst/>
                        </a:rPr>
                        <a:t>1.18.6</a:t>
                      </a:r>
                      <a:r>
                        <a:rPr lang="en-US" sz="1000">
                          <a:effectLst/>
                        </a:rPr>
                        <a:t>.</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875417200"/>
                  </a:ext>
                </a:extLst>
              </a:tr>
              <a:tr h="800173">
                <a:tc>
                  <a:txBody>
                    <a:bodyPr/>
                    <a:lstStyle/>
                    <a:p>
                      <a:pPr algn="l" fontAlgn="t">
                        <a:buNone/>
                      </a:pPr>
                      <a:r>
                        <a:rPr lang="en-US" sz="1000" b="1" kern="1200" dirty="0">
                          <a:solidFill>
                            <a:schemeClr val="tx1"/>
                          </a:solidFill>
                          <a:effectLst/>
                          <a:latin typeface="Consolas" panose="020B0609020204030204" pitchFamily="49" charset="0"/>
                          <a:ea typeface="+mn-ea"/>
                          <a:cs typeface="+mn-cs"/>
                        </a:rPr>
                        <a:t>rapid</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dirty="0">
                          <a:effectLst/>
                        </a:rPr>
                        <a:t>automatically upgrades the cluster to the latest supported patch release on the latest supported minor version.</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In cases where the cluster's Kubernetes version is an </a:t>
                      </a:r>
                      <a:r>
                        <a:rPr lang="en-US" sz="1000" i="1">
                          <a:effectLst/>
                        </a:rPr>
                        <a:t>N-2</a:t>
                      </a:r>
                      <a:r>
                        <a:rPr lang="en-US" sz="1000">
                          <a:effectLst/>
                        </a:rPr>
                        <a:t> minor version, where </a:t>
                      </a:r>
                      <a:r>
                        <a:rPr lang="en-US" sz="1000" i="1">
                          <a:effectLst/>
                        </a:rPr>
                        <a:t>N</a:t>
                      </a:r>
                      <a:r>
                        <a:rPr lang="en-US" sz="1000">
                          <a:effectLst/>
                        </a:rPr>
                        <a:t> is the latest supported minor version, the cluster first upgrades to the latest supported patch version on </a:t>
                      </a:r>
                      <a:r>
                        <a:rPr lang="en-US" sz="1000" i="1">
                          <a:effectLst/>
                        </a:rPr>
                        <a:t>N-1</a:t>
                      </a:r>
                      <a:r>
                        <a:rPr lang="en-US" sz="1000">
                          <a:effectLst/>
                        </a:rPr>
                        <a:t> minor version. For example, if a cluster runs version </a:t>
                      </a:r>
                      <a:r>
                        <a:rPr lang="en-US" sz="1000" i="1">
                          <a:effectLst/>
                        </a:rPr>
                        <a:t>1.17.7</a:t>
                      </a:r>
                      <a:r>
                        <a:rPr lang="en-US" sz="1000">
                          <a:effectLst/>
                        </a:rPr>
                        <a:t> and versions </a:t>
                      </a:r>
                      <a:r>
                        <a:rPr lang="en-US" sz="1000" i="1">
                          <a:effectLst/>
                        </a:rPr>
                        <a:t>1.17.9</a:t>
                      </a:r>
                      <a:r>
                        <a:rPr lang="en-US" sz="1000">
                          <a:effectLst/>
                        </a:rPr>
                        <a:t>, </a:t>
                      </a:r>
                      <a:r>
                        <a:rPr lang="en-US" sz="1000" i="1">
                          <a:effectLst/>
                        </a:rPr>
                        <a:t>1.18.4</a:t>
                      </a:r>
                      <a:r>
                        <a:rPr lang="en-US" sz="1000">
                          <a:effectLst/>
                        </a:rPr>
                        <a:t>, </a:t>
                      </a:r>
                      <a:r>
                        <a:rPr lang="en-US" sz="1000" i="1">
                          <a:effectLst/>
                        </a:rPr>
                        <a:t>1.18.6</a:t>
                      </a:r>
                      <a:r>
                        <a:rPr lang="en-US" sz="1000">
                          <a:effectLst/>
                        </a:rPr>
                        <a:t>, and </a:t>
                      </a:r>
                      <a:r>
                        <a:rPr lang="en-US" sz="1000" i="1">
                          <a:effectLst/>
                        </a:rPr>
                        <a:t>1.19.1</a:t>
                      </a:r>
                      <a:r>
                        <a:rPr lang="en-US" sz="1000">
                          <a:effectLst/>
                        </a:rPr>
                        <a:t> are available, the cluster first upgrades to </a:t>
                      </a:r>
                      <a:r>
                        <a:rPr lang="en-US" sz="1000" i="1">
                          <a:effectLst/>
                        </a:rPr>
                        <a:t>1.18.6</a:t>
                      </a:r>
                      <a:r>
                        <a:rPr lang="en-US" sz="1000">
                          <a:effectLst/>
                        </a:rPr>
                        <a:t>, then upgrades to </a:t>
                      </a:r>
                      <a:r>
                        <a:rPr lang="en-US" sz="1000" i="1">
                          <a:effectLst/>
                        </a:rPr>
                        <a:t>1.19.1</a:t>
                      </a:r>
                      <a:r>
                        <a:rPr lang="en-US" sz="1000">
                          <a:effectLst/>
                        </a:rPr>
                        <a:t>.</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138589585"/>
                  </a:ext>
                </a:extLst>
              </a:tr>
              <a:tr h="1110326">
                <a:tc>
                  <a:txBody>
                    <a:bodyPr/>
                    <a:lstStyle/>
                    <a:p>
                      <a:pPr algn="l" fontAlgn="t">
                        <a:buNone/>
                      </a:pPr>
                      <a:r>
                        <a:rPr lang="en-US" sz="1000" b="1" kern="1200" dirty="0">
                          <a:solidFill>
                            <a:schemeClr val="tx1"/>
                          </a:solidFill>
                          <a:effectLst/>
                          <a:latin typeface="Consolas" panose="020B0609020204030204" pitchFamily="49" charset="0"/>
                          <a:ea typeface="+mn-ea"/>
                          <a:cs typeface="+mn-cs"/>
                        </a:rPr>
                        <a:t>node-image(legacy)</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a:effectLst/>
                        </a:rPr>
                        <a:t>automatically upgrades the node image to the latest version available.</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00" dirty="0">
                          <a:effectLst/>
                        </a:rPr>
                        <a:t>Microsoft provides patches and new images for image nodes frequently (weekly), but your running nodes don't get the new images unless you do a node image upgrade. Turning on the node-image channel automatically updates your node images whenever a new version is available. If you use this channel, Linux [unattended upgrades] are disabled by default. Node image upgrades work on patch versions that are deprecated, so long as the minor Kubernetes version is still supported. This channel is no longer recommended and is planned for deprecation in future. For an option that can automatically upgrade node images, see the </a:t>
                      </a:r>
                      <a:r>
                        <a:rPr lang="en-US" sz="1000" dirty="0" err="1">
                          <a:effectLst/>
                          <a:latin typeface="SFMono-Regular"/>
                        </a:rPr>
                        <a:t>NodeImage</a:t>
                      </a:r>
                      <a:r>
                        <a:rPr lang="en-US" sz="1000" dirty="0">
                          <a:effectLst/>
                        </a:rPr>
                        <a:t> channel in </a:t>
                      </a:r>
                      <a:r>
                        <a:rPr lang="en-US" sz="1000" u="none" strike="noStrike" dirty="0">
                          <a:solidFill>
                            <a:srgbClr val="0065B3"/>
                          </a:solidFill>
                          <a:effectLst/>
                          <a:hlinkClick r:id="rId2"/>
                        </a:rPr>
                        <a:t>node image </a:t>
                      </a:r>
                      <a:r>
                        <a:rPr lang="en-US" sz="1000" u="none" strike="noStrike" dirty="0" err="1">
                          <a:solidFill>
                            <a:srgbClr val="0065B3"/>
                          </a:solidFill>
                          <a:effectLst/>
                          <a:hlinkClick r:id="rId2"/>
                        </a:rPr>
                        <a:t>autoupgrade</a:t>
                      </a:r>
                      <a:r>
                        <a:rPr lang="en-US" sz="1000" dirty="0">
                          <a:effectLst/>
                        </a:rPr>
                        <a:t>.</a:t>
                      </a:r>
                    </a:p>
                  </a:txBody>
                  <a:tcPr marL="48740" marR="48740" marT="24370" marB="24370">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27527605"/>
                  </a:ext>
                </a:extLst>
              </a:tr>
            </a:tbl>
          </a:graphicData>
        </a:graphic>
      </p:graphicFrame>
    </p:spTree>
    <p:extLst>
      <p:ext uri="{BB962C8B-B14F-4D97-AF65-F5344CB8AC3E}">
        <p14:creationId xmlns:p14="http://schemas.microsoft.com/office/powerpoint/2010/main" val="2699443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671ECF-29FB-438E-91F7-AD0AF7D5CD3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FB6BE1-393B-5FFF-9ED6-D92E2FBF74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EEE6B5-25C8-F9D2-2009-C6B2CA0A4438}"/>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dirty="0"/>
              <a:t>Node OS </a:t>
            </a:r>
            <a:r>
              <a:rPr lang="en-US" sz="5100" kern="1200" dirty="0">
                <a:solidFill>
                  <a:schemeClr val="tx1"/>
                </a:solidFill>
                <a:latin typeface="+mj-lt"/>
                <a:ea typeface="+mj-ea"/>
                <a:cs typeface="+mj-cs"/>
              </a:rPr>
              <a:t>Upgrade Channels</a:t>
            </a:r>
          </a:p>
        </p:txBody>
      </p:sp>
      <p:sp>
        <p:nvSpPr>
          <p:cNvPr id="11" name="sketch line">
            <a:extLst>
              <a:ext uri="{FF2B5EF4-FFF2-40B4-BE49-F238E27FC236}">
                <a16:creationId xmlns:a16="http://schemas.microsoft.com/office/drawing/2014/main" id="{B1608216-2555-6475-8CD0-10A37A7786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CE597084-6887-74E5-69CB-36D663B38731}"/>
              </a:ext>
            </a:extLst>
          </p:cNvPr>
          <p:cNvGraphicFramePr>
            <a:graphicFrameLocks noGrp="1"/>
          </p:cNvGraphicFramePr>
          <p:nvPr>
            <p:extLst>
              <p:ext uri="{D42A27DB-BD31-4B8C-83A1-F6EECF244321}">
                <p14:modId xmlns:p14="http://schemas.microsoft.com/office/powerpoint/2010/main" val="143738300"/>
              </p:ext>
            </p:extLst>
          </p:nvPr>
        </p:nvGraphicFramePr>
        <p:xfrm>
          <a:off x="755374" y="1825625"/>
          <a:ext cx="10909641" cy="4487535"/>
        </p:xfrm>
        <a:graphic>
          <a:graphicData uri="http://schemas.openxmlformats.org/drawingml/2006/table">
            <a:tbl>
              <a:tblPr/>
              <a:tblGrid>
                <a:gridCol w="1083365">
                  <a:extLst>
                    <a:ext uri="{9D8B030D-6E8A-4147-A177-3AD203B41FA5}">
                      <a16:colId xmlns:a16="http://schemas.microsoft.com/office/drawing/2014/main" val="2680535504"/>
                    </a:ext>
                  </a:extLst>
                </a:gridCol>
                <a:gridCol w="5009322">
                  <a:extLst>
                    <a:ext uri="{9D8B030D-6E8A-4147-A177-3AD203B41FA5}">
                      <a16:colId xmlns:a16="http://schemas.microsoft.com/office/drawing/2014/main" val="4162055300"/>
                    </a:ext>
                  </a:extLst>
                </a:gridCol>
                <a:gridCol w="4816954">
                  <a:extLst>
                    <a:ext uri="{9D8B030D-6E8A-4147-A177-3AD203B41FA5}">
                      <a16:colId xmlns:a16="http://schemas.microsoft.com/office/drawing/2014/main" val="827020064"/>
                    </a:ext>
                  </a:extLst>
                </a:gridCol>
              </a:tblGrid>
              <a:tr h="162667">
                <a:tc>
                  <a:txBody>
                    <a:bodyPr/>
                    <a:lstStyle/>
                    <a:p>
                      <a:pPr algn="l" fontAlgn="t">
                        <a:buNone/>
                      </a:pPr>
                      <a:r>
                        <a:rPr lang="en-US" sz="1050" b="1" dirty="0">
                          <a:effectLst/>
                        </a:rPr>
                        <a:t>Channel</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b="1">
                          <a:effectLst/>
                        </a:rPr>
                        <a:t>Description</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b="1" dirty="0">
                          <a:effectLst/>
                        </a:rPr>
                        <a:t>OS-specific behavior</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144176062"/>
                  </a:ext>
                </a:extLst>
              </a:tr>
              <a:tr h="284667">
                <a:tc>
                  <a:txBody>
                    <a:bodyPr/>
                    <a:lstStyle/>
                    <a:p>
                      <a:pPr algn="l" fontAlgn="t">
                        <a:buNone/>
                      </a:pPr>
                      <a:r>
                        <a:rPr lang="en-US" sz="1050" b="1" dirty="0">
                          <a:effectLst/>
                          <a:latin typeface="Consolas" panose="020B0609020204030204" pitchFamily="49" charset="0"/>
                        </a:rPr>
                        <a:t>None</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a:effectLst/>
                        </a:rPr>
                        <a:t>Your nodes don't have security updates applied automatically. This means you're solely responsible for your security updates.</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a:effectLst/>
                        </a:rPr>
                        <a:t>N/A</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840485162"/>
                  </a:ext>
                </a:extLst>
              </a:tr>
              <a:tr h="894668">
                <a:tc>
                  <a:txBody>
                    <a:bodyPr/>
                    <a:lstStyle/>
                    <a:p>
                      <a:pPr algn="l" fontAlgn="t">
                        <a:buNone/>
                      </a:pPr>
                      <a:r>
                        <a:rPr lang="en-US" sz="1050" b="1" kern="1200" dirty="0">
                          <a:solidFill>
                            <a:schemeClr val="tx1"/>
                          </a:solidFill>
                          <a:effectLst/>
                          <a:latin typeface="Consolas" panose="020B0609020204030204" pitchFamily="49" charset="0"/>
                          <a:ea typeface="+mn-ea"/>
                          <a:cs typeface="+mn-cs"/>
                        </a:rPr>
                        <a:t>Unmanaged</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dirty="0">
                          <a:effectLst/>
                        </a:rPr>
                        <a:t>The OS built-in patching infrastructure automatically applies OS updates. Newly allocated machines are initially unpatched. The OS's infrastructure patches them at some point.</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dirty="0">
                          <a:effectLst/>
                        </a:rPr>
                        <a:t>Ubuntu and Azure Linux (CPU node pools) apply security patches through unattended upgrade/</a:t>
                      </a:r>
                      <a:r>
                        <a:rPr lang="en-US" sz="1050" dirty="0" err="1">
                          <a:effectLst/>
                        </a:rPr>
                        <a:t>dnf</a:t>
                      </a:r>
                      <a:r>
                        <a:rPr lang="en-US" sz="1050" dirty="0">
                          <a:effectLst/>
                        </a:rPr>
                        <a:t>-automatic roughly once per day around 06:00 UTC. Windows doesn't automatically apply security patches, so this option behaves equivalently to </a:t>
                      </a:r>
                      <a:r>
                        <a:rPr lang="en-US" sz="1050" dirty="0">
                          <a:effectLst/>
                          <a:latin typeface="SFMono-Regular"/>
                        </a:rPr>
                        <a:t>None</a:t>
                      </a:r>
                      <a:r>
                        <a:rPr lang="en-US" sz="1050" dirty="0">
                          <a:effectLst/>
                        </a:rPr>
                        <a:t>. You need to manage the reboot process using a tool like </a:t>
                      </a:r>
                      <a:r>
                        <a:rPr lang="en-US" sz="1050" u="none" strike="noStrike" dirty="0" err="1">
                          <a:solidFill>
                            <a:srgbClr val="0065B3"/>
                          </a:solidFill>
                          <a:effectLst/>
                          <a:hlinkClick r:id="rId2"/>
                        </a:rPr>
                        <a:t>kured</a:t>
                      </a:r>
                      <a:r>
                        <a:rPr lang="en-US" sz="1050" dirty="0">
                          <a:effectLst/>
                        </a:rPr>
                        <a:t>. </a:t>
                      </a:r>
                      <a:r>
                        <a:rPr lang="en-US" sz="1050" u="none" strike="noStrike" dirty="0">
                          <a:solidFill>
                            <a:srgbClr val="0065B3"/>
                          </a:solidFill>
                          <a:effectLst/>
                          <a:hlinkClick r:id="rId3"/>
                        </a:rPr>
                        <a:t>Azure Linux with OS Guard on AKS</a:t>
                      </a:r>
                      <a:r>
                        <a:rPr lang="en-US" sz="1050" dirty="0">
                          <a:effectLst/>
                        </a:rPr>
                        <a:t> doesn't support </a:t>
                      </a:r>
                      <a:r>
                        <a:rPr lang="en-US" sz="1050" dirty="0">
                          <a:effectLst/>
                          <a:latin typeface="SFMono-Regular"/>
                        </a:rPr>
                        <a:t>Unmanaged</a:t>
                      </a:r>
                      <a:r>
                        <a:rPr lang="en-US" sz="1050" dirty="0">
                          <a:effectLst/>
                        </a:rPr>
                        <a:t>.</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1704523"/>
                  </a:ext>
                </a:extLst>
              </a:tr>
              <a:tr h="1870669">
                <a:tc>
                  <a:txBody>
                    <a:bodyPr/>
                    <a:lstStyle/>
                    <a:p>
                      <a:pPr algn="l" fontAlgn="t">
                        <a:buNone/>
                      </a:pPr>
                      <a:r>
                        <a:rPr lang="en-US" sz="1050" b="1" kern="1200" dirty="0" err="1">
                          <a:solidFill>
                            <a:schemeClr val="tx1"/>
                          </a:solidFill>
                          <a:effectLst/>
                          <a:highlight>
                            <a:srgbClr val="00FF00"/>
                          </a:highlight>
                          <a:latin typeface="Consolas" panose="020B0609020204030204" pitchFamily="49" charset="0"/>
                          <a:ea typeface="+mn-ea"/>
                          <a:cs typeface="+mn-cs"/>
                        </a:rPr>
                        <a:t>SecurityPatch</a:t>
                      </a:r>
                      <a:endParaRPr lang="en-US" sz="1050" b="1" kern="1200" dirty="0">
                        <a:solidFill>
                          <a:schemeClr val="tx1"/>
                        </a:solidFill>
                        <a:effectLst/>
                        <a:highlight>
                          <a:srgbClr val="00FF00"/>
                        </a:highlight>
                        <a:latin typeface="Consolas" panose="020B0609020204030204" pitchFamily="49" charset="0"/>
                        <a:ea typeface="+mn-ea"/>
                        <a:cs typeface="+mn-cs"/>
                      </a:endParaRP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dirty="0">
                          <a:effectLst/>
                        </a:rPr>
                        <a:t>OS security patches, which are AKS-tested, fully managed, and applied with safe deployment practices. AKS regularly updates the node's virtual hard disk (VHD) with patches from the image maintainer labeled "security only." There might be disruptions when the security patches are applied to the nodes. However, AKS is limiting disruptions by only reimaging your nodes only, when necessary, such as for certain kernel security packages. When the patches are applied, the VHD is updated and existing machines are upgraded to that VHD, honoring maintenance windows and surge settings. If AKS decides that reimaging nodes isn't necessary, it patches nodes live without draining pods and performs no VHD update. This option incurs the extra cost of hosting the VHDs in your node resource group. If you use this channel, Linux </a:t>
                      </a:r>
                      <a:r>
                        <a:rPr lang="en-US" sz="1050" u="none" strike="noStrike" dirty="0">
                          <a:solidFill>
                            <a:srgbClr val="0065B3"/>
                          </a:solidFill>
                          <a:effectLst/>
                          <a:hlinkClick r:id="rId4"/>
                        </a:rPr>
                        <a:t>unattended upgrades</a:t>
                      </a:r>
                      <a:r>
                        <a:rPr lang="en-US" sz="1050" dirty="0">
                          <a:effectLst/>
                        </a:rPr>
                        <a:t> are disabled by default.</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dirty="0">
                          <a:effectLst/>
                        </a:rPr>
                        <a:t>Azure Linux doesn't support this channel on GPU-enabled VMs. </a:t>
                      </a:r>
                      <a:r>
                        <a:rPr lang="en-US" sz="1050" dirty="0" err="1">
                          <a:effectLst/>
                          <a:latin typeface="SFMono-Regular"/>
                        </a:rPr>
                        <a:t>SecurityPatch</a:t>
                      </a:r>
                      <a:r>
                        <a:rPr lang="en-US" sz="1050" dirty="0">
                          <a:effectLst/>
                        </a:rPr>
                        <a:t> works on </a:t>
                      </a:r>
                      <a:r>
                        <a:rPr lang="en-US" sz="1050" dirty="0" err="1">
                          <a:effectLst/>
                        </a:rPr>
                        <a:t>kubernetes</a:t>
                      </a:r>
                      <a:r>
                        <a:rPr lang="en-US" sz="1050" dirty="0">
                          <a:effectLst/>
                        </a:rPr>
                        <a:t> patch versions that are deprecated, so long as the minor Kubernetes version is still supported. </a:t>
                      </a:r>
                      <a:r>
                        <a:rPr lang="en-US" sz="1050" u="none" strike="noStrike" dirty="0">
                          <a:solidFill>
                            <a:srgbClr val="0065B3"/>
                          </a:solidFill>
                          <a:effectLst/>
                          <a:hlinkClick r:id="rId5"/>
                        </a:rPr>
                        <a:t>Flatcar Container Linux for AKS</a:t>
                      </a:r>
                      <a:r>
                        <a:rPr lang="en-US" sz="1050" dirty="0">
                          <a:effectLst/>
                        </a:rPr>
                        <a:t> and </a:t>
                      </a:r>
                      <a:r>
                        <a:rPr lang="en-US" sz="1050" u="none" strike="noStrike" dirty="0">
                          <a:solidFill>
                            <a:srgbClr val="0065B3"/>
                          </a:solidFill>
                          <a:effectLst/>
                          <a:hlinkClick r:id="rId3"/>
                        </a:rPr>
                        <a:t>Azure Linux with OS Guard on AKS</a:t>
                      </a:r>
                      <a:r>
                        <a:rPr lang="en-US" sz="1050" dirty="0">
                          <a:effectLst/>
                        </a:rPr>
                        <a:t> do not support </a:t>
                      </a:r>
                      <a:r>
                        <a:rPr lang="en-US" sz="1050" dirty="0" err="1">
                          <a:effectLst/>
                          <a:latin typeface="SFMono-Regular"/>
                        </a:rPr>
                        <a:t>SecurityPatch</a:t>
                      </a:r>
                      <a:r>
                        <a:rPr lang="en-US" sz="1050" dirty="0">
                          <a:effectLst/>
                        </a:rPr>
                        <a:t>.</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82360260"/>
                  </a:ext>
                </a:extLst>
              </a:tr>
              <a:tr h="1138668">
                <a:tc>
                  <a:txBody>
                    <a:bodyPr/>
                    <a:lstStyle/>
                    <a:p>
                      <a:pPr algn="l" fontAlgn="t">
                        <a:buNone/>
                      </a:pPr>
                      <a:r>
                        <a:rPr lang="en-US" sz="1050" b="1" kern="1200" dirty="0" err="1">
                          <a:solidFill>
                            <a:schemeClr val="tx1"/>
                          </a:solidFill>
                          <a:effectLst/>
                          <a:highlight>
                            <a:srgbClr val="00FF00"/>
                          </a:highlight>
                          <a:latin typeface="Consolas" panose="020B0609020204030204" pitchFamily="49" charset="0"/>
                          <a:ea typeface="+mn-ea"/>
                          <a:cs typeface="+mn-cs"/>
                        </a:rPr>
                        <a:t>NodeImage</a:t>
                      </a:r>
                      <a:endParaRPr lang="en-US" sz="1050" b="1" kern="1200" dirty="0">
                        <a:solidFill>
                          <a:schemeClr val="tx1"/>
                        </a:solidFill>
                        <a:effectLst/>
                        <a:highlight>
                          <a:srgbClr val="00FF00"/>
                        </a:highlight>
                        <a:latin typeface="Consolas" panose="020B0609020204030204" pitchFamily="49" charset="0"/>
                        <a:ea typeface="+mn-ea"/>
                        <a:cs typeface="+mn-cs"/>
                      </a:endParaRP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050" dirty="0">
                          <a:effectLst/>
                        </a:rPr>
                        <a:t>AKS updates the nodes with a newly patched VHD containing security fixes and bug fixes on a weekly cadence. The update to the new VHD is disruptive, following maintenance windows and surge settings. No extra VHD cost is incurred when choosing this option. If you use this channel, Linux </a:t>
                      </a:r>
                      <a:r>
                        <a:rPr lang="en-US" sz="1050" u="none" strike="noStrike" dirty="0">
                          <a:solidFill>
                            <a:srgbClr val="0065B3"/>
                          </a:solidFill>
                          <a:effectLst/>
                          <a:hlinkClick r:id="rId4"/>
                        </a:rPr>
                        <a:t>unattended upgrades</a:t>
                      </a:r>
                      <a:r>
                        <a:rPr lang="en-US" sz="1050" dirty="0">
                          <a:effectLst/>
                        </a:rPr>
                        <a:t> are disabled by default. Node image upgrades are supported as long as cluster Kubernetes minor version is still in support. Node images are AKS-tested, fully managed, and applied with safe deployment practices.</a:t>
                      </a: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endParaRPr lang="en-US" sz="1050" dirty="0">
                        <a:effectLst/>
                      </a:endParaRPr>
                    </a:p>
                  </a:txBody>
                  <a:tcPr marL="40667" marR="40667" marT="20333" marB="2033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732921135"/>
                  </a:ext>
                </a:extLst>
              </a:tr>
            </a:tbl>
          </a:graphicData>
        </a:graphic>
      </p:graphicFrame>
    </p:spTree>
    <p:extLst>
      <p:ext uri="{BB962C8B-B14F-4D97-AF65-F5344CB8AC3E}">
        <p14:creationId xmlns:p14="http://schemas.microsoft.com/office/powerpoint/2010/main" val="12581463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A87BB6-C6C1-348B-6720-FF7D57F1105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004276-A79D-55AF-6E2C-87470D278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E119DF-76AC-A66F-817F-C03026A0D596}"/>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dirty="0"/>
              <a:t>Node OS </a:t>
            </a:r>
            <a:r>
              <a:rPr lang="en-US" sz="5100" kern="1200" dirty="0">
                <a:solidFill>
                  <a:schemeClr val="tx1"/>
                </a:solidFill>
                <a:latin typeface="+mj-lt"/>
                <a:ea typeface="+mj-ea"/>
                <a:cs typeface="+mj-cs"/>
              </a:rPr>
              <a:t>Upgrade Channels</a:t>
            </a:r>
          </a:p>
        </p:txBody>
      </p:sp>
      <p:sp>
        <p:nvSpPr>
          <p:cNvPr id="11" name="sketch line">
            <a:extLst>
              <a:ext uri="{FF2B5EF4-FFF2-40B4-BE49-F238E27FC236}">
                <a16:creationId xmlns:a16="http://schemas.microsoft.com/office/drawing/2014/main" id="{13BD133E-0487-02A8-DAAE-44185B80F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AAABBD10-0724-6241-5918-6C834A28276D}"/>
              </a:ext>
            </a:extLst>
          </p:cNvPr>
          <p:cNvGraphicFramePr>
            <a:graphicFrameLocks noGrp="1"/>
          </p:cNvGraphicFramePr>
          <p:nvPr>
            <p:extLst>
              <p:ext uri="{D42A27DB-BD31-4B8C-83A1-F6EECF244321}">
                <p14:modId xmlns:p14="http://schemas.microsoft.com/office/powerpoint/2010/main" val="2560907586"/>
              </p:ext>
            </p:extLst>
          </p:nvPr>
        </p:nvGraphicFramePr>
        <p:xfrm>
          <a:off x="1073426" y="2309498"/>
          <a:ext cx="10585174" cy="2013905"/>
        </p:xfrm>
        <a:graphic>
          <a:graphicData uri="http://schemas.openxmlformats.org/drawingml/2006/table">
            <a:tbl>
              <a:tblPr/>
              <a:tblGrid>
                <a:gridCol w="1269360">
                  <a:extLst>
                    <a:ext uri="{9D8B030D-6E8A-4147-A177-3AD203B41FA5}">
                      <a16:colId xmlns:a16="http://schemas.microsoft.com/office/drawing/2014/main" val="395839129"/>
                    </a:ext>
                  </a:extLst>
                </a:gridCol>
                <a:gridCol w="4023227">
                  <a:extLst>
                    <a:ext uri="{9D8B030D-6E8A-4147-A177-3AD203B41FA5}">
                      <a16:colId xmlns:a16="http://schemas.microsoft.com/office/drawing/2014/main" val="2989410726"/>
                    </a:ext>
                  </a:extLst>
                </a:gridCol>
                <a:gridCol w="3560663">
                  <a:extLst>
                    <a:ext uri="{9D8B030D-6E8A-4147-A177-3AD203B41FA5}">
                      <a16:colId xmlns:a16="http://schemas.microsoft.com/office/drawing/2014/main" val="457576642"/>
                    </a:ext>
                  </a:extLst>
                </a:gridCol>
                <a:gridCol w="1731924">
                  <a:extLst>
                    <a:ext uri="{9D8B030D-6E8A-4147-A177-3AD203B41FA5}">
                      <a16:colId xmlns:a16="http://schemas.microsoft.com/office/drawing/2014/main" val="1242468544"/>
                    </a:ext>
                  </a:extLst>
                </a:gridCol>
              </a:tblGrid>
              <a:tr h="412392">
                <a:tc>
                  <a:txBody>
                    <a:bodyPr/>
                    <a:lstStyle/>
                    <a:p>
                      <a:pPr algn="l" fontAlgn="t">
                        <a:buNone/>
                      </a:pPr>
                      <a:r>
                        <a:rPr lang="en-US" sz="1200" b="1" dirty="0">
                          <a:effectLst/>
                        </a:rPr>
                        <a:t>Property</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a:effectLst/>
                        </a:rPr>
                        <a:t>NodeImage Channel</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a:effectLst/>
                        </a:rPr>
                        <a:t>SecurityPatch Channel</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dirty="0">
                          <a:effectLst/>
                        </a:rPr>
                        <a:t>Recommended Channel</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162866946"/>
                  </a:ext>
                </a:extLst>
              </a:tr>
              <a:tr h="1187235">
                <a:tc>
                  <a:txBody>
                    <a:bodyPr/>
                    <a:lstStyle/>
                    <a:p>
                      <a:pPr algn="l" fontAlgn="t">
                        <a:buNone/>
                      </a:pPr>
                      <a:r>
                        <a:rPr lang="en-US" sz="1100" dirty="0">
                          <a:effectLst/>
                          <a:latin typeface="SFMono-Regular"/>
                        </a:rPr>
                        <a:t>Speed of shipping</a:t>
                      </a:r>
                      <a:endParaRPr lang="en-US" sz="1100" dirty="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The typical build, test, release, and rollout timelines for a new VHD can take approximately two weeks following safe deployment practices. Although in the event of CVEs, accelerated rollouts can occur on a case by case basis. The exact timing when a new VHD hits a region can be monitored via </a:t>
                      </a:r>
                      <a:r>
                        <a:rPr lang="en-US" sz="1100" u="none" strike="noStrike" dirty="0">
                          <a:solidFill>
                            <a:srgbClr val="0065B3"/>
                          </a:solidFill>
                          <a:effectLst/>
                          <a:hlinkClick r:id="rId2"/>
                        </a:rPr>
                        <a:t>release-tracker</a:t>
                      </a:r>
                      <a:r>
                        <a:rPr lang="en-US" sz="1100" dirty="0">
                          <a:effectLst/>
                        </a:rPr>
                        <a:t>.</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err="1">
                          <a:effectLst/>
                        </a:rPr>
                        <a:t>SecurityPatch</a:t>
                      </a:r>
                      <a:r>
                        <a:rPr lang="en-US" sz="1100" dirty="0">
                          <a:effectLst/>
                        </a:rPr>
                        <a:t> releases are relatively faster than </a:t>
                      </a:r>
                      <a:r>
                        <a:rPr lang="en-US" sz="1100" dirty="0" err="1">
                          <a:effectLst/>
                          <a:latin typeface="SFMono-Regular"/>
                        </a:rPr>
                        <a:t>NodeImage</a:t>
                      </a:r>
                      <a:r>
                        <a:rPr lang="en-US" sz="1100" dirty="0">
                          <a:effectLst/>
                        </a:rPr>
                        <a:t>, even with safe deployment practices. </a:t>
                      </a:r>
                      <a:r>
                        <a:rPr lang="en-US" sz="1100" dirty="0" err="1">
                          <a:effectLst/>
                        </a:rPr>
                        <a:t>SecurityPatch</a:t>
                      </a:r>
                      <a:r>
                        <a:rPr lang="en-US" sz="1100" dirty="0">
                          <a:effectLst/>
                        </a:rPr>
                        <a:t> has the advantage of 'Live-patching' in Linux environments, where patching leads to selective 'reimaging' and doesn't reimage every time a patch gets applied. Re-image if it happens is controlled by maintenance windows.</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latin typeface="SFMono-Regular"/>
                        </a:rPr>
                        <a:t>SecurityPatch</a:t>
                      </a:r>
                      <a:endParaRPr lang="en-US" sz="110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539562555"/>
                  </a:ext>
                </a:extLst>
              </a:tr>
              <a:tr h="374633">
                <a:tc>
                  <a:txBody>
                    <a:bodyPr/>
                    <a:lstStyle/>
                    <a:p>
                      <a:pPr algn="l" fontAlgn="t">
                        <a:buNone/>
                      </a:pPr>
                      <a:r>
                        <a:rPr lang="en-US" sz="1100">
                          <a:effectLst/>
                          <a:latin typeface="SFMono-Regular"/>
                        </a:rPr>
                        <a:t>Bugfixes</a:t>
                      </a:r>
                      <a:endParaRPr lang="en-US" sz="110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Carries bug fixes in addition to security fixes.</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Strictly carries only security fixes.</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err="1">
                          <a:effectLst/>
                          <a:latin typeface="SFMono-Regular"/>
                        </a:rPr>
                        <a:t>NodeImage</a:t>
                      </a:r>
                      <a:endParaRPr lang="en-US" sz="1100" dirty="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214503860"/>
                  </a:ext>
                </a:extLst>
              </a:tr>
            </a:tbl>
          </a:graphicData>
        </a:graphic>
      </p:graphicFrame>
      <p:graphicFrame>
        <p:nvGraphicFramePr>
          <p:cNvPr id="5" name="Table 4">
            <a:extLst>
              <a:ext uri="{FF2B5EF4-FFF2-40B4-BE49-F238E27FC236}">
                <a16:creationId xmlns:a16="http://schemas.microsoft.com/office/drawing/2014/main" id="{52ECF7E6-6D62-47CC-E90C-7A057E871692}"/>
              </a:ext>
            </a:extLst>
          </p:cNvPr>
          <p:cNvGraphicFramePr>
            <a:graphicFrameLocks noGrp="1"/>
          </p:cNvGraphicFramePr>
          <p:nvPr>
            <p:extLst>
              <p:ext uri="{D42A27DB-BD31-4B8C-83A1-F6EECF244321}">
                <p14:modId xmlns:p14="http://schemas.microsoft.com/office/powerpoint/2010/main" val="3501866028"/>
              </p:ext>
            </p:extLst>
          </p:nvPr>
        </p:nvGraphicFramePr>
        <p:xfrm>
          <a:off x="1073427" y="4634847"/>
          <a:ext cx="10585173" cy="1679050"/>
        </p:xfrm>
        <a:graphic>
          <a:graphicData uri="http://schemas.openxmlformats.org/drawingml/2006/table">
            <a:tbl>
              <a:tblPr/>
              <a:tblGrid>
                <a:gridCol w="1302026">
                  <a:extLst>
                    <a:ext uri="{9D8B030D-6E8A-4147-A177-3AD203B41FA5}">
                      <a16:colId xmlns:a16="http://schemas.microsoft.com/office/drawing/2014/main" val="4150689233"/>
                    </a:ext>
                  </a:extLst>
                </a:gridCol>
                <a:gridCol w="6231835">
                  <a:extLst>
                    <a:ext uri="{9D8B030D-6E8A-4147-A177-3AD203B41FA5}">
                      <a16:colId xmlns:a16="http://schemas.microsoft.com/office/drawing/2014/main" val="2974635173"/>
                    </a:ext>
                  </a:extLst>
                </a:gridCol>
                <a:gridCol w="3051312">
                  <a:extLst>
                    <a:ext uri="{9D8B030D-6E8A-4147-A177-3AD203B41FA5}">
                      <a16:colId xmlns:a16="http://schemas.microsoft.com/office/drawing/2014/main" val="1547503218"/>
                    </a:ext>
                  </a:extLst>
                </a:gridCol>
              </a:tblGrid>
              <a:tr h="209575">
                <a:tc>
                  <a:txBody>
                    <a:bodyPr/>
                    <a:lstStyle/>
                    <a:p>
                      <a:pPr algn="l" fontAlgn="t">
                        <a:buNone/>
                      </a:pPr>
                      <a:r>
                        <a:rPr lang="en-US" sz="1200" b="1" dirty="0">
                          <a:effectLst/>
                        </a:rPr>
                        <a:t>Channel</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a:effectLst/>
                        </a:rPr>
                        <a:t>Updates Ownership</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dirty="0">
                          <a:effectLst/>
                        </a:rPr>
                        <a:t>Default cadence</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928406638"/>
                  </a:ext>
                </a:extLst>
              </a:tr>
              <a:tr h="390437">
                <a:tc>
                  <a:txBody>
                    <a:bodyPr/>
                    <a:lstStyle/>
                    <a:p>
                      <a:pPr algn="l" fontAlgn="t">
                        <a:buNone/>
                      </a:pPr>
                      <a:r>
                        <a:rPr lang="en-US" sz="1100" dirty="0">
                          <a:effectLst/>
                          <a:latin typeface="SFMono-Regular"/>
                        </a:rPr>
                        <a:t>Unmanaged</a:t>
                      </a:r>
                      <a:endParaRPr lang="en-US" sz="1100" dirty="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OS driven security updates. AKS has no control over these updates.</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Nightly around 6AM UTC for Ubuntu and Azure Linux. Monthly for Windows.</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919003771"/>
                  </a:ext>
                </a:extLst>
              </a:tr>
              <a:tr h="519732">
                <a:tc>
                  <a:txBody>
                    <a:bodyPr/>
                    <a:lstStyle/>
                    <a:p>
                      <a:pPr algn="l" fontAlgn="t">
                        <a:buNone/>
                      </a:pPr>
                      <a:r>
                        <a:rPr lang="en-US" sz="1100">
                          <a:effectLst/>
                          <a:latin typeface="SFMono-Regular"/>
                        </a:rPr>
                        <a:t>SecurityPatch</a:t>
                      </a:r>
                      <a:endParaRPr lang="en-US" sz="110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AKS-tested, fully managed, and applied with safe deployment practices. For more information, see </a:t>
                      </a:r>
                      <a:r>
                        <a:rPr lang="en-US" sz="1100" u="none" strike="noStrike" dirty="0">
                          <a:solidFill>
                            <a:srgbClr val="0065B3"/>
                          </a:solidFill>
                          <a:effectLst/>
                          <a:hlinkClick r:id="rId3"/>
                        </a:rPr>
                        <a:t>Increased security and resiliency of Canonical workloads on Azure</a:t>
                      </a:r>
                      <a:r>
                        <a:rPr lang="en-US" sz="1100" dirty="0">
                          <a:effectLst/>
                        </a:rPr>
                        <a:t>.</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Typically faster than weekly, AKS determined cadence.</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689223146"/>
                  </a:ext>
                </a:extLst>
              </a:tr>
              <a:tr h="516834">
                <a:tc>
                  <a:txBody>
                    <a:bodyPr/>
                    <a:lstStyle/>
                    <a:p>
                      <a:pPr algn="l" fontAlgn="t">
                        <a:buNone/>
                      </a:pPr>
                      <a:r>
                        <a:rPr lang="en-US" sz="1100" dirty="0" err="1">
                          <a:effectLst/>
                          <a:latin typeface="SFMono-Regular"/>
                        </a:rPr>
                        <a:t>NodeImage</a:t>
                      </a:r>
                      <a:endParaRPr lang="en-US" sz="1100" dirty="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AKS-tested, fully managed, and applied with safe deployment practices. For more real time information on releases, look up </a:t>
                      </a:r>
                      <a:r>
                        <a:rPr lang="en-US" sz="1100" u="none" strike="noStrike" dirty="0">
                          <a:solidFill>
                            <a:srgbClr val="0065B3"/>
                          </a:solidFill>
                          <a:effectLst/>
                          <a:hlinkClick r:id="rId2"/>
                        </a:rPr>
                        <a:t>AKS Node Images in Release tracker</a:t>
                      </a:r>
                      <a:endParaRPr lang="en-US" sz="1100" dirty="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Weekly.</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88028748"/>
                  </a:ext>
                </a:extLst>
              </a:tr>
            </a:tbl>
          </a:graphicData>
        </a:graphic>
      </p:graphicFrame>
    </p:spTree>
    <p:extLst>
      <p:ext uri="{BB962C8B-B14F-4D97-AF65-F5344CB8AC3E}">
        <p14:creationId xmlns:p14="http://schemas.microsoft.com/office/powerpoint/2010/main" val="9927429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E8C9B8-5CAC-993C-3A7D-2AA5ED7326D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057A6C9-D146-0440-9CA0-CD93C43FF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0E928-6E4E-B839-77EE-BC6D74AD75AD}"/>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dirty="0"/>
              <a:t>Node OS </a:t>
            </a:r>
            <a:r>
              <a:rPr lang="en-US" sz="5100" kern="1200" dirty="0">
                <a:solidFill>
                  <a:schemeClr val="tx1"/>
                </a:solidFill>
                <a:latin typeface="+mj-lt"/>
                <a:ea typeface="+mj-ea"/>
                <a:cs typeface="+mj-cs"/>
              </a:rPr>
              <a:t>Upgrade Channels</a:t>
            </a:r>
          </a:p>
        </p:txBody>
      </p:sp>
      <p:sp>
        <p:nvSpPr>
          <p:cNvPr id="11" name="sketch line">
            <a:extLst>
              <a:ext uri="{FF2B5EF4-FFF2-40B4-BE49-F238E27FC236}">
                <a16:creationId xmlns:a16="http://schemas.microsoft.com/office/drawing/2014/main" id="{C51A1440-D757-28DC-BE98-02EAC22ECA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66557CD2-62E2-E9F4-8759-E67537EED00B}"/>
              </a:ext>
            </a:extLst>
          </p:cNvPr>
          <p:cNvGraphicFramePr>
            <a:graphicFrameLocks noGrp="1"/>
          </p:cNvGraphicFramePr>
          <p:nvPr/>
        </p:nvGraphicFramePr>
        <p:xfrm>
          <a:off x="1073426" y="2309498"/>
          <a:ext cx="10585174" cy="2013905"/>
        </p:xfrm>
        <a:graphic>
          <a:graphicData uri="http://schemas.openxmlformats.org/drawingml/2006/table">
            <a:tbl>
              <a:tblPr/>
              <a:tblGrid>
                <a:gridCol w="1269360">
                  <a:extLst>
                    <a:ext uri="{9D8B030D-6E8A-4147-A177-3AD203B41FA5}">
                      <a16:colId xmlns:a16="http://schemas.microsoft.com/office/drawing/2014/main" val="395839129"/>
                    </a:ext>
                  </a:extLst>
                </a:gridCol>
                <a:gridCol w="4023227">
                  <a:extLst>
                    <a:ext uri="{9D8B030D-6E8A-4147-A177-3AD203B41FA5}">
                      <a16:colId xmlns:a16="http://schemas.microsoft.com/office/drawing/2014/main" val="2989410726"/>
                    </a:ext>
                  </a:extLst>
                </a:gridCol>
                <a:gridCol w="3560663">
                  <a:extLst>
                    <a:ext uri="{9D8B030D-6E8A-4147-A177-3AD203B41FA5}">
                      <a16:colId xmlns:a16="http://schemas.microsoft.com/office/drawing/2014/main" val="457576642"/>
                    </a:ext>
                  </a:extLst>
                </a:gridCol>
                <a:gridCol w="1731924">
                  <a:extLst>
                    <a:ext uri="{9D8B030D-6E8A-4147-A177-3AD203B41FA5}">
                      <a16:colId xmlns:a16="http://schemas.microsoft.com/office/drawing/2014/main" val="1242468544"/>
                    </a:ext>
                  </a:extLst>
                </a:gridCol>
              </a:tblGrid>
              <a:tr h="412392">
                <a:tc>
                  <a:txBody>
                    <a:bodyPr/>
                    <a:lstStyle/>
                    <a:p>
                      <a:pPr algn="l" fontAlgn="t">
                        <a:buNone/>
                      </a:pPr>
                      <a:r>
                        <a:rPr lang="en-US" sz="1200" b="1" dirty="0">
                          <a:effectLst/>
                        </a:rPr>
                        <a:t>Property</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a:effectLst/>
                        </a:rPr>
                        <a:t>NodeImage Channel</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a:effectLst/>
                        </a:rPr>
                        <a:t>SecurityPatch Channel</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dirty="0">
                          <a:effectLst/>
                        </a:rPr>
                        <a:t>Recommended Channel</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162866946"/>
                  </a:ext>
                </a:extLst>
              </a:tr>
              <a:tr h="1187235">
                <a:tc>
                  <a:txBody>
                    <a:bodyPr/>
                    <a:lstStyle/>
                    <a:p>
                      <a:pPr algn="l" fontAlgn="t">
                        <a:buNone/>
                      </a:pPr>
                      <a:r>
                        <a:rPr lang="en-US" sz="1100" dirty="0">
                          <a:effectLst/>
                          <a:latin typeface="SFMono-Regular"/>
                        </a:rPr>
                        <a:t>Speed of shipping</a:t>
                      </a:r>
                      <a:endParaRPr lang="en-US" sz="1100" dirty="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The typical build, test, release, and rollout timelines for a new VHD can take approximately two weeks following safe deployment practices. Although in the event of CVEs, accelerated rollouts can occur on a case by case basis. The exact timing when a new VHD hits a region can be monitored via </a:t>
                      </a:r>
                      <a:r>
                        <a:rPr lang="en-US" sz="1100" u="none" strike="noStrike" dirty="0">
                          <a:solidFill>
                            <a:srgbClr val="0065B3"/>
                          </a:solidFill>
                          <a:effectLst/>
                          <a:hlinkClick r:id="rId2"/>
                        </a:rPr>
                        <a:t>release-tracker</a:t>
                      </a:r>
                      <a:r>
                        <a:rPr lang="en-US" sz="1100" dirty="0">
                          <a:effectLst/>
                        </a:rPr>
                        <a:t>.</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err="1">
                          <a:effectLst/>
                        </a:rPr>
                        <a:t>SecurityPatch</a:t>
                      </a:r>
                      <a:r>
                        <a:rPr lang="en-US" sz="1100" dirty="0">
                          <a:effectLst/>
                        </a:rPr>
                        <a:t> releases are relatively faster than </a:t>
                      </a:r>
                      <a:r>
                        <a:rPr lang="en-US" sz="1100" dirty="0" err="1">
                          <a:effectLst/>
                          <a:latin typeface="SFMono-Regular"/>
                        </a:rPr>
                        <a:t>NodeImage</a:t>
                      </a:r>
                      <a:r>
                        <a:rPr lang="en-US" sz="1100" dirty="0">
                          <a:effectLst/>
                        </a:rPr>
                        <a:t>, even with safe deployment practices. </a:t>
                      </a:r>
                      <a:r>
                        <a:rPr lang="en-US" sz="1100" dirty="0" err="1">
                          <a:effectLst/>
                        </a:rPr>
                        <a:t>SecurityPatch</a:t>
                      </a:r>
                      <a:r>
                        <a:rPr lang="en-US" sz="1100" dirty="0">
                          <a:effectLst/>
                        </a:rPr>
                        <a:t> has the advantage of 'Live-patching' in Linux environments, where patching leads to selective 'reimaging' and doesn't reimage every time a patch gets applied. Re-image if it happens is controlled by maintenance windows.</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latin typeface="SFMono-Regular"/>
                        </a:rPr>
                        <a:t>SecurityPatch</a:t>
                      </a:r>
                      <a:endParaRPr lang="en-US" sz="110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539562555"/>
                  </a:ext>
                </a:extLst>
              </a:tr>
              <a:tr h="374633">
                <a:tc>
                  <a:txBody>
                    <a:bodyPr/>
                    <a:lstStyle/>
                    <a:p>
                      <a:pPr algn="l" fontAlgn="t">
                        <a:buNone/>
                      </a:pPr>
                      <a:r>
                        <a:rPr lang="en-US" sz="1100">
                          <a:effectLst/>
                          <a:latin typeface="SFMono-Regular"/>
                        </a:rPr>
                        <a:t>Bugfixes</a:t>
                      </a:r>
                      <a:endParaRPr lang="en-US" sz="110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Carries bug fixes in addition to security fixes.</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Strictly carries only security fixes.</a:t>
                      </a: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err="1">
                          <a:effectLst/>
                          <a:latin typeface="SFMono-Regular"/>
                        </a:rPr>
                        <a:t>NodeImage</a:t>
                      </a:r>
                      <a:endParaRPr lang="en-US" sz="1100" dirty="0">
                        <a:effectLst/>
                      </a:endParaRPr>
                    </a:p>
                  </a:txBody>
                  <a:tcPr marL="50015" marR="50015" marT="25008" marB="25008">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214503860"/>
                  </a:ext>
                </a:extLst>
              </a:tr>
            </a:tbl>
          </a:graphicData>
        </a:graphic>
      </p:graphicFrame>
      <p:graphicFrame>
        <p:nvGraphicFramePr>
          <p:cNvPr id="5" name="Table 4">
            <a:extLst>
              <a:ext uri="{FF2B5EF4-FFF2-40B4-BE49-F238E27FC236}">
                <a16:creationId xmlns:a16="http://schemas.microsoft.com/office/drawing/2014/main" id="{860B603C-9A27-BE14-6FAA-6BE61AB98ED8}"/>
              </a:ext>
            </a:extLst>
          </p:cNvPr>
          <p:cNvGraphicFramePr>
            <a:graphicFrameLocks noGrp="1"/>
          </p:cNvGraphicFramePr>
          <p:nvPr/>
        </p:nvGraphicFramePr>
        <p:xfrm>
          <a:off x="1073427" y="4634847"/>
          <a:ext cx="10585173" cy="1679050"/>
        </p:xfrm>
        <a:graphic>
          <a:graphicData uri="http://schemas.openxmlformats.org/drawingml/2006/table">
            <a:tbl>
              <a:tblPr/>
              <a:tblGrid>
                <a:gridCol w="1302026">
                  <a:extLst>
                    <a:ext uri="{9D8B030D-6E8A-4147-A177-3AD203B41FA5}">
                      <a16:colId xmlns:a16="http://schemas.microsoft.com/office/drawing/2014/main" val="4150689233"/>
                    </a:ext>
                  </a:extLst>
                </a:gridCol>
                <a:gridCol w="6231835">
                  <a:extLst>
                    <a:ext uri="{9D8B030D-6E8A-4147-A177-3AD203B41FA5}">
                      <a16:colId xmlns:a16="http://schemas.microsoft.com/office/drawing/2014/main" val="2974635173"/>
                    </a:ext>
                  </a:extLst>
                </a:gridCol>
                <a:gridCol w="3051312">
                  <a:extLst>
                    <a:ext uri="{9D8B030D-6E8A-4147-A177-3AD203B41FA5}">
                      <a16:colId xmlns:a16="http://schemas.microsoft.com/office/drawing/2014/main" val="1547503218"/>
                    </a:ext>
                  </a:extLst>
                </a:gridCol>
              </a:tblGrid>
              <a:tr h="209575">
                <a:tc>
                  <a:txBody>
                    <a:bodyPr/>
                    <a:lstStyle/>
                    <a:p>
                      <a:pPr algn="l" fontAlgn="t">
                        <a:buNone/>
                      </a:pPr>
                      <a:r>
                        <a:rPr lang="en-US" sz="1200" b="1" dirty="0">
                          <a:effectLst/>
                        </a:rPr>
                        <a:t>Channel</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a:effectLst/>
                        </a:rPr>
                        <a:t>Updates Ownership</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200" b="1" dirty="0">
                          <a:effectLst/>
                        </a:rPr>
                        <a:t>Default cadence</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928406638"/>
                  </a:ext>
                </a:extLst>
              </a:tr>
              <a:tr h="390437">
                <a:tc>
                  <a:txBody>
                    <a:bodyPr/>
                    <a:lstStyle/>
                    <a:p>
                      <a:pPr algn="l" fontAlgn="t">
                        <a:buNone/>
                      </a:pPr>
                      <a:r>
                        <a:rPr lang="en-US" sz="1100" dirty="0">
                          <a:effectLst/>
                          <a:latin typeface="SFMono-Regular"/>
                        </a:rPr>
                        <a:t>Unmanaged</a:t>
                      </a:r>
                      <a:endParaRPr lang="en-US" sz="1100" dirty="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OS driven security updates. AKS has no control over these updates.</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Nightly around 6AM UTC for Ubuntu and Azure Linux. Monthly for Windows.</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919003771"/>
                  </a:ext>
                </a:extLst>
              </a:tr>
              <a:tr h="519732">
                <a:tc>
                  <a:txBody>
                    <a:bodyPr/>
                    <a:lstStyle/>
                    <a:p>
                      <a:pPr algn="l" fontAlgn="t">
                        <a:buNone/>
                      </a:pPr>
                      <a:r>
                        <a:rPr lang="en-US" sz="1100">
                          <a:effectLst/>
                          <a:latin typeface="SFMono-Regular"/>
                        </a:rPr>
                        <a:t>SecurityPatch</a:t>
                      </a:r>
                      <a:endParaRPr lang="en-US" sz="110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AKS-tested, fully managed, and applied with safe deployment practices. For more information, see </a:t>
                      </a:r>
                      <a:r>
                        <a:rPr lang="en-US" sz="1100" u="none" strike="noStrike" dirty="0">
                          <a:solidFill>
                            <a:srgbClr val="0065B3"/>
                          </a:solidFill>
                          <a:effectLst/>
                          <a:hlinkClick r:id="rId3"/>
                        </a:rPr>
                        <a:t>Increased security and resiliency of Canonical workloads on Azure</a:t>
                      </a:r>
                      <a:r>
                        <a:rPr lang="en-US" sz="1100" dirty="0">
                          <a:effectLst/>
                        </a:rPr>
                        <a:t>.</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a:effectLst/>
                        </a:rPr>
                        <a:t>Typically faster than weekly, AKS determined cadence.</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689223146"/>
                  </a:ext>
                </a:extLst>
              </a:tr>
              <a:tr h="516834">
                <a:tc>
                  <a:txBody>
                    <a:bodyPr/>
                    <a:lstStyle/>
                    <a:p>
                      <a:pPr algn="l" fontAlgn="t">
                        <a:buNone/>
                      </a:pPr>
                      <a:r>
                        <a:rPr lang="en-US" sz="1100" dirty="0" err="1">
                          <a:effectLst/>
                          <a:latin typeface="SFMono-Regular"/>
                        </a:rPr>
                        <a:t>NodeImage</a:t>
                      </a:r>
                      <a:endParaRPr lang="en-US" sz="1100" dirty="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AKS-tested, fully managed, and applied with safe deployment practices. For more real time information on releases, look up </a:t>
                      </a:r>
                      <a:r>
                        <a:rPr lang="en-US" sz="1100" u="none" strike="noStrike" dirty="0">
                          <a:solidFill>
                            <a:srgbClr val="0065B3"/>
                          </a:solidFill>
                          <a:effectLst/>
                          <a:hlinkClick r:id="rId2"/>
                        </a:rPr>
                        <a:t>AKS Node Images in Release tracker</a:t>
                      </a:r>
                      <a:endParaRPr lang="en-US" sz="1100" dirty="0">
                        <a:effectLst/>
                      </a:endParaRP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100" dirty="0">
                          <a:effectLst/>
                        </a:rPr>
                        <a:t>Weekly.</a:t>
                      </a:r>
                    </a:p>
                  </a:txBody>
                  <a:tcPr marL="62162" marR="62162" marT="31081" marB="31081">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88028748"/>
                  </a:ext>
                </a:extLst>
              </a:tr>
            </a:tbl>
          </a:graphicData>
        </a:graphic>
      </p:graphicFrame>
    </p:spTree>
    <p:extLst>
      <p:ext uri="{BB962C8B-B14F-4D97-AF65-F5344CB8AC3E}">
        <p14:creationId xmlns:p14="http://schemas.microsoft.com/office/powerpoint/2010/main" val="20742198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587095-8B4C-0D7C-65E6-E24E618C752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4815B8-C929-8DD5-9195-E59844096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FEBF2-68EA-80EB-8C0A-F7D7EE2D9958}"/>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dirty="0"/>
              <a:t>Node OS </a:t>
            </a:r>
            <a:r>
              <a:rPr lang="en-US" sz="5100" kern="1200" dirty="0">
                <a:solidFill>
                  <a:schemeClr val="tx1"/>
                </a:solidFill>
                <a:latin typeface="+mj-lt"/>
                <a:ea typeface="+mj-ea"/>
                <a:cs typeface="+mj-cs"/>
              </a:rPr>
              <a:t>Upgrade Channels</a:t>
            </a:r>
          </a:p>
        </p:txBody>
      </p:sp>
      <p:sp>
        <p:nvSpPr>
          <p:cNvPr id="11" name="sketch line">
            <a:extLst>
              <a:ext uri="{FF2B5EF4-FFF2-40B4-BE49-F238E27FC236}">
                <a16:creationId xmlns:a16="http://schemas.microsoft.com/office/drawing/2014/main" id="{9375049F-1CC5-D359-DC12-0A4413432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7D4334-D6C7-7763-6F99-B79C8643E85B}"/>
              </a:ext>
            </a:extLst>
          </p:cNvPr>
          <p:cNvSpPr txBox="1"/>
          <p:nvPr/>
        </p:nvSpPr>
        <p:spPr>
          <a:xfrm>
            <a:off x="191841" y="2612887"/>
            <a:ext cx="12016751" cy="3693319"/>
          </a:xfrm>
          <a:prstGeom prst="rect">
            <a:avLst/>
          </a:prstGeom>
          <a:noFill/>
        </p:spPr>
        <p:txBody>
          <a:bodyPr wrap="none" rtlCol="0">
            <a:spAutoFit/>
          </a:bodyPr>
          <a:lstStyle/>
          <a:p>
            <a:r>
              <a:rPr lang="en-US" dirty="0" err="1"/>
              <a:t>az</a:t>
            </a:r>
            <a:r>
              <a:rPr lang="en-US" dirty="0"/>
              <a:t> </a:t>
            </a:r>
            <a:r>
              <a:rPr lang="en-US" dirty="0" err="1"/>
              <a:t>aks</a:t>
            </a:r>
            <a:r>
              <a:rPr lang="en-US" dirty="0"/>
              <a:t> update --resource-group &lt;Resource-Group&gt; --name &lt;Cluster-Name&gt; --auto-upgrade-channel </a:t>
            </a:r>
            <a:r>
              <a:rPr lang="en-US" b="1" dirty="0"/>
              <a:t>stable</a:t>
            </a:r>
          </a:p>
          <a:p>
            <a:r>
              <a:rPr lang="en-US" dirty="0" err="1"/>
              <a:t>az</a:t>
            </a:r>
            <a:r>
              <a:rPr lang="en-US" dirty="0"/>
              <a:t> </a:t>
            </a:r>
            <a:r>
              <a:rPr lang="en-US" dirty="0" err="1"/>
              <a:t>aks</a:t>
            </a:r>
            <a:r>
              <a:rPr lang="en-US" dirty="0"/>
              <a:t> update --resource-group &lt;Resource-Group&gt; --name &lt;Cluster-Name&gt; --node-</a:t>
            </a:r>
            <a:r>
              <a:rPr lang="en-US" dirty="0" err="1"/>
              <a:t>os</a:t>
            </a:r>
            <a:r>
              <a:rPr lang="en-US" dirty="0"/>
              <a:t>-upgrade-channel </a:t>
            </a:r>
            <a:r>
              <a:rPr lang="en-US" b="1" dirty="0" err="1"/>
              <a:t>SecurityPatch</a:t>
            </a:r>
            <a:endParaRPr lang="en-US" b="1" dirty="0"/>
          </a:p>
          <a:p>
            <a:endParaRPr lang="en-US" dirty="0"/>
          </a:p>
          <a:p>
            <a:r>
              <a:rPr lang="en-US" dirty="0" err="1"/>
              <a:t>az</a:t>
            </a:r>
            <a:r>
              <a:rPr lang="en-US" dirty="0"/>
              <a:t> </a:t>
            </a:r>
            <a:r>
              <a:rPr lang="en-US" dirty="0" err="1"/>
              <a:t>aks</a:t>
            </a:r>
            <a:r>
              <a:rPr lang="en-US" dirty="0"/>
              <a:t> </a:t>
            </a:r>
            <a:r>
              <a:rPr lang="en-US" dirty="0" err="1"/>
              <a:t>maintenanceconfiguration</a:t>
            </a:r>
            <a:r>
              <a:rPr lang="en-US" dirty="0"/>
              <a:t> add --resource-group &lt;Resource-Group&gt; --cluster-name &lt;Cluster-Name&gt; </a:t>
            </a:r>
          </a:p>
          <a:p>
            <a:r>
              <a:rPr lang="en-US" dirty="0"/>
              <a:t>--name </a:t>
            </a:r>
            <a:r>
              <a:rPr lang="en-US" dirty="0" err="1"/>
              <a:t>aksManagedAutoUpgradeSchedule</a:t>
            </a:r>
            <a:r>
              <a:rPr lang="en-US" dirty="0"/>
              <a:t> --schedule-type Weekly --day-of-week Saturday --interval-weeks 3 </a:t>
            </a:r>
          </a:p>
          <a:p>
            <a:r>
              <a:rPr lang="en-US" dirty="0"/>
              <a:t>--duration 8 --</a:t>
            </a:r>
            <a:r>
              <a:rPr lang="en-US" dirty="0" err="1"/>
              <a:t>utc</a:t>
            </a:r>
            <a:r>
              <a:rPr lang="en-US" dirty="0"/>
              <a:t>-offset +03:00 --start-time 15:00</a:t>
            </a:r>
          </a:p>
          <a:p>
            <a:endParaRPr lang="en-US" dirty="0"/>
          </a:p>
          <a:p>
            <a:r>
              <a:rPr lang="en-US" dirty="0" err="1"/>
              <a:t>az</a:t>
            </a:r>
            <a:r>
              <a:rPr lang="en-US" dirty="0"/>
              <a:t> </a:t>
            </a:r>
            <a:r>
              <a:rPr lang="en-US" dirty="0" err="1"/>
              <a:t>aks</a:t>
            </a:r>
            <a:r>
              <a:rPr lang="en-US" dirty="0"/>
              <a:t> </a:t>
            </a:r>
            <a:r>
              <a:rPr lang="en-US" dirty="0" err="1"/>
              <a:t>maintenanceconfiguration</a:t>
            </a:r>
            <a:r>
              <a:rPr lang="en-US" dirty="0"/>
              <a:t> add --resource-group &lt;Resource-Group&gt; --cluster-name &lt;Cluster-Name&gt; </a:t>
            </a:r>
          </a:p>
          <a:p>
            <a:r>
              <a:rPr lang="en-US" dirty="0"/>
              <a:t>--name </a:t>
            </a:r>
            <a:r>
              <a:rPr lang="en-US" dirty="0" err="1"/>
              <a:t>aksManagedNodeOSUpgradeSchedule</a:t>
            </a:r>
            <a:r>
              <a:rPr lang="en-US" dirty="0"/>
              <a:t> --schedule-type Weekly --day-of-week Saturday --interval-weeks 3 </a:t>
            </a:r>
          </a:p>
          <a:p>
            <a:r>
              <a:rPr lang="en-US" dirty="0"/>
              <a:t>--duration 8 --</a:t>
            </a:r>
            <a:r>
              <a:rPr lang="en-US" dirty="0" err="1"/>
              <a:t>utc</a:t>
            </a:r>
            <a:r>
              <a:rPr lang="en-US" dirty="0"/>
              <a:t>-offset +03:00 --start-time 17:00</a:t>
            </a:r>
          </a:p>
          <a:p>
            <a:br>
              <a:rPr lang="en-US" dirty="0"/>
            </a:br>
            <a:endParaRPr lang="en-US" dirty="0"/>
          </a:p>
          <a:p>
            <a:endParaRPr lang="en-US" dirty="0"/>
          </a:p>
        </p:txBody>
      </p:sp>
    </p:spTree>
    <p:extLst>
      <p:ext uri="{BB962C8B-B14F-4D97-AF65-F5344CB8AC3E}">
        <p14:creationId xmlns:p14="http://schemas.microsoft.com/office/powerpoint/2010/main" val="3049912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D9175B-F63F-1E8A-A798-CD5D1E048C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02FCCD6-1607-404C-4FE3-6ED971DFD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6FAEED-C387-49E7-3D50-1ADD62DC80E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a:t>Node OS </a:t>
            </a:r>
            <a:r>
              <a:rPr lang="en-US" sz="5100" kern="1200">
                <a:solidFill>
                  <a:schemeClr val="tx1"/>
                </a:solidFill>
                <a:latin typeface="+mj-lt"/>
                <a:ea typeface="+mj-ea"/>
                <a:cs typeface="+mj-cs"/>
              </a:rPr>
              <a:t>Upgrade Channels</a:t>
            </a:r>
            <a:endParaRPr lang="en-US" sz="5100" kern="1200" dirty="0">
              <a:solidFill>
                <a:schemeClr val="tx1"/>
              </a:solidFill>
              <a:latin typeface="+mj-lt"/>
              <a:ea typeface="+mj-ea"/>
              <a:cs typeface="+mj-cs"/>
            </a:endParaRPr>
          </a:p>
        </p:txBody>
      </p:sp>
      <p:sp>
        <p:nvSpPr>
          <p:cNvPr id="11" name="sketch line">
            <a:extLst>
              <a:ext uri="{FF2B5EF4-FFF2-40B4-BE49-F238E27FC236}">
                <a16:creationId xmlns:a16="http://schemas.microsoft.com/office/drawing/2014/main" id="{F0846D3D-036E-7444-17A6-407E92D90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9A65671-7C2B-8CEB-2E5C-0E4DD0DADDAA}"/>
              </a:ext>
            </a:extLst>
          </p:cNvPr>
          <p:cNvPicPr>
            <a:picLocks noChangeAspect="1"/>
          </p:cNvPicPr>
          <p:nvPr/>
        </p:nvPicPr>
        <p:blipFill>
          <a:blip r:embed="rId2"/>
          <a:stretch>
            <a:fillRect/>
          </a:stretch>
        </p:blipFill>
        <p:spPr>
          <a:xfrm>
            <a:off x="409963" y="2215840"/>
            <a:ext cx="11536671" cy="1395869"/>
          </a:xfrm>
          <a:prstGeom prst="rect">
            <a:avLst/>
          </a:prstGeom>
        </p:spPr>
      </p:pic>
      <p:pic>
        <p:nvPicPr>
          <p:cNvPr id="8" name="Picture 7">
            <a:extLst>
              <a:ext uri="{FF2B5EF4-FFF2-40B4-BE49-F238E27FC236}">
                <a16:creationId xmlns:a16="http://schemas.microsoft.com/office/drawing/2014/main" id="{33D4CC6B-548E-4D58-780A-CBD4197F2D8A}"/>
              </a:ext>
            </a:extLst>
          </p:cNvPr>
          <p:cNvPicPr>
            <a:picLocks noChangeAspect="1"/>
          </p:cNvPicPr>
          <p:nvPr/>
        </p:nvPicPr>
        <p:blipFill>
          <a:blip r:embed="rId3"/>
          <a:stretch>
            <a:fillRect/>
          </a:stretch>
        </p:blipFill>
        <p:spPr>
          <a:xfrm>
            <a:off x="409963" y="3967582"/>
            <a:ext cx="11584144" cy="2041457"/>
          </a:xfrm>
          <a:prstGeom prst="rect">
            <a:avLst/>
          </a:prstGeom>
        </p:spPr>
      </p:pic>
    </p:spTree>
    <p:extLst>
      <p:ext uri="{BB962C8B-B14F-4D97-AF65-F5344CB8AC3E}">
        <p14:creationId xmlns:p14="http://schemas.microsoft.com/office/powerpoint/2010/main" val="413828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C729D5-FE2D-2054-F419-8AEAFF43EBCB}"/>
              </a:ext>
            </a:extLst>
          </p:cNvPr>
          <p:cNvSpPr txBox="1"/>
          <p:nvPr/>
        </p:nvSpPr>
        <p:spPr>
          <a:xfrm>
            <a:off x="197126" y="5777951"/>
            <a:ext cx="11797748" cy="861774"/>
          </a:xfrm>
          <a:prstGeom prst="rect">
            <a:avLst/>
          </a:prstGeom>
          <a:noFill/>
        </p:spPr>
        <p:txBody>
          <a:bodyPr wrap="square">
            <a:spAutoFit/>
          </a:bodyPr>
          <a:lstStyle/>
          <a:p>
            <a:r>
              <a:rPr lang="en-US" sz="1000" dirty="0">
                <a:latin typeface="Consolas" panose="020B0609020204030204" pitchFamily="49" charset="0"/>
              </a:rPr>
              <a:t>NAME                                 STATUS   ROLES    AGE     VERSION   INTERNAL-IP   EXTERNAL-IP   OS-IMAGE             KERNEL-VERSION      CONTAINER-RUNTIME</a:t>
            </a:r>
          </a:p>
          <a:p>
            <a:r>
              <a:rPr lang="en-US" sz="1000" dirty="0">
                <a:latin typeface="Consolas" panose="020B0609020204030204" pitchFamily="49" charset="0"/>
              </a:rPr>
              <a:t>aks-mynodepool-10752158-vmss000000   Ready    &lt;none&gt;   16m     v1.33.5   10.224.0.62   &lt;none&gt;        Ubuntu 22.04.5 LTS   5.15.0-1102-azure   containerd://1.7.29-1</a:t>
            </a:r>
          </a:p>
          <a:p>
            <a:r>
              <a:rPr lang="en-US" sz="1000" dirty="0">
                <a:latin typeface="Consolas" panose="020B0609020204030204" pitchFamily="49" charset="0"/>
              </a:rPr>
              <a:t>aks-mynodepool-10752158-vmss000001   Ready    &lt;none&gt;   14m     v1.33.5   10.224.0.91   &lt;none&gt;        Ubuntu 22.04.5 LTS   5.15.0-1102-azure   containerd://1.7.29-1</a:t>
            </a:r>
          </a:p>
          <a:p>
            <a:r>
              <a:rPr lang="en-US" sz="1000" dirty="0">
                <a:latin typeface="Consolas" panose="020B0609020204030204" pitchFamily="49" charset="0"/>
              </a:rPr>
              <a:t>aks-nodepool1-19712471-vmss000000    Ready    &lt;none&gt;   6m15s   v1.33.5   10.224.0.33   &lt;none&gt;        Ubuntu 22.04.5 LTS   5.15.0-1102-azure   containerd://1.7.29-1</a:t>
            </a:r>
          </a:p>
          <a:p>
            <a:r>
              <a:rPr lang="en-US" sz="1000" dirty="0">
                <a:latin typeface="Consolas" panose="020B0609020204030204" pitchFamily="49" charset="0"/>
              </a:rPr>
              <a:t>aks-nodepool1-19712471-vmss000001    Ready    &lt;none&gt;   2m47s   v1.33.5   10.224.0.4    &lt;none&gt;        Ubuntu 22.04.5 LTS   5.15.0-1102-azure   containerd://1.7.29-1</a:t>
            </a:r>
          </a:p>
        </p:txBody>
      </p:sp>
      <p:sp>
        <p:nvSpPr>
          <p:cNvPr id="6" name="TextBox 5">
            <a:extLst>
              <a:ext uri="{FF2B5EF4-FFF2-40B4-BE49-F238E27FC236}">
                <a16:creationId xmlns:a16="http://schemas.microsoft.com/office/drawing/2014/main" id="{2C0FF816-432C-0544-F85D-6FD76C2C436E}"/>
              </a:ext>
            </a:extLst>
          </p:cNvPr>
          <p:cNvSpPr txBox="1"/>
          <p:nvPr/>
        </p:nvSpPr>
        <p:spPr>
          <a:xfrm>
            <a:off x="197126" y="851939"/>
            <a:ext cx="11887200" cy="4401205"/>
          </a:xfrm>
          <a:prstGeom prst="rect">
            <a:avLst/>
          </a:prstGeom>
          <a:noFill/>
        </p:spPr>
        <p:txBody>
          <a:bodyPr wrap="square">
            <a:spAutoFit/>
          </a:bodyPr>
          <a:lstStyle/>
          <a:p>
            <a:r>
              <a:rPr lang="en-US" sz="1000" dirty="0">
                <a:latin typeface="Consolas" panose="020B0609020204030204" pitchFamily="49" charset="0"/>
              </a:rPr>
              <a:t>LAST SEEN   TYPE      REASON    OBJECT                                    MESSAGE</a:t>
            </a:r>
          </a:p>
          <a:p>
            <a:r>
              <a:rPr lang="en-US" sz="1000" dirty="0">
                <a:latin typeface="Consolas" panose="020B0609020204030204" pitchFamily="49" charset="0"/>
              </a:rPr>
              <a:t>19m         Normal    Cordon    node/aks-mynodepool-10752158-vmss000000   Cordoning node aks-mynodepool-10752158-vmss000000</a:t>
            </a:r>
          </a:p>
          <a:p>
            <a:r>
              <a:rPr lang="en-US" sz="1000" dirty="0">
                <a:latin typeface="Consolas" panose="020B0609020204030204" pitchFamily="49" charset="0"/>
              </a:rPr>
              <a:t>19m         Normal    Cordon    node/aks-mynodepool-10752158-vmss000000   Cordoned node aks-mynodepool-10752158-vmss000000</a:t>
            </a:r>
          </a:p>
          <a:p>
            <a:r>
              <a:rPr lang="en-US" sz="1000" dirty="0">
                <a:latin typeface="Consolas" panose="020B0609020204030204" pitchFamily="49" charset="0"/>
              </a:rPr>
              <a:t>19m         Normal    Drain     node/aks-mynodepool-10752158-vmss000000   Draining node: aks-mynodepool-10752158-vmss000000</a:t>
            </a:r>
          </a:p>
          <a:p>
            <a:r>
              <a:rPr lang="en-US" sz="1000" dirty="0">
                <a:latin typeface="Consolas" panose="020B0609020204030204" pitchFamily="49" charset="0"/>
              </a:rPr>
              <a:t>18m         Normal    Upgrade   node/aks-mynodepool-10752158-vmss000000   Deleting node aks-mynodepool-10752158-vmss000000 from API server</a:t>
            </a:r>
          </a:p>
          <a:p>
            <a:r>
              <a:rPr lang="en-US" sz="1000" dirty="0">
                <a:latin typeface="Consolas" panose="020B0609020204030204" pitchFamily="49" charset="0"/>
              </a:rPr>
              <a:t>16m         Normal    Cordon    node/aks-mynodepool-10752158-vmss000001   Cordoning node aks-mynodepool-10752158-vmss000001</a:t>
            </a:r>
          </a:p>
          <a:p>
            <a:r>
              <a:rPr lang="en-US" sz="1000" dirty="0">
                <a:latin typeface="Consolas" panose="020B0609020204030204" pitchFamily="49" charset="0"/>
              </a:rPr>
              <a:t>16m         Normal    Cordon    node/aks-mynodepool-10752158-vmss000001   Cordoned node aks-mynodepool-10752158-vmss000001</a:t>
            </a:r>
          </a:p>
          <a:p>
            <a:r>
              <a:rPr lang="en-US" sz="1000" dirty="0">
                <a:latin typeface="Consolas" panose="020B0609020204030204" pitchFamily="49" charset="0"/>
              </a:rPr>
              <a:t>16m         Normal    Drain     node/aks-mynodepool-10752158-vmss000001   Draining node: aks-mynodepool-10752158-vmss000001</a:t>
            </a:r>
          </a:p>
          <a:p>
            <a:r>
              <a:rPr lang="en-US" sz="1000" dirty="0">
                <a:latin typeface="Consolas" panose="020B0609020204030204" pitchFamily="49" charset="0"/>
              </a:rPr>
              <a:t>16m         Normal    Upgrade   node/aks-mynodepool-10752158-vmss000001   Deleting node aks-mynodepool-10752158-vmss000001 from API server</a:t>
            </a:r>
          </a:p>
          <a:p>
            <a:r>
              <a:rPr lang="en-US" sz="1000" dirty="0">
                <a:latin typeface="Consolas" panose="020B0609020204030204" pitchFamily="49" charset="0"/>
              </a:rPr>
              <a:t>14m         Normal    Surge     node/aks-mynodepool-10752158-vmss000002   Removing surge node: aks-mynodepool-10752158-vmss000002</a:t>
            </a:r>
          </a:p>
          <a:p>
            <a:r>
              <a:rPr lang="en-US" sz="1000" dirty="0">
                <a:latin typeface="Consolas" panose="020B0609020204030204" pitchFamily="49" charset="0"/>
              </a:rPr>
              <a:t>14m         Normal    Cordon    node/aks-mynodepool-10752158-vmss000002   Cordoning node aks-mynodepool-10752158-vmss000002</a:t>
            </a:r>
          </a:p>
          <a:p>
            <a:r>
              <a:rPr lang="en-US" sz="1000" dirty="0">
                <a:latin typeface="Consolas" panose="020B0609020204030204" pitchFamily="49" charset="0"/>
              </a:rPr>
              <a:t>14m         Normal    Cordon    node/aks-mynodepool-10752158-vmss000002   Cordoned node aks-mynodepool-10752158-vmss000002</a:t>
            </a:r>
          </a:p>
          <a:p>
            <a:r>
              <a:rPr lang="en-US" sz="1000" dirty="0">
                <a:latin typeface="Consolas" panose="020B0609020204030204" pitchFamily="49" charset="0"/>
              </a:rPr>
              <a:t>14m         Normal    Drain     node/aks-mynodepool-10752158-vmss000002   Draining node: aks-mynodepool-10752158-vmss000002</a:t>
            </a:r>
          </a:p>
          <a:p>
            <a:r>
              <a:rPr lang="en-US" sz="1000" dirty="0">
                <a:latin typeface="Consolas" panose="020B0609020204030204" pitchFamily="49" charset="0"/>
              </a:rPr>
              <a:t>8m51s       Normal    Cordon    node/aks-nodepool1-19712471-vmss000000    Cordoning node aks-nodepool1-19712471-vmss000000</a:t>
            </a:r>
          </a:p>
          <a:p>
            <a:r>
              <a:rPr lang="en-US" sz="1000" dirty="0">
                <a:latin typeface="Consolas" panose="020B0609020204030204" pitchFamily="49" charset="0"/>
              </a:rPr>
              <a:t>8m50s       Normal    Cordon    node/aks-nodepool1-19712471-vmss000000    Cordoned node aks-nodepool1-19712471-vmss000000</a:t>
            </a:r>
          </a:p>
          <a:p>
            <a:r>
              <a:rPr lang="en-US" sz="1000" dirty="0">
                <a:latin typeface="Consolas" panose="020B0609020204030204" pitchFamily="49" charset="0"/>
              </a:rPr>
              <a:t>8m50s       Normal    Drain     node/aks-nodepool1-19712471-vmss000000    Draining node: aks-nodepool1-19712471-vmss000000</a:t>
            </a:r>
          </a:p>
          <a:p>
            <a:r>
              <a:rPr lang="en-US" sz="1000" dirty="0">
                <a:latin typeface="Consolas" panose="020B0609020204030204" pitchFamily="49" charset="0"/>
              </a:rPr>
              <a:t>8m19s       Normal    Upgrade   node/aks-nodepool1-19712471-vmss000000    Deleting node aks-nodepool1-19712471-vmss000000 from API server</a:t>
            </a:r>
          </a:p>
          <a:p>
            <a:r>
              <a:rPr lang="en-US" sz="1000" dirty="0">
                <a:latin typeface="Consolas" panose="020B0609020204030204" pitchFamily="49" charset="0"/>
              </a:rPr>
              <a:t>6m28s       Normal    Cordon    node/aks-nodepool1-19712471-vmss000001    Cordoning node aks-nodepool1-19712471-vmss000001</a:t>
            </a:r>
          </a:p>
          <a:p>
            <a:r>
              <a:rPr lang="en-US" sz="1000" dirty="0">
                <a:latin typeface="Consolas" panose="020B0609020204030204" pitchFamily="49" charset="0"/>
              </a:rPr>
              <a:t>6m28s       Normal    Cordon    node/aks-nodepool1-19712471-vmss000001    Cordoned node aks-nodepool1-19712471-vmss000001</a:t>
            </a:r>
          </a:p>
          <a:p>
            <a:r>
              <a:rPr lang="en-US" sz="1000" dirty="0">
                <a:latin typeface="Consolas" panose="020B0609020204030204" pitchFamily="49" charset="0"/>
              </a:rPr>
              <a:t>6m28s       Normal    Drain     node/aks-nodepool1-19712471-vmss000001    Draining node: aks-nodepool1-19712471-vmss000001</a:t>
            </a:r>
          </a:p>
          <a:p>
            <a:r>
              <a:rPr lang="en-US" sz="1000" dirty="0">
                <a:latin typeface="Consolas" panose="020B0609020204030204" pitchFamily="49" charset="0"/>
              </a:rPr>
              <a:t>6m17s       Warning   Drain     node/aks-nodepool1-19712471-vmss000001    Eviction blocked by Too Many Requests (usually a </a:t>
            </a:r>
            <a:r>
              <a:rPr lang="en-US" sz="1000" dirty="0" err="1">
                <a:latin typeface="Consolas" panose="020B0609020204030204" pitchFamily="49" charset="0"/>
              </a:rPr>
              <a:t>pdb</a:t>
            </a:r>
            <a:r>
              <a:rPr lang="en-US" sz="1000" dirty="0">
                <a:latin typeface="Consolas" panose="020B0609020204030204" pitchFamily="49" charset="0"/>
              </a:rPr>
              <a:t>): konnectivity-agent-7b94d95b97-dkk67</a:t>
            </a:r>
          </a:p>
          <a:p>
            <a:r>
              <a:rPr lang="en-US" sz="1000" dirty="0">
                <a:latin typeface="Consolas" panose="020B0609020204030204" pitchFamily="49" charset="0"/>
              </a:rPr>
              <a:t>5m27s       Warning   Drain     node/aks-nodepool1-19712471-vmss000001    Eviction blocked by Too Many Requests (usually a </a:t>
            </a:r>
            <a:r>
              <a:rPr lang="en-US" sz="1000" dirty="0" err="1">
                <a:latin typeface="Consolas" panose="020B0609020204030204" pitchFamily="49" charset="0"/>
              </a:rPr>
              <a:t>pdb</a:t>
            </a:r>
            <a:r>
              <a:rPr lang="en-US" sz="1000" dirty="0">
                <a:latin typeface="Consolas" panose="020B0609020204030204" pitchFamily="49" charset="0"/>
              </a:rPr>
              <a:t>): metrics-server-7577897796-h9h7k</a:t>
            </a:r>
          </a:p>
          <a:p>
            <a:r>
              <a:rPr lang="en-US" sz="1000" dirty="0">
                <a:latin typeface="Consolas" panose="020B0609020204030204" pitchFamily="49" charset="0"/>
              </a:rPr>
              <a:t>6m17s       Warning   Drain     node/aks-nodepool1-19712471-vmss000001    Eviction blocked by Too Many Requests (usually a </a:t>
            </a:r>
            <a:r>
              <a:rPr lang="en-US" sz="1000" dirty="0" err="1">
                <a:latin typeface="Consolas" panose="020B0609020204030204" pitchFamily="49" charset="0"/>
              </a:rPr>
              <a:t>pdb</a:t>
            </a:r>
            <a:r>
              <a:rPr lang="en-US" sz="1000" dirty="0">
                <a:latin typeface="Consolas" panose="020B0609020204030204" pitchFamily="49" charset="0"/>
              </a:rPr>
              <a:t>): coredns-5b5b89b58c-7w8tv</a:t>
            </a:r>
          </a:p>
          <a:p>
            <a:r>
              <a:rPr lang="en-US" sz="1000" dirty="0">
                <a:latin typeface="Consolas" panose="020B0609020204030204" pitchFamily="49" charset="0"/>
              </a:rPr>
              <a:t>4m46s       Normal    Upgrade   node/aks-nodepool1-19712471-vmss000001    Deleting node aks-nodepool1-19712471-vmss000001 from API server</a:t>
            </a:r>
          </a:p>
          <a:p>
            <a:r>
              <a:rPr lang="en-US" sz="1000" dirty="0">
                <a:latin typeface="Consolas" panose="020B0609020204030204" pitchFamily="49" charset="0"/>
              </a:rPr>
              <a:t>3m7s        Normal    Surge     node/aks-nodepool1-19712471-vmss000002    Removing surge node: aks-nodepool1-19712471-vmss000002</a:t>
            </a:r>
          </a:p>
          <a:p>
            <a:r>
              <a:rPr lang="en-US" sz="1000" dirty="0">
                <a:latin typeface="Consolas" panose="020B0609020204030204" pitchFamily="49" charset="0"/>
              </a:rPr>
              <a:t>3m7s        Normal    Cordon    node/aks-nodepool1-19712471-vmss000002    Cordoning node aks-nodepool1-19712471-vmss000002</a:t>
            </a:r>
          </a:p>
          <a:p>
            <a:r>
              <a:rPr lang="en-US" sz="1000" dirty="0">
                <a:latin typeface="Consolas" panose="020B0609020204030204" pitchFamily="49" charset="0"/>
              </a:rPr>
              <a:t>3m7s        Normal    Cordon    node/aks-nodepool1-19712471-vmss000002    Cordoned node aks-nodepool1-19712471-vmss000002</a:t>
            </a:r>
          </a:p>
          <a:p>
            <a:r>
              <a:rPr lang="en-US" sz="1000" dirty="0">
                <a:latin typeface="Consolas" panose="020B0609020204030204" pitchFamily="49" charset="0"/>
              </a:rPr>
              <a:t>3m7s        Normal    Drain     node/aks-nodepool1-19712471-vmss000002    Draining node: aks-nodepool1-19712471-vmss000002</a:t>
            </a:r>
          </a:p>
        </p:txBody>
      </p:sp>
      <p:sp>
        <p:nvSpPr>
          <p:cNvPr id="7" name="TextBox 6">
            <a:extLst>
              <a:ext uri="{FF2B5EF4-FFF2-40B4-BE49-F238E27FC236}">
                <a16:creationId xmlns:a16="http://schemas.microsoft.com/office/drawing/2014/main" id="{4B83A1A6-E198-9952-962F-EA09877CD4DA}"/>
              </a:ext>
            </a:extLst>
          </p:cNvPr>
          <p:cNvSpPr txBox="1"/>
          <p:nvPr/>
        </p:nvSpPr>
        <p:spPr>
          <a:xfrm>
            <a:off x="197126" y="440636"/>
            <a:ext cx="7372659" cy="369332"/>
          </a:xfrm>
          <a:prstGeom prst="rect">
            <a:avLst/>
          </a:prstGeom>
          <a:noFill/>
        </p:spPr>
        <p:txBody>
          <a:bodyPr wrap="none" rtlCol="0">
            <a:spAutoFit/>
          </a:bodyPr>
          <a:lstStyle/>
          <a:p>
            <a:r>
              <a:rPr lang="en-US" b="1" dirty="0"/>
              <a:t>Upgrade Events (</a:t>
            </a:r>
            <a:r>
              <a:rPr lang="en-US" b="1" dirty="0" err="1"/>
              <a:t>kubectl</a:t>
            </a:r>
            <a:r>
              <a:rPr lang="en-US" b="1" dirty="0"/>
              <a:t> get events --field-selector source=upgrader)</a:t>
            </a:r>
          </a:p>
        </p:txBody>
      </p:sp>
      <p:sp>
        <p:nvSpPr>
          <p:cNvPr id="8" name="TextBox 7">
            <a:extLst>
              <a:ext uri="{FF2B5EF4-FFF2-40B4-BE49-F238E27FC236}">
                <a16:creationId xmlns:a16="http://schemas.microsoft.com/office/drawing/2014/main" id="{F3F3DAF5-1FB8-20A0-0FC8-9CC6089F4F2B}"/>
              </a:ext>
            </a:extLst>
          </p:cNvPr>
          <p:cNvSpPr txBox="1"/>
          <p:nvPr/>
        </p:nvSpPr>
        <p:spPr>
          <a:xfrm>
            <a:off x="197126" y="5402229"/>
            <a:ext cx="4420954" cy="369332"/>
          </a:xfrm>
          <a:prstGeom prst="rect">
            <a:avLst/>
          </a:prstGeom>
          <a:noFill/>
        </p:spPr>
        <p:txBody>
          <a:bodyPr wrap="none" rtlCol="0">
            <a:spAutoFit/>
          </a:bodyPr>
          <a:lstStyle/>
          <a:p>
            <a:r>
              <a:rPr lang="en-US" b="1" dirty="0"/>
              <a:t>Cluster Nodes (</a:t>
            </a:r>
            <a:r>
              <a:rPr lang="en-US" b="1" dirty="0" err="1"/>
              <a:t>kubectl</a:t>
            </a:r>
            <a:r>
              <a:rPr lang="en-US" b="1" dirty="0"/>
              <a:t> get node -o wide)</a:t>
            </a:r>
          </a:p>
        </p:txBody>
      </p:sp>
    </p:spTree>
    <p:extLst>
      <p:ext uri="{BB962C8B-B14F-4D97-AF65-F5344CB8AC3E}">
        <p14:creationId xmlns:p14="http://schemas.microsoft.com/office/powerpoint/2010/main" val="4037468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80B05B-650B-AEAA-B802-8BF76D02E7A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D4E70F-74E8-3AD6-19CB-84AA205951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6E19809-205C-F318-8534-2AF4CFDDA37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06873462-11CB-EEFB-C7EA-BBF6FAB9CD19}"/>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Automatic Upgrade with Maintenance Window</a:t>
            </a:r>
          </a:p>
        </p:txBody>
      </p:sp>
      <p:sp>
        <p:nvSpPr>
          <p:cNvPr id="10" name="sketch line">
            <a:extLst>
              <a:ext uri="{FF2B5EF4-FFF2-40B4-BE49-F238E27FC236}">
                <a16:creationId xmlns:a16="http://schemas.microsoft.com/office/drawing/2014/main" id="{3D419B12-93A7-37FC-CFF6-88712A781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930660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54F4E26-D1F3-EC07-4782-463CFD06FAD1}"/>
              </a:ext>
            </a:extLst>
          </p:cNvPr>
          <p:cNvSpPr>
            <a:spLocks noGrp="1"/>
          </p:cNvSpPr>
          <p:nvPr>
            <p:ph idx="1"/>
          </p:nvPr>
        </p:nvSpPr>
        <p:spPr>
          <a:xfrm>
            <a:off x="4447308" y="591344"/>
            <a:ext cx="6906491" cy="5585619"/>
          </a:xfrm>
        </p:spPr>
        <p:txBody>
          <a:bodyPr anchor="ctr">
            <a:normAutofit/>
          </a:bodyPr>
          <a:lstStyle/>
          <a:p>
            <a:pPr marL="0" indent="0">
              <a:buNone/>
            </a:pPr>
            <a:r>
              <a:rPr lang="en-US"/>
              <a:t>Questions ?</a:t>
            </a:r>
          </a:p>
        </p:txBody>
      </p:sp>
    </p:spTree>
    <p:extLst>
      <p:ext uri="{BB962C8B-B14F-4D97-AF65-F5344CB8AC3E}">
        <p14:creationId xmlns:p14="http://schemas.microsoft.com/office/powerpoint/2010/main" val="1936368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299C4-A57F-F76F-A252-0BDFCC66E67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9EAD09-A52B-3F40-20A0-992FD5B02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3C6766D-7230-6D6A-2178-AFEA6D3E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25">
            <a:extLst>
              <a:ext uri="{FF2B5EF4-FFF2-40B4-BE49-F238E27FC236}">
                <a16:creationId xmlns:a16="http://schemas.microsoft.com/office/drawing/2014/main" id="{7098CF42-3639-BD0B-AB92-5E94C9F7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9BE6953-44A8-E351-F8C5-9B2D6522B55D}"/>
              </a:ext>
            </a:extLst>
          </p:cNvPr>
          <p:cNvSpPr>
            <a:spLocks noGrp="1"/>
          </p:cNvSpPr>
          <p:nvPr>
            <p:ph idx="1"/>
          </p:nvPr>
        </p:nvSpPr>
        <p:spPr>
          <a:xfrm>
            <a:off x="4447308" y="591344"/>
            <a:ext cx="6906491" cy="5585619"/>
          </a:xfrm>
        </p:spPr>
        <p:txBody>
          <a:bodyPr anchor="ctr">
            <a:normAutofit/>
          </a:bodyPr>
          <a:lstStyle/>
          <a:p>
            <a:pPr marL="0" indent="0">
              <a:buNone/>
            </a:pPr>
            <a:r>
              <a:rPr lang="en-US" dirty="0"/>
              <a:t>Thank you</a:t>
            </a:r>
          </a:p>
        </p:txBody>
      </p:sp>
    </p:spTree>
    <p:extLst>
      <p:ext uri="{BB962C8B-B14F-4D97-AF65-F5344CB8AC3E}">
        <p14:creationId xmlns:p14="http://schemas.microsoft.com/office/powerpoint/2010/main" val="140918432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1637</TotalTime>
  <Words>4404</Words>
  <Application>Microsoft Office PowerPoint</Application>
  <PresentationFormat>Widescreen</PresentationFormat>
  <Paragraphs>627</Paragraphs>
  <Slides>55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Aptos</vt:lpstr>
      <vt:lpstr>Aptos Display</vt:lpstr>
      <vt:lpstr>Arial</vt:lpstr>
      <vt:lpstr>Calibri</vt:lpstr>
      <vt:lpstr>Consolas</vt:lpstr>
      <vt:lpstr>Segoe UI</vt:lpstr>
      <vt:lpstr>SFMono-Regular</vt:lpstr>
      <vt:lpstr>1_Office Theme</vt:lpstr>
      <vt:lpstr>AKS Workshop</vt:lpstr>
      <vt:lpstr>Versions and Upgrades</vt:lpstr>
      <vt:lpstr>AKS Versioning</vt:lpstr>
      <vt:lpstr>AKS Versioning</vt:lpstr>
      <vt:lpstr>AKS Component Versioning</vt:lpstr>
      <vt:lpstr>Versioning and Updates for AKS Components</vt:lpstr>
      <vt:lpstr>Upgrade Node Pools</vt:lpstr>
      <vt:lpstr>Upgrade Node Pools</vt:lpstr>
      <vt:lpstr>Upgrade Node Pools</vt:lpstr>
      <vt:lpstr>Upgrade Node Pools</vt:lpstr>
      <vt:lpstr>Upgrade Node Pools</vt:lpstr>
      <vt:lpstr>Upgrade AKS &amp; Node Pools</vt:lpstr>
      <vt:lpstr>Upgrade Node Pools</vt:lpstr>
      <vt:lpstr>Upgrade AKS OS Only</vt:lpstr>
      <vt:lpstr>Update Node Pool OS Image Only</vt:lpstr>
      <vt:lpstr>Upgrade an AKS Cluster</vt:lpstr>
      <vt:lpstr>Upgrade an AKS Cluster</vt:lpstr>
      <vt:lpstr>Rolling Upgrade</vt:lpstr>
      <vt:lpstr>Step 1: Initial setup</vt:lpstr>
      <vt:lpstr>Step 2: Cordon and drain first node</vt:lpstr>
      <vt:lpstr>Step 3: Upgrade first node</vt:lpstr>
      <vt:lpstr>Step 4: Cordon and drain second node</vt:lpstr>
      <vt:lpstr>Step 5: Remove surge node</vt:lpstr>
      <vt:lpstr>Final State</vt:lpstr>
      <vt:lpstr>Enforcing Rolling Upgrade</vt:lpstr>
      <vt:lpstr>DEMO</vt:lpstr>
      <vt:lpstr>Upgrade with Pod Disruption</vt:lpstr>
      <vt:lpstr>Step 1: Initial setup</vt:lpstr>
      <vt:lpstr>Step 2: Attempt to drain first node (blocked)</vt:lpstr>
      <vt:lpstr>Step 3: Proceed to second node</vt:lpstr>
      <vt:lpstr>Step 4: Proceed to second node</vt:lpstr>
      <vt:lpstr>Step 5: One Surge node becomes permanent replacement as another gets removed</vt:lpstr>
      <vt:lpstr>Final State</vt:lpstr>
      <vt:lpstr>(*): Resolve undrainable nodes 1/2</vt:lpstr>
      <vt:lpstr>(*): Resolve undrainable nodes 2/2</vt:lpstr>
      <vt:lpstr>Manuel Blue-Green Upgrade</vt:lpstr>
      <vt:lpstr>Step 1: Create green node pool</vt:lpstr>
      <vt:lpstr>Step 2: Manually cordon blue nodes</vt:lpstr>
      <vt:lpstr>Step 3 A: Manually drain blue nodes</vt:lpstr>
      <vt:lpstr>Step 3 B: Manually drain blue nodes</vt:lpstr>
      <vt:lpstr>Step 4: Validate and decide</vt:lpstr>
      <vt:lpstr>Step 5 A: Commit (success)</vt:lpstr>
      <vt:lpstr>Step 5 B: Rollback (Issues detected)</vt:lpstr>
      <vt:lpstr>DEMO</vt:lpstr>
      <vt:lpstr>Automate Upgrades</vt:lpstr>
      <vt:lpstr>Cluster Autoupgrade Channels</vt:lpstr>
      <vt:lpstr>Node OS Upgrade Channels</vt:lpstr>
      <vt:lpstr>Node OS Upgrade Channels</vt:lpstr>
      <vt:lpstr>Node OS Upgrade Channels</vt:lpstr>
      <vt:lpstr>Node OS Upgrade Channels</vt:lpstr>
      <vt:lpstr>Node OS Upgrade Channels</vt:lpstr>
      <vt:lpstr>PowerPoint Presentation</vt:lpstr>
      <vt:lpstr>DEMO</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Faik Hakan Bilgen</dc:creator>
  <cp:lastModifiedBy>Faik Hakan Bilgen</cp:lastModifiedBy>
  <cp:revision>1</cp:revision>
  <dcterms:created xsi:type="dcterms:W3CDTF">2026-01-16T08:37:14Z</dcterms:created>
  <dcterms:modified xsi:type="dcterms:W3CDTF">2026-01-17T12:39:55Z</dcterms:modified>
</cp:coreProperties>
</file>