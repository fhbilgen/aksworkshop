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53"/>
  </p:notesMasterIdLst>
  <p:sldIdLst>
    <p:sldId id="256" r:id="rId3"/>
    <p:sldId id="282" r:id="rId4"/>
    <p:sldId id="274" r:id="rId5"/>
    <p:sldId id="337" r:id="rId6"/>
    <p:sldId id="336" r:id="rId7"/>
    <p:sldId id="338" r:id="rId8"/>
    <p:sldId id="343" r:id="rId9"/>
    <p:sldId id="279" r:id="rId10"/>
    <p:sldId id="360" r:id="rId11"/>
    <p:sldId id="361" r:id="rId12"/>
    <p:sldId id="339" r:id="rId13"/>
    <p:sldId id="340" r:id="rId14"/>
    <p:sldId id="341" r:id="rId15"/>
    <p:sldId id="344" r:id="rId16"/>
    <p:sldId id="363" r:id="rId17"/>
    <p:sldId id="364" r:id="rId18"/>
    <p:sldId id="370" r:id="rId19"/>
    <p:sldId id="366" r:id="rId20"/>
    <p:sldId id="367" r:id="rId21"/>
    <p:sldId id="368" r:id="rId22"/>
    <p:sldId id="353" r:id="rId23"/>
    <p:sldId id="369" r:id="rId24"/>
    <p:sldId id="345" r:id="rId25"/>
    <p:sldId id="346" r:id="rId26"/>
    <p:sldId id="349" r:id="rId27"/>
    <p:sldId id="350" r:id="rId28"/>
    <p:sldId id="351" r:id="rId29"/>
    <p:sldId id="352" r:id="rId30"/>
    <p:sldId id="358" r:id="rId31"/>
    <p:sldId id="359" r:id="rId32"/>
    <p:sldId id="371" r:id="rId33"/>
    <p:sldId id="372" r:id="rId34"/>
    <p:sldId id="373" r:id="rId35"/>
    <p:sldId id="374" r:id="rId36"/>
    <p:sldId id="375" r:id="rId37"/>
    <p:sldId id="354" r:id="rId38"/>
    <p:sldId id="376" r:id="rId39"/>
    <p:sldId id="377" r:id="rId40"/>
    <p:sldId id="378" r:id="rId41"/>
    <p:sldId id="356" r:id="rId42"/>
    <p:sldId id="357" r:id="rId43"/>
    <p:sldId id="379" r:id="rId44"/>
    <p:sldId id="380" r:id="rId45"/>
    <p:sldId id="381" r:id="rId46"/>
    <p:sldId id="382" r:id="rId47"/>
    <p:sldId id="383" r:id="rId48"/>
    <p:sldId id="384" r:id="rId49"/>
    <p:sldId id="385" r:id="rId50"/>
    <p:sldId id="334" r:id="rId51"/>
    <p:sldId id="335"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B96E70-969F-46D9-AD3D-3D2BF050D83C}" v="60" dt="2026-02-04T06:49:53.7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60"/>
  </p:normalViewPr>
  <p:slideViewPr>
    <p:cSldViewPr snapToGrid="0">
      <p:cViewPr varScale="1">
        <p:scale>
          <a:sx n="104" d="100"/>
          <a:sy n="104" d="100"/>
        </p:scale>
        <p:origin x="88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ik bilgen" userId="9fcb1696e65a161f" providerId="LiveId" clId="{0C3A4C9E-717D-4ADE-97E0-B0AD580B3355}"/>
    <pc:docChg chg="undo custSel addSld delSld modSld sldOrd">
      <pc:chgData name="faik bilgen" userId="9fcb1696e65a161f" providerId="LiveId" clId="{0C3A4C9E-717D-4ADE-97E0-B0AD580B3355}" dt="2026-02-04T06:52:38.534" v="1321" actId="2890"/>
      <pc:docMkLst>
        <pc:docMk/>
      </pc:docMkLst>
      <pc:sldChg chg="add">
        <pc:chgData name="faik bilgen" userId="9fcb1696e65a161f" providerId="LiveId" clId="{0C3A4C9E-717D-4ADE-97E0-B0AD580B3355}" dt="2026-02-01T11:40:56.469" v="0"/>
        <pc:sldMkLst>
          <pc:docMk/>
          <pc:sldMk cId="1785283873" sldId="256"/>
        </pc:sldMkLst>
      </pc:sldChg>
      <pc:sldChg chg="modSp add mod modNotesTx">
        <pc:chgData name="faik bilgen" userId="9fcb1696e65a161f" providerId="LiveId" clId="{0C3A4C9E-717D-4ADE-97E0-B0AD580B3355}" dt="2026-02-01T11:55:38.686" v="54"/>
        <pc:sldMkLst>
          <pc:docMk/>
          <pc:sldMk cId="612358189" sldId="274"/>
        </pc:sldMkLst>
        <pc:spChg chg="mod">
          <ac:chgData name="faik bilgen" userId="9fcb1696e65a161f" providerId="LiveId" clId="{0C3A4C9E-717D-4ADE-97E0-B0AD580B3355}" dt="2026-02-01T11:49:32.763" v="16" actId="27636"/>
          <ac:spMkLst>
            <pc:docMk/>
            <pc:sldMk cId="612358189" sldId="274"/>
            <ac:spMk id="2" creationId="{CC9149DD-8BB7-1EAE-4C79-A44E2E30068A}"/>
          </ac:spMkLst>
        </pc:spChg>
        <pc:spChg chg="mod">
          <ac:chgData name="faik bilgen" userId="9fcb1696e65a161f" providerId="LiveId" clId="{0C3A4C9E-717D-4ADE-97E0-B0AD580B3355}" dt="2026-02-01T11:52:00.932" v="30" actId="113"/>
          <ac:spMkLst>
            <pc:docMk/>
            <pc:sldMk cId="612358189" sldId="274"/>
            <ac:spMk id="3" creationId="{3832FE40-9216-3877-8297-23F75598F452}"/>
          </ac:spMkLst>
        </pc:spChg>
      </pc:sldChg>
      <pc:sldChg chg="add">
        <pc:chgData name="faik bilgen" userId="9fcb1696e65a161f" providerId="LiveId" clId="{0C3A4C9E-717D-4ADE-97E0-B0AD580B3355}" dt="2026-02-01T11:56:00.452" v="56"/>
        <pc:sldMkLst>
          <pc:docMk/>
          <pc:sldMk cId="2540744057" sldId="279"/>
        </pc:sldMkLst>
      </pc:sldChg>
      <pc:sldChg chg="modSp add mod">
        <pc:chgData name="faik bilgen" userId="9fcb1696e65a161f" providerId="LiveId" clId="{0C3A4C9E-717D-4ADE-97E0-B0AD580B3355}" dt="2026-02-01T11:41:06.538" v="10" actId="20577"/>
        <pc:sldMkLst>
          <pc:docMk/>
          <pc:sldMk cId="4292313360" sldId="282"/>
        </pc:sldMkLst>
        <pc:spChg chg="mod">
          <ac:chgData name="faik bilgen" userId="9fcb1696e65a161f" providerId="LiveId" clId="{0C3A4C9E-717D-4ADE-97E0-B0AD580B3355}" dt="2026-02-01T11:41:06.538" v="10" actId="20577"/>
          <ac:spMkLst>
            <pc:docMk/>
            <pc:sldMk cId="4292313360" sldId="282"/>
            <ac:spMk id="2" creationId="{DD27CCCF-AE7A-25E7-BFFF-0DA25929D339}"/>
          </ac:spMkLst>
        </pc:spChg>
      </pc:sldChg>
      <pc:sldChg chg="add">
        <pc:chgData name="faik bilgen" userId="9fcb1696e65a161f" providerId="LiveId" clId="{0C3A4C9E-717D-4ADE-97E0-B0AD580B3355}" dt="2026-02-01T11:41:20.173" v="11"/>
        <pc:sldMkLst>
          <pc:docMk/>
          <pc:sldMk cId="1936368771" sldId="334"/>
        </pc:sldMkLst>
      </pc:sldChg>
      <pc:sldChg chg="add">
        <pc:chgData name="faik bilgen" userId="9fcb1696e65a161f" providerId="LiveId" clId="{0C3A4C9E-717D-4ADE-97E0-B0AD580B3355}" dt="2026-02-01T11:41:20.173" v="11"/>
        <pc:sldMkLst>
          <pc:docMk/>
          <pc:sldMk cId="1409184322" sldId="335"/>
        </pc:sldMkLst>
      </pc:sldChg>
      <pc:sldChg chg="modSp add mod modNotesTx">
        <pc:chgData name="faik bilgen" userId="9fcb1696e65a161f" providerId="LiveId" clId="{0C3A4C9E-717D-4ADE-97E0-B0AD580B3355}" dt="2026-02-01T11:59:05.750" v="82" actId="113"/>
        <pc:sldMkLst>
          <pc:docMk/>
          <pc:sldMk cId="3271061646" sldId="336"/>
        </pc:sldMkLst>
        <pc:spChg chg="mod">
          <ac:chgData name="faik bilgen" userId="9fcb1696e65a161f" providerId="LiveId" clId="{0C3A4C9E-717D-4ADE-97E0-B0AD580B3355}" dt="2026-02-01T11:54:59.428" v="49" actId="20577"/>
          <ac:spMkLst>
            <pc:docMk/>
            <pc:sldMk cId="3271061646" sldId="336"/>
            <ac:spMk id="2" creationId="{87B8481D-78BF-3FAE-A093-7B7D52B15AEA}"/>
          </ac:spMkLst>
        </pc:spChg>
        <pc:spChg chg="mod">
          <ac:chgData name="faik bilgen" userId="9fcb1696e65a161f" providerId="LiveId" clId="{0C3A4C9E-717D-4ADE-97E0-B0AD580B3355}" dt="2026-02-01T11:59:05.750" v="82" actId="113"/>
          <ac:spMkLst>
            <pc:docMk/>
            <pc:sldMk cId="3271061646" sldId="336"/>
            <ac:spMk id="3" creationId="{A5A6B60B-DBBC-2739-752F-6FDD9AA89A87}"/>
          </ac:spMkLst>
        </pc:spChg>
      </pc:sldChg>
      <pc:sldChg chg="modSp add mod ord modNotesTx">
        <pc:chgData name="faik bilgen" userId="9fcb1696e65a161f" providerId="LiveId" clId="{0C3A4C9E-717D-4ADE-97E0-B0AD580B3355}" dt="2026-02-01T11:58:13.067" v="72" actId="113"/>
        <pc:sldMkLst>
          <pc:docMk/>
          <pc:sldMk cId="2287551965" sldId="337"/>
        </pc:sldMkLst>
        <pc:spChg chg="mod">
          <ac:chgData name="faik bilgen" userId="9fcb1696e65a161f" providerId="LiveId" clId="{0C3A4C9E-717D-4ADE-97E0-B0AD580B3355}" dt="2026-02-01T11:58:13.067" v="72" actId="113"/>
          <ac:spMkLst>
            <pc:docMk/>
            <pc:sldMk cId="2287551965" sldId="337"/>
            <ac:spMk id="3" creationId="{E07BABDB-4407-E86C-6FB3-5E7A8C25C451}"/>
          </ac:spMkLst>
        </pc:spChg>
      </pc:sldChg>
      <pc:sldChg chg="modSp add mod modNotesTx">
        <pc:chgData name="faik bilgen" userId="9fcb1696e65a161f" providerId="LiveId" clId="{0C3A4C9E-717D-4ADE-97E0-B0AD580B3355}" dt="2026-02-01T12:04:21.006" v="91" actId="113"/>
        <pc:sldMkLst>
          <pc:docMk/>
          <pc:sldMk cId="3517484827" sldId="338"/>
        </pc:sldMkLst>
        <pc:spChg chg="mod">
          <ac:chgData name="faik bilgen" userId="9fcb1696e65a161f" providerId="LiveId" clId="{0C3A4C9E-717D-4ADE-97E0-B0AD580B3355}" dt="2026-02-01T12:04:21.006" v="91" actId="113"/>
          <ac:spMkLst>
            <pc:docMk/>
            <pc:sldMk cId="3517484827" sldId="338"/>
            <ac:spMk id="3" creationId="{D5099ADD-E2F5-9471-6B1A-91CF9AEA4BDE}"/>
          </ac:spMkLst>
        </pc:spChg>
      </pc:sldChg>
      <pc:sldChg chg="modSp add mod ord">
        <pc:chgData name="faik bilgen" userId="9fcb1696e65a161f" providerId="LiveId" clId="{0C3A4C9E-717D-4ADE-97E0-B0AD580B3355}" dt="2026-02-03T15:11:08.913" v="944" actId="20577"/>
        <pc:sldMkLst>
          <pc:docMk/>
          <pc:sldMk cId="1582167079" sldId="339"/>
        </pc:sldMkLst>
        <pc:spChg chg="mod">
          <ac:chgData name="faik bilgen" userId="9fcb1696e65a161f" providerId="LiveId" clId="{0C3A4C9E-717D-4ADE-97E0-B0AD580B3355}" dt="2026-02-03T15:11:08.913" v="944" actId="20577"/>
          <ac:spMkLst>
            <pc:docMk/>
            <pc:sldMk cId="1582167079" sldId="339"/>
            <ac:spMk id="2" creationId="{29FFF78D-AB6A-04E6-EEE2-784F7ECCF432}"/>
          </ac:spMkLst>
        </pc:spChg>
        <pc:spChg chg="mod">
          <ac:chgData name="faik bilgen" userId="9fcb1696e65a161f" providerId="LiveId" clId="{0C3A4C9E-717D-4ADE-97E0-B0AD580B3355}" dt="2026-02-01T12:31:46.413" v="123" actId="27636"/>
          <ac:spMkLst>
            <pc:docMk/>
            <pc:sldMk cId="1582167079" sldId="339"/>
            <ac:spMk id="3" creationId="{DE016F71-6083-73B1-3D01-A6F4D7F444E7}"/>
          </ac:spMkLst>
        </pc:spChg>
      </pc:sldChg>
      <pc:sldChg chg="addSp delSp modSp add mod ord modNotesTx">
        <pc:chgData name="faik bilgen" userId="9fcb1696e65a161f" providerId="LiveId" clId="{0C3A4C9E-717D-4ADE-97E0-B0AD580B3355}" dt="2026-02-03T15:08:48.158" v="925"/>
        <pc:sldMkLst>
          <pc:docMk/>
          <pc:sldMk cId="1560495099" sldId="340"/>
        </pc:sldMkLst>
        <pc:spChg chg="mod">
          <ac:chgData name="faik bilgen" userId="9fcb1696e65a161f" providerId="LiveId" clId="{0C3A4C9E-717D-4ADE-97E0-B0AD580B3355}" dt="2026-02-03T05:32:10.585" v="160" actId="20577"/>
          <ac:spMkLst>
            <pc:docMk/>
            <pc:sldMk cId="1560495099" sldId="340"/>
            <ac:spMk id="2" creationId="{D84CC69C-0C6F-2CF6-F198-F52F44F2193C}"/>
          </ac:spMkLst>
        </pc:spChg>
        <pc:spChg chg="del">
          <ac:chgData name="faik bilgen" userId="9fcb1696e65a161f" providerId="LiveId" clId="{0C3A4C9E-717D-4ADE-97E0-B0AD580B3355}" dt="2026-02-03T05:24:54.589" v="147" actId="478"/>
          <ac:spMkLst>
            <pc:docMk/>
            <pc:sldMk cId="1560495099" sldId="340"/>
            <ac:spMk id="3" creationId="{B40F1F0D-7F45-A09E-82F7-290BED843775}"/>
          </ac:spMkLst>
        </pc:spChg>
        <pc:spChg chg="add del mod">
          <ac:chgData name="faik bilgen" userId="9fcb1696e65a161f" providerId="LiveId" clId="{0C3A4C9E-717D-4ADE-97E0-B0AD580B3355}" dt="2026-02-03T05:24:58.475" v="148" actId="478"/>
          <ac:spMkLst>
            <pc:docMk/>
            <pc:sldMk cId="1560495099" sldId="340"/>
            <ac:spMk id="5" creationId="{9B66675D-144C-EF97-6F34-D42D426A50DD}"/>
          </ac:spMkLst>
        </pc:spChg>
        <pc:picChg chg="add mod">
          <ac:chgData name="faik bilgen" userId="9fcb1696e65a161f" providerId="LiveId" clId="{0C3A4C9E-717D-4ADE-97E0-B0AD580B3355}" dt="2026-02-03T14:04:18.235" v="870" actId="14100"/>
          <ac:picMkLst>
            <pc:docMk/>
            <pc:sldMk cId="1560495099" sldId="340"/>
            <ac:picMk id="6" creationId="{4F6F491F-347B-051C-7C2F-4ADAFC95D95C}"/>
          </ac:picMkLst>
        </pc:picChg>
        <pc:picChg chg="add mod">
          <ac:chgData name="faik bilgen" userId="9fcb1696e65a161f" providerId="LiveId" clId="{0C3A4C9E-717D-4ADE-97E0-B0AD580B3355}" dt="2026-02-03T05:33:29.120" v="164" actId="1076"/>
          <ac:picMkLst>
            <pc:docMk/>
            <pc:sldMk cId="1560495099" sldId="340"/>
            <ac:picMk id="8" creationId="{3125D18F-BC00-D80A-4ACF-36B41B7DAF4C}"/>
          </ac:picMkLst>
        </pc:picChg>
      </pc:sldChg>
      <pc:sldChg chg="addSp delSp modSp add mod ord">
        <pc:chgData name="faik bilgen" userId="9fcb1696e65a161f" providerId="LiveId" clId="{0C3A4C9E-717D-4ADE-97E0-B0AD580B3355}" dt="2026-02-03T15:08:48.158" v="925"/>
        <pc:sldMkLst>
          <pc:docMk/>
          <pc:sldMk cId="4204346367" sldId="341"/>
        </pc:sldMkLst>
        <pc:spChg chg="mod">
          <ac:chgData name="faik bilgen" userId="9fcb1696e65a161f" providerId="LiveId" clId="{0C3A4C9E-717D-4ADE-97E0-B0AD580B3355}" dt="2026-02-03T05:36:10.553" v="175" actId="20577"/>
          <ac:spMkLst>
            <pc:docMk/>
            <pc:sldMk cId="4204346367" sldId="341"/>
            <ac:spMk id="2" creationId="{A3BAD216-ABEE-4F79-A1F9-37139AA69DB4}"/>
          </ac:spMkLst>
        </pc:spChg>
        <pc:picChg chg="add mod">
          <ac:chgData name="faik bilgen" userId="9fcb1696e65a161f" providerId="LiveId" clId="{0C3A4C9E-717D-4ADE-97E0-B0AD580B3355}" dt="2026-02-03T14:04:08.573" v="869" actId="14100"/>
          <ac:picMkLst>
            <pc:docMk/>
            <pc:sldMk cId="4204346367" sldId="341"/>
            <ac:picMk id="3" creationId="{26F6C7F2-9B63-FE5F-D869-D37CA8A18F17}"/>
          </ac:picMkLst>
        </pc:picChg>
        <pc:picChg chg="add mod">
          <ac:chgData name="faik bilgen" userId="9fcb1696e65a161f" providerId="LiveId" clId="{0C3A4C9E-717D-4ADE-97E0-B0AD580B3355}" dt="2026-02-03T14:04:02.116" v="867" actId="1076"/>
          <ac:picMkLst>
            <pc:docMk/>
            <pc:sldMk cId="4204346367" sldId="341"/>
            <ac:picMk id="5" creationId="{30B2A816-752F-025B-B24D-9B2D039A4D18}"/>
          </ac:picMkLst>
        </pc:picChg>
        <pc:picChg chg="del">
          <ac:chgData name="faik bilgen" userId="9fcb1696e65a161f" providerId="LiveId" clId="{0C3A4C9E-717D-4ADE-97E0-B0AD580B3355}" dt="2026-02-03T05:36:18.570" v="176" actId="478"/>
          <ac:picMkLst>
            <pc:docMk/>
            <pc:sldMk cId="4204346367" sldId="341"/>
            <ac:picMk id="6" creationId="{2C27D28F-B719-4F32-5C30-36C890618C1B}"/>
          </ac:picMkLst>
        </pc:picChg>
        <pc:picChg chg="del">
          <ac:chgData name="faik bilgen" userId="9fcb1696e65a161f" providerId="LiveId" clId="{0C3A4C9E-717D-4ADE-97E0-B0AD580B3355}" dt="2026-02-03T05:36:20.775" v="177" actId="478"/>
          <ac:picMkLst>
            <pc:docMk/>
            <pc:sldMk cId="4204346367" sldId="341"/>
            <ac:picMk id="8" creationId="{E77E9C89-2002-12F7-6442-98E9D87C6612}"/>
          </ac:picMkLst>
        </pc:picChg>
      </pc:sldChg>
      <pc:sldChg chg="addSp delSp modSp add del mod">
        <pc:chgData name="faik bilgen" userId="9fcb1696e65a161f" providerId="LiveId" clId="{0C3A4C9E-717D-4ADE-97E0-B0AD580B3355}" dt="2026-02-03T08:14:31.854" v="251" actId="47"/>
        <pc:sldMkLst>
          <pc:docMk/>
          <pc:sldMk cId="1827926502" sldId="342"/>
        </pc:sldMkLst>
        <pc:spChg chg="mod">
          <ac:chgData name="faik bilgen" userId="9fcb1696e65a161f" providerId="LiveId" clId="{0C3A4C9E-717D-4ADE-97E0-B0AD580B3355}" dt="2026-02-03T06:00:57.290" v="215" actId="20577"/>
          <ac:spMkLst>
            <pc:docMk/>
            <pc:sldMk cId="1827926502" sldId="342"/>
            <ac:spMk id="2" creationId="{9F29A204-E53C-14FE-161A-E3C1F23A6F38}"/>
          </ac:spMkLst>
        </pc:spChg>
        <pc:spChg chg="add mod">
          <ac:chgData name="faik bilgen" userId="9fcb1696e65a161f" providerId="LiveId" clId="{0C3A4C9E-717D-4ADE-97E0-B0AD580B3355}" dt="2026-02-03T06:01:59.731" v="219" actId="20577"/>
          <ac:spMkLst>
            <pc:docMk/>
            <pc:sldMk cId="1827926502" sldId="342"/>
            <ac:spMk id="4" creationId="{820452E8-2142-CE27-F4B9-C7BFA08233C0}"/>
          </ac:spMkLst>
        </pc:spChg>
        <pc:picChg chg="del">
          <ac:chgData name="faik bilgen" userId="9fcb1696e65a161f" providerId="LiveId" clId="{0C3A4C9E-717D-4ADE-97E0-B0AD580B3355}" dt="2026-02-03T06:00:43.168" v="182" actId="478"/>
          <ac:picMkLst>
            <pc:docMk/>
            <pc:sldMk cId="1827926502" sldId="342"/>
            <ac:picMk id="3" creationId="{6C465204-288D-D564-9F70-056F1269905B}"/>
          </ac:picMkLst>
        </pc:picChg>
      </pc:sldChg>
      <pc:sldChg chg="modSp add mod ord">
        <pc:chgData name="faik bilgen" userId="9fcb1696e65a161f" providerId="LiveId" clId="{0C3A4C9E-717D-4ADE-97E0-B0AD580B3355}" dt="2026-02-03T08:14:15.933" v="250" actId="27636"/>
        <pc:sldMkLst>
          <pc:docMk/>
          <pc:sldMk cId="1116433385" sldId="343"/>
        </pc:sldMkLst>
        <pc:spChg chg="mod">
          <ac:chgData name="faik bilgen" userId="9fcb1696e65a161f" providerId="LiveId" clId="{0C3A4C9E-717D-4ADE-97E0-B0AD580B3355}" dt="2026-02-03T08:08:26.703" v="223" actId="20577"/>
          <ac:spMkLst>
            <pc:docMk/>
            <pc:sldMk cId="1116433385" sldId="343"/>
            <ac:spMk id="2" creationId="{123537F9-D71E-BE74-A9A9-0CCA91A27DC6}"/>
          </ac:spMkLst>
        </pc:spChg>
        <pc:spChg chg="mod">
          <ac:chgData name="faik bilgen" userId="9fcb1696e65a161f" providerId="LiveId" clId="{0C3A4C9E-717D-4ADE-97E0-B0AD580B3355}" dt="2026-02-03T08:14:15.933" v="250" actId="27636"/>
          <ac:spMkLst>
            <pc:docMk/>
            <pc:sldMk cId="1116433385" sldId="343"/>
            <ac:spMk id="3" creationId="{CB3FE297-83D2-3AD5-D7C5-361027EE8097}"/>
          </ac:spMkLst>
        </pc:spChg>
      </pc:sldChg>
      <pc:sldChg chg="modSp add mod ord">
        <pc:chgData name="faik bilgen" userId="9fcb1696e65a161f" providerId="LiveId" clId="{0C3A4C9E-717D-4ADE-97E0-B0AD580B3355}" dt="2026-02-03T15:32:02.754" v="1030" actId="20577"/>
        <pc:sldMkLst>
          <pc:docMk/>
          <pc:sldMk cId="1079828564" sldId="344"/>
        </pc:sldMkLst>
        <pc:spChg chg="mod">
          <ac:chgData name="faik bilgen" userId="9fcb1696e65a161f" providerId="LiveId" clId="{0C3A4C9E-717D-4ADE-97E0-B0AD580B3355}" dt="2026-02-03T15:32:02.754" v="1030" actId="20577"/>
          <ac:spMkLst>
            <pc:docMk/>
            <pc:sldMk cId="1079828564" sldId="344"/>
            <ac:spMk id="2" creationId="{06E2841A-D822-35CC-152C-59CFA8EE8968}"/>
          </ac:spMkLst>
        </pc:spChg>
      </pc:sldChg>
      <pc:sldChg chg="addSp delSp modSp add mod ord modNotesTx">
        <pc:chgData name="faik bilgen" userId="9fcb1696e65a161f" providerId="LiveId" clId="{0C3A4C9E-717D-4ADE-97E0-B0AD580B3355}" dt="2026-02-03T15:29:19.006" v="1007"/>
        <pc:sldMkLst>
          <pc:docMk/>
          <pc:sldMk cId="3456989728" sldId="345"/>
        </pc:sldMkLst>
        <pc:spChg chg="mod">
          <ac:chgData name="faik bilgen" userId="9fcb1696e65a161f" providerId="LiveId" clId="{0C3A4C9E-717D-4ADE-97E0-B0AD580B3355}" dt="2026-02-03T08:24:40.740" v="276" actId="20577"/>
          <ac:spMkLst>
            <pc:docMk/>
            <pc:sldMk cId="3456989728" sldId="345"/>
            <ac:spMk id="2" creationId="{CC8A9D9C-9940-4D71-85F4-5BE94617533C}"/>
          </ac:spMkLst>
        </pc:spChg>
        <pc:spChg chg="del">
          <ac:chgData name="faik bilgen" userId="9fcb1696e65a161f" providerId="LiveId" clId="{0C3A4C9E-717D-4ADE-97E0-B0AD580B3355}" dt="2026-02-03T08:28:22.147" v="280" actId="478"/>
          <ac:spMkLst>
            <pc:docMk/>
            <pc:sldMk cId="3456989728" sldId="345"/>
            <ac:spMk id="3" creationId="{FCF73703-34EB-65D2-4949-E14E54548D1C}"/>
          </ac:spMkLst>
        </pc:spChg>
        <pc:spChg chg="add del mod">
          <ac:chgData name="faik bilgen" userId="9fcb1696e65a161f" providerId="LiveId" clId="{0C3A4C9E-717D-4ADE-97E0-B0AD580B3355}" dt="2026-02-03T08:28:27.460" v="281" actId="478"/>
          <ac:spMkLst>
            <pc:docMk/>
            <pc:sldMk cId="3456989728" sldId="345"/>
            <ac:spMk id="5" creationId="{0A8F6C30-4E04-0445-5601-15B2C33F80C6}"/>
          </ac:spMkLst>
        </pc:spChg>
        <pc:spChg chg="add mod">
          <ac:chgData name="faik bilgen" userId="9fcb1696e65a161f" providerId="LiveId" clId="{0C3A4C9E-717D-4ADE-97E0-B0AD580B3355}" dt="2026-02-03T10:58:50.467" v="438" actId="1036"/>
          <ac:spMkLst>
            <pc:docMk/>
            <pc:sldMk cId="3456989728" sldId="345"/>
            <ac:spMk id="8" creationId="{DF471623-7DDE-F7BD-0277-B7CD0239EB07}"/>
          </ac:spMkLst>
        </pc:spChg>
        <pc:picChg chg="add mod">
          <ac:chgData name="faik bilgen" userId="9fcb1696e65a161f" providerId="LiveId" clId="{0C3A4C9E-717D-4ADE-97E0-B0AD580B3355}" dt="2026-02-03T10:58:54" v="456" actId="1035"/>
          <ac:picMkLst>
            <pc:docMk/>
            <pc:sldMk cId="3456989728" sldId="345"/>
            <ac:picMk id="7" creationId="{500CBDCF-85C0-7F93-F877-F39AF0281571}"/>
          </ac:picMkLst>
        </pc:picChg>
        <pc:picChg chg="add mod">
          <ac:chgData name="faik bilgen" userId="9fcb1696e65a161f" providerId="LiveId" clId="{0C3A4C9E-717D-4ADE-97E0-B0AD580B3355}" dt="2026-02-03T10:59:05.286" v="460" actId="1076"/>
          <ac:picMkLst>
            <pc:docMk/>
            <pc:sldMk cId="3456989728" sldId="345"/>
            <ac:picMk id="10" creationId="{83F2218A-88E0-6A1A-AE66-3BAC5347EB35}"/>
          </ac:picMkLst>
        </pc:picChg>
      </pc:sldChg>
      <pc:sldChg chg="addSp delSp modSp add mod ord">
        <pc:chgData name="faik bilgen" userId="9fcb1696e65a161f" providerId="LiveId" clId="{0C3A4C9E-717D-4ADE-97E0-B0AD580B3355}" dt="2026-02-03T15:29:19.006" v="1007"/>
        <pc:sldMkLst>
          <pc:docMk/>
          <pc:sldMk cId="6724489" sldId="346"/>
        </pc:sldMkLst>
        <pc:spChg chg="add mod">
          <ac:chgData name="faik bilgen" userId="9fcb1696e65a161f" providerId="LiveId" clId="{0C3A4C9E-717D-4ADE-97E0-B0AD580B3355}" dt="2026-02-03T09:53:47.673" v="384" actId="947"/>
          <ac:spMkLst>
            <pc:docMk/>
            <pc:sldMk cId="6724489" sldId="346"/>
            <ac:spMk id="4" creationId="{F6B02AC6-2CCB-D1CF-9672-93675872B418}"/>
          </ac:spMkLst>
        </pc:spChg>
        <pc:spChg chg="del">
          <ac:chgData name="faik bilgen" userId="9fcb1696e65a161f" providerId="LiveId" clId="{0C3A4C9E-717D-4ADE-97E0-B0AD580B3355}" dt="2026-02-03T08:39:32.004" v="294" actId="478"/>
          <ac:spMkLst>
            <pc:docMk/>
            <pc:sldMk cId="6724489" sldId="346"/>
            <ac:spMk id="8" creationId="{DA20F987-6AFD-0980-97AA-0D1DB965C8EF}"/>
          </ac:spMkLst>
        </pc:spChg>
        <pc:picChg chg="add del mod">
          <ac:chgData name="faik bilgen" userId="9fcb1696e65a161f" providerId="LiveId" clId="{0C3A4C9E-717D-4ADE-97E0-B0AD580B3355}" dt="2026-02-03T10:00:52.507" v="390" actId="478"/>
          <ac:picMkLst>
            <pc:docMk/>
            <pc:sldMk cId="6724489" sldId="346"/>
            <ac:picMk id="5" creationId="{B972C576-76F9-3B10-0C14-0593E5F5DD33}"/>
          </ac:picMkLst>
        </pc:picChg>
        <pc:picChg chg="add del mod modCrop">
          <ac:chgData name="faik bilgen" userId="9fcb1696e65a161f" providerId="LiveId" clId="{0C3A4C9E-717D-4ADE-97E0-B0AD580B3355}" dt="2026-02-03T10:00:27.282" v="385" actId="478"/>
          <ac:picMkLst>
            <pc:docMk/>
            <pc:sldMk cId="6724489" sldId="346"/>
            <ac:picMk id="6" creationId="{472F7523-4E50-884F-AA93-317B6F041BBC}"/>
          </ac:picMkLst>
        </pc:picChg>
        <pc:picChg chg="del">
          <ac:chgData name="faik bilgen" userId="9fcb1696e65a161f" providerId="LiveId" clId="{0C3A4C9E-717D-4ADE-97E0-B0AD580B3355}" dt="2026-02-03T08:39:28.595" v="293" actId="478"/>
          <ac:picMkLst>
            <pc:docMk/>
            <pc:sldMk cId="6724489" sldId="346"/>
            <ac:picMk id="7" creationId="{543F67EA-DE6E-8F3A-8453-60213D618C7A}"/>
          </ac:picMkLst>
        </pc:picChg>
        <pc:picChg chg="add mod">
          <ac:chgData name="faik bilgen" userId="9fcb1696e65a161f" providerId="LiveId" clId="{0C3A4C9E-717D-4ADE-97E0-B0AD580B3355}" dt="2026-02-03T10:00:45.118" v="389" actId="14100"/>
          <ac:picMkLst>
            <pc:docMk/>
            <pc:sldMk cId="6724489" sldId="346"/>
            <ac:picMk id="10" creationId="{1D66F8AE-4434-ABAD-CE48-C66AA24102CE}"/>
          </ac:picMkLst>
        </pc:picChg>
        <pc:picChg chg="add mod">
          <ac:chgData name="faik bilgen" userId="9fcb1696e65a161f" providerId="LiveId" clId="{0C3A4C9E-717D-4ADE-97E0-B0AD580B3355}" dt="2026-02-03T10:01:37.553" v="392" actId="1076"/>
          <ac:picMkLst>
            <pc:docMk/>
            <pc:sldMk cId="6724489" sldId="346"/>
            <ac:picMk id="14" creationId="{1FC42241-62B4-9E1F-0EC9-138E19087FF3}"/>
          </ac:picMkLst>
        </pc:picChg>
      </pc:sldChg>
      <pc:sldChg chg="addSp delSp modSp add del mod">
        <pc:chgData name="faik bilgen" userId="9fcb1696e65a161f" providerId="LiveId" clId="{0C3A4C9E-717D-4ADE-97E0-B0AD580B3355}" dt="2026-02-03T09:31:00.571" v="367" actId="47"/>
        <pc:sldMkLst>
          <pc:docMk/>
          <pc:sldMk cId="1554319520" sldId="347"/>
        </pc:sldMkLst>
        <pc:spChg chg="del">
          <ac:chgData name="faik bilgen" userId="9fcb1696e65a161f" providerId="LiveId" clId="{0C3A4C9E-717D-4ADE-97E0-B0AD580B3355}" dt="2026-02-03T08:52:46.072" v="305" actId="478"/>
          <ac:spMkLst>
            <pc:docMk/>
            <pc:sldMk cId="1554319520" sldId="347"/>
            <ac:spMk id="4" creationId="{9F299FB2-2D06-37AA-BED4-5B6CA5E5C59E}"/>
          </ac:spMkLst>
        </pc:spChg>
        <pc:picChg chg="add del mod">
          <ac:chgData name="faik bilgen" userId="9fcb1696e65a161f" providerId="LiveId" clId="{0C3A4C9E-717D-4ADE-97E0-B0AD580B3355}" dt="2026-02-03T09:14:41.690" v="314" actId="478"/>
          <ac:picMkLst>
            <pc:docMk/>
            <pc:sldMk cId="1554319520" sldId="347"/>
            <ac:picMk id="5" creationId="{878A485E-9912-5718-9815-CF3919459C05}"/>
          </ac:picMkLst>
        </pc:picChg>
        <pc:picChg chg="add del mod">
          <ac:chgData name="faik bilgen" userId="9fcb1696e65a161f" providerId="LiveId" clId="{0C3A4C9E-717D-4ADE-97E0-B0AD580B3355}" dt="2026-02-03T09:14:00.072" v="311" actId="478"/>
          <ac:picMkLst>
            <pc:docMk/>
            <pc:sldMk cId="1554319520" sldId="347"/>
            <ac:picMk id="7" creationId="{AFAF22A5-76D1-0303-FD42-E54D20D7B36D}"/>
          </ac:picMkLst>
        </pc:picChg>
        <pc:picChg chg="add del mod">
          <ac:chgData name="faik bilgen" userId="9fcb1696e65a161f" providerId="LiveId" clId="{0C3A4C9E-717D-4ADE-97E0-B0AD580B3355}" dt="2026-02-03T09:17:19.435" v="340" actId="478"/>
          <ac:picMkLst>
            <pc:docMk/>
            <pc:sldMk cId="1554319520" sldId="347"/>
            <ac:picMk id="9" creationId="{56DB260D-D65D-BA88-D761-37B2895DFCD7}"/>
          </ac:picMkLst>
        </pc:picChg>
        <pc:picChg chg="add del mod">
          <ac:chgData name="faik bilgen" userId="9fcb1696e65a161f" providerId="LiveId" clId="{0C3A4C9E-717D-4ADE-97E0-B0AD580B3355}" dt="2026-02-03T09:17:17.433" v="339" actId="478"/>
          <ac:picMkLst>
            <pc:docMk/>
            <pc:sldMk cId="1554319520" sldId="347"/>
            <ac:picMk id="11" creationId="{6F5F58B3-D427-5CF5-77B3-9CDF497CBE70}"/>
          </ac:picMkLst>
        </pc:picChg>
        <pc:picChg chg="add del mod">
          <ac:chgData name="faik bilgen" userId="9fcb1696e65a161f" providerId="LiveId" clId="{0C3A4C9E-717D-4ADE-97E0-B0AD580B3355}" dt="2026-02-03T09:16:10.101" v="326" actId="478"/>
          <ac:picMkLst>
            <pc:docMk/>
            <pc:sldMk cId="1554319520" sldId="347"/>
            <ac:picMk id="15" creationId="{8D5E3963-93BC-E0B8-7E6A-1D2E6960480D}"/>
          </ac:picMkLst>
        </pc:picChg>
      </pc:sldChg>
      <pc:sldChg chg="addSp delSp modSp new del mod setBg">
        <pc:chgData name="faik bilgen" userId="9fcb1696e65a161f" providerId="LiveId" clId="{0C3A4C9E-717D-4ADE-97E0-B0AD580B3355}" dt="2026-02-03T10:18:12.711" v="416" actId="47"/>
        <pc:sldMkLst>
          <pc:docMk/>
          <pc:sldMk cId="3002719752" sldId="348"/>
        </pc:sldMkLst>
        <pc:spChg chg="del">
          <ac:chgData name="faik bilgen" userId="9fcb1696e65a161f" providerId="LiveId" clId="{0C3A4C9E-717D-4ADE-97E0-B0AD580B3355}" dt="2026-02-03T09:15:57.991" v="323" actId="478"/>
          <ac:spMkLst>
            <pc:docMk/>
            <pc:sldMk cId="3002719752" sldId="348"/>
            <ac:spMk id="2" creationId="{A9868290-5A0B-1366-6F4C-B19D8DCD13DA}"/>
          </ac:spMkLst>
        </pc:spChg>
        <pc:spChg chg="del">
          <ac:chgData name="faik bilgen" userId="9fcb1696e65a161f" providerId="LiveId" clId="{0C3A4C9E-717D-4ADE-97E0-B0AD580B3355}" dt="2026-02-03T09:16:00.396" v="324" actId="478"/>
          <ac:spMkLst>
            <pc:docMk/>
            <pc:sldMk cId="3002719752" sldId="348"/>
            <ac:spMk id="3" creationId="{A7E0E7C6-BDEE-E6E9-33CB-8020169EFACA}"/>
          </ac:spMkLst>
        </pc:spChg>
        <pc:spChg chg="add del">
          <ac:chgData name="faik bilgen" userId="9fcb1696e65a161f" providerId="LiveId" clId="{0C3A4C9E-717D-4ADE-97E0-B0AD580B3355}" dt="2026-02-03T09:16:25.702" v="329" actId="26606"/>
          <ac:spMkLst>
            <pc:docMk/>
            <pc:sldMk cId="3002719752" sldId="348"/>
            <ac:spMk id="11" creationId="{262ABC4B-37D8-4218-BDD8-6DF6A00C0C80}"/>
          </ac:spMkLst>
        </pc:spChg>
        <pc:spChg chg="add del">
          <ac:chgData name="faik bilgen" userId="9fcb1696e65a161f" providerId="LiveId" clId="{0C3A4C9E-717D-4ADE-97E0-B0AD580B3355}" dt="2026-02-03T09:16:35.327" v="331" actId="26606"/>
          <ac:spMkLst>
            <pc:docMk/>
            <pc:sldMk cId="3002719752" sldId="348"/>
            <ac:spMk id="13" creationId="{4E8A7552-20E1-4F34-ADAB-C1DB6634D47E}"/>
          </ac:spMkLst>
        </pc:spChg>
        <pc:spChg chg="add del">
          <ac:chgData name="faik bilgen" userId="9fcb1696e65a161f" providerId="LiveId" clId="{0C3A4C9E-717D-4ADE-97E0-B0AD580B3355}" dt="2026-02-03T09:16:35.327" v="331" actId="26606"/>
          <ac:spMkLst>
            <pc:docMk/>
            <pc:sldMk cId="3002719752" sldId="348"/>
            <ac:spMk id="14" creationId="{799448F2-0E5B-42DA-B2D1-11A14E947BD4}"/>
          </ac:spMkLst>
        </pc:spChg>
        <pc:picChg chg="add mod ord">
          <ac:chgData name="faik bilgen" userId="9fcb1696e65a161f" providerId="LiveId" clId="{0C3A4C9E-717D-4ADE-97E0-B0AD580B3355}" dt="2026-02-03T09:17:56.496" v="342" actId="1076"/>
          <ac:picMkLst>
            <pc:docMk/>
            <pc:sldMk cId="3002719752" sldId="348"/>
            <ac:picMk id="4" creationId="{18F43619-4A4A-1344-E781-AB25BE6C5FAF}"/>
          </ac:picMkLst>
        </pc:picChg>
        <pc:picChg chg="add mod">
          <ac:chgData name="faik bilgen" userId="9fcb1696e65a161f" providerId="LiveId" clId="{0C3A4C9E-717D-4ADE-97E0-B0AD580B3355}" dt="2026-02-03T09:18:01.913" v="344" actId="1076"/>
          <ac:picMkLst>
            <pc:docMk/>
            <pc:sldMk cId="3002719752" sldId="348"/>
            <ac:picMk id="5" creationId="{1C828356-141B-9E7B-43C0-2201B0F91097}"/>
          </ac:picMkLst>
        </pc:picChg>
        <pc:picChg chg="add mod ord">
          <ac:chgData name="faik bilgen" userId="9fcb1696e65a161f" providerId="LiveId" clId="{0C3A4C9E-717D-4ADE-97E0-B0AD580B3355}" dt="2026-02-03T09:18:00.064" v="343" actId="1076"/>
          <ac:picMkLst>
            <pc:docMk/>
            <pc:sldMk cId="3002719752" sldId="348"/>
            <ac:picMk id="6" creationId="{66726449-B27B-8D50-8EF4-B5DBD9F15F60}"/>
          </ac:picMkLst>
        </pc:picChg>
      </pc:sldChg>
      <pc:sldChg chg="addSp delSp modSp add mod ord">
        <pc:chgData name="faik bilgen" userId="9fcb1696e65a161f" providerId="LiveId" clId="{0C3A4C9E-717D-4ADE-97E0-B0AD580B3355}" dt="2026-02-03T15:29:19.006" v="1007"/>
        <pc:sldMkLst>
          <pc:docMk/>
          <pc:sldMk cId="4238753495" sldId="349"/>
        </pc:sldMkLst>
        <pc:spChg chg="mod">
          <ac:chgData name="faik bilgen" userId="9fcb1696e65a161f" providerId="LiveId" clId="{0C3A4C9E-717D-4ADE-97E0-B0AD580B3355}" dt="2026-02-03T10:14:39.124" v="401" actId="26606"/>
          <ac:spMkLst>
            <pc:docMk/>
            <pc:sldMk cId="4238753495" sldId="349"/>
            <ac:spMk id="2" creationId="{82F4BA71-7C23-AF40-F939-816C60BA1DA9}"/>
          </ac:spMkLst>
        </pc:spChg>
        <pc:spChg chg="mod">
          <ac:chgData name="faik bilgen" userId="9fcb1696e65a161f" providerId="LiveId" clId="{0C3A4C9E-717D-4ADE-97E0-B0AD580B3355}" dt="2026-02-03T12:38:56.382" v="591" actId="113"/>
          <ac:spMkLst>
            <pc:docMk/>
            <pc:sldMk cId="4238753495" sldId="349"/>
            <ac:spMk id="4" creationId="{65F62AA0-7299-0DB7-B77E-A7EEDA7898F9}"/>
          </ac:spMkLst>
        </pc:spChg>
        <pc:spChg chg="add del">
          <ac:chgData name="faik bilgen" userId="9fcb1696e65a161f" providerId="LiveId" clId="{0C3A4C9E-717D-4ADE-97E0-B0AD580B3355}" dt="2026-02-03T10:14:39.124" v="401" actId="26606"/>
          <ac:spMkLst>
            <pc:docMk/>
            <pc:sldMk cId="4238753495" sldId="349"/>
            <ac:spMk id="12" creationId="{8116DB04-2222-B2CA-BC98-135E8273A647}"/>
          </ac:spMkLst>
        </pc:spChg>
        <pc:spChg chg="add del">
          <ac:chgData name="faik bilgen" userId="9fcb1696e65a161f" providerId="LiveId" clId="{0C3A4C9E-717D-4ADE-97E0-B0AD580B3355}" dt="2026-02-03T10:14:39.124" v="401" actId="26606"/>
          <ac:spMkLst>
            <pc:docMk/>
            <pc:sldMk cId="4238753495" sldId="349"/>
            <ac:spMk id="13" creationId="{FA7CD14D-3320-804B-4C84-8DA6BB894FC5}"/>
          </ac:spMkLst>
        </pc:spChg>
        <pc:spChg chg="add del">
          <ac:chgData name="faik bilgen" userId="9fcb1696e65a161f" providerId="LiveId" clId="{0C3A4C9E-717D-4ADE-97E0-B0AD580B3355}" dt="2026-02-03T10:14:39.124" v="401" actId="26606"/>
          <ac:spMkLst>
            <pc:docMk/>
            <pc:sldMk cId="4238753495" sldId="349"/>
            <ac:spMk id="18" creationId="{0D7B6173-1D58-48E2-83CF-37350F315F75}"/>
          </ac:spMkLst>
        </pc:spChg>
        <pc:spChg chg="add del">
          <ac:chgData name="faik bilgen" userId="9fcb1696e65a161f" providerId="LiveId" clId="{0C3A4C9E-717D-4ADE-97E0-B0AD580B3355}" dt="2026-02-03T10:14:39.124" v="401" actId="26606"/>
          <ac:spMkLst>
            <pc:docMk/>
            <pc:sldMk cId="4238753495" sldId="349"/>
            <ac:spMk id="20" creationId="{35D813D1-BA6B-40B4-A101-04BB89445561}"/>
          </ac:spMkLst>
        </pc:spChg>
        <pc:spChg chg="add del">
          <ac:chgData name="faik bilgen" userId="9fcb1696e65a161f" providerId="LiveId" clId="{0C3A4C9E-717D-4ADE-97E0-B0AD580B3355}" dt="2026-02-03T10:14:39.124" v="401" actId="26606"/>
          <ac:spMkLst>
            <pc:docMk/>
            <pc:sldMk cId="4238753495" sldId="349"/>
            <ac:spMk id="24" creationId="{21BDEC81-16A7-4451-B893-C15000083B77}"/>
          </ac:spMkLst>
        </pc:spChg>
        <pc:spChg chg="add del">
          <ac:chgData name="faik bilgen" userId="9fcb1696e65a161f" providerId="LiveId" clId="{0C3A4C9E-717D-4ADE-97E0-B0AD580B3355}" dt="2026-02-03T10:14:39.124" v="401" actId="26606"/>
          <ac:spMkLst>
            <pc:docMk/>
            <pc:sldMk cId="4238753495" sldId="349"/>
            <ac:spMk id="26" creationId="{AEA3DFA5-2D7B-4989-8ED7-8321EC114CF1}"/>
          </ac:spMkLst>
        </pc:spChg>
        <pc:picChg chg="add mod">
          <ac:chgData name="faik bilgen" userId="9fcb1696e65a161f" providerId="LiveId" clId="{0C3A4C9E-717D-4ADE-97E0-B0AD580B3355}" dt="2026-02-03T10:15:40.886" v="405" actId="1076"/>
          <ac:picMkLst>
            <pc:docMk/>
            <pc:sldMk cId="4238753495" sldId="349"/>
            <ac:picMk id="5" creationId="{AAAD8E2F-7717-69C2-EC55-37D4A88F8FCC}"/>
          </ac:picMkLst>
        </pc:picChg>
        <pc:picChg chg="add del">
          <ac:chgData name="faik bilgen" userId="9fcb1696e65a161f" providerId="LiveId" clId="{0C3A4C9E-717D-4ADE-97E0-B0AD580B3355}" dt="2026-02-03T10:14:51.348" v="402" actId="478"/>
          <ac:picMkLst>
            <pc:docMk/>
            <pc:sldMk cId="4238753495" sldId="349"/>
            <ac:picMk id="7" creationId="{1B4E202E-9359-A025-9CAD-05079B0577EE}"/>
          </ac:picMkLst>
        </pc:picChg>
        <pc:picChg chg="add mod">
          <ac:chgData name="faik bilgen" userId="9fcb1696e65a161f" providerId="LiveId" clId="{0C3A4C9E-717D-4ADE-97E0-B0AD580B3355}" dt="2026-02-03T10:15:44.341" v="413" actId="1036"/>
          <ac:picMkLst>
            <pc:docMk/>
            <pc:sldMk cId="4238753495" sldId="349"/>
            <ac:picMk id="9" creationId="{2FEF2D0B-AFDB-C12D-731F-0941CAC77BBF}"/>
          </ac:picMkLst>
        </pc:picChg>
        <pc:picChg chg="add del">
          <ac:chgData name="faik bilgen" userId="9fcb1696e65a161f" providerId="LiveId" clId="{0C3A4C9E-717D-4ADE-97E0-B0AD580B3355}" dt="2026-02-03T10:14:39.124" v="401" actId="26606"/>
          <ac:picMkLst>
            <pc:docMk/>
            <pc:sldMk cId="4238753495" sldId="349"/>
            <ac:picMk id="22" creationId="{B0DAC8FB-A162-44E3-A606-C855A03A5B09}"/>
          </ac:picMkLst>
        </pc:picChg>
      </pc:sldChg>
      <pc:sldChg chg="delSp modSp add mod ord">
        <pc:chgData name="faik bilgen" userId="9fcb1696e65a161f" providerId="LiveId" clId="{0C3A4C9E-717D-4ADE-97E0-B0AD580B3355}" dt="2026-02-03T15:29:19.006" v="1007"/>
        <pc:sldMkLst>
          <pc:docMk/>
          <pc:sldMk cId="1557078752" sldId="350"/>
        </pc:sldMkLst>
        <pc:spChg chg="mod">
          <ac:chgData name="faik bilgen" userId="9fcb1696e65a161f" providerId="LiveId" clId="{0C3A4C9E-717D-4ADE-97E0-B0AD580B3355}" dt="2026-02-03T11:51:17.896" v="477" actId="948"/>
          <ac:spMkLst>
            <pc:docMk/>
            <pc:sldMk cId="1557078752" sldId="350"/>
            <ac:spMk id="4" creationId="{D2617BA7-7CE3-A683-8984-6253AB74A773}"/>
          </ac:spMkLst>
        </pc:spChg>
        <pc:picChg chg="del">
          <ac:chgData name="faik bilgen" userId="9fcb1696e65a161f" providerId="LiveId" clId="{0C3A4C9E-717D-4ADE-97E0-B0AD580B3355}" dt="2026-02-03T11:37:41.384" v="462" actId="478"/>
          <ac:picMkLst>
            <pc:docMk/>
            <pc:sldMk cId="1557078752" sldId="350"/>
            <ac:picMk id="5" creationId="{9BE81EEB-0D05-E1DB-297B-94945FF8B6EB}"/>
          </ac:picMkLst>
        </pc:picChg>
        <pc:picChg chg="del">
          <ac:chgData name="faik bilgen" userId="9fcb1696e65a161f" providerId="LiveId" clId="{0C3A4C9E-717D-4ADE-97E0-B0AD580B3355}" dt="2026-02-03T11:41:24.077" v="468" actId="478"/>
          <ac:picMkLst>
            <pc:docMk/>
            <pc:sldMk cId="1557078752" sldId="350"/>
            <ac:picMk id="9" creationId="{6E103C8C-8EB5-47A1-ED8E-FC0DBD862462}"/>
          </ac:picMkLst>
        </pc:picChg>
      </pc:sldChg>
      <pc:sldChg chg="modSp add mod ord">
        <pc:chgData name="faik bilgen" userId="9fcb1696e65a161f" providerId="LiveId" clId="{0C3A4C9E-717D-4ADE-97E0-B0AD580B3355}" dt="2026-02-03T15:29:19.006" v="1007"/>
        <pc:sldMkLst>
          <pc:docMk/>
          <pc:sldMk cId="651075741" sldId="351"/>
        </pc:sldMkLst>
        <pc:spChg chg="mod">
          <ac:chgData name="faik bilgen" userId="9fcb1696e65a161f" providerId="LiveId" clId="{0C3A4C9E-717D-4ADE-97E0-B0AD580B3355}" dt="2026-02-03T12:08:07.422" v="501" actId="20577"/>
          <ac:spMkLst>
            <pc:docMk/>
            <pc:sldMk cId="651075741" sldId="351"/>
            <ac:spMk id="2" creationId="{E58514BF-58FB-C15C-38A5-3E0C6511684F}"/>
          </ac:spMkLst>
        </pc:spChg>
        <pc:spChg chg="mod">
          <ac:chgData name="faik bilgen" userId="9fcb1696e65a161f" providerId="LiveId" clId="{0C3A4C9E-717D-4ADE-97E0-B0AD580B3355}" dt="2026-02-03T12:09:03.537" v="508" actId="113"/>
          <ac:spMkLst>
            <pc:docMk/>
            <pc:sldMk cId="651075741" sldId="351"/>
            <ac:spMk id="4" creationId="{628A1B0C-A6BA-C4AD-729C-614C5F851BB8}"/>
          </ac:spMkLst>
        </pc:spChg>
      </pc:sldChg>
      <pc:sldChg chg="modSp add mod ord">
        <pc:chgData name="faik bilgen" userId="9fcb1696e65a161f" providerId="LiveId" clId="{0C3A4C9E-717D-4ADE-97E0-B0AD580B3355}" dt="2026-02-03T15:29:19.006" v="1007"/>
        <pc:sldMkLst>
          <pc:docMk/>
          <pc:sldMk cId="366556096" sldId="352"/>
        </pc:sldMkLst>
        <pc:spChg chg="mod">
          <ac:chgData name="faik bilgen" userId="9fcb1696e65a161f" providerId="LiveId" clId="{0C3A4C9E-717D-4ADE-97E0-B0AD580B3355}" dt="2026-02-03T12:09:41.414" v="522" actId="20577"/>
          <ac:spMkLst>
            <pc:docMk/>
            <pc:sldMk cId="366556096" sldId="352"/>
            <ac:spMk id="2" creationId="{98836E3C-B247-3DC4-921A-10ADF21C24A0}"/>
          </ac:spMkLst>
        </pc:spChg>
        <pc:spChg chg="mod">
          <ac:chgData name="faik bilgen" userId="9fcb1696e65a161f" providerId="LiveId" clId="{0C3A4C9E-717D-4ADE-97E0-B0AD580B3355}" dt="2026-02-03T12:10:02.651" v="524" actId="20577"/>
          <ac:spMkLst>
            <pc:docMk/>
            <pc:sldMk cId="366556096" sldId="352"/>
            <ac:spMk id="4" creationId="{B6701374-73FB-617B-C112-6D0DDEA963C2}"/>
          </ac:spMkLst>
        </pc:spChg>
      </pc:sldChg>
      <pc:sldChg chg="addSp delSp modSp new mod ord">
        <pc:chgData name="faik bilgen" userId="9fcb1696e65a161f" providerId="LiveId" clId="{0C3A4C9E-717D-4ADE-97E0-B0AD580B3355}" dt="2026-02-03T15:27:21.943" v="999"/>
        <pc:sldMkLst>
          <pc:docMk/>
          <pc:sldMk cId="2555382282" sldId="353"/>
        </pc:sldMkLst>
        <pc:spChg chg="mod">
          <ac:chgData name="faik bilgen" userId="9fcb1696e65a161f" providerId="LiveId" clId="{0C3A4C9E-717D-4ADE-97E0-B0AD580B3355}" dt="2026-02-03T15:04:50.651" v="923" actId="14100"/>
          <ac:spMkLst>
            <pc:docMk/>
            <pc:sldMk cId="2555382282" sldId="353"/>
            <ac:spMk id="2" creationId="{1A979171-3DC0-CB34-685C-D9B4C4951BB1}"/>
          </ac:spMkLst>
        </pc:spChg>
        <pc:spChg chg="del">
          <ac:chgData name="faik bilgen" userId="9fcb1696e65a161f" providerId="LiveId" clId="{0C3A4C9E-717D-4ADE-97E0-B0AD580B3355}" dt="2026-02-03T12:18:02.943" v="540" actId="478"/>
          <ac:spMkLst>
            <pc:docMk/>
            <pc:sldMk cId="2555382282" sldId="353"/>
            <ac:spMk id="3" creationId="{10CBBE35-8207-443D-D312-8BB4AF3D9B80}"/>
          </ac:spMkLst>
        </pc:spChg>
        <pc:picChg chg="add mod">
          <ac:chgData name="faik bilgen" userId="9fcb1696e65a161f" providerId="LiveId" clId="{0C3A4C9E-717D-4ADE-97E0-B0AD580B3355}" dt="2026-02-03T12:21:31.505" v="559" actId="1076"/>
          <ac:picMkLst>
            <pc:docMk/>
            <pc:sldMk cId="2555382282" sldId="353"/>
            <ac:picMk id="5" creationId="{DCD72E9A-B536-9FCD-2693-D19DF5EC59A7}"/>
          </ac:picMkLst>
        </pc:picChg>
        <pc:picChg chg="add mod">
          <ac:chgData name="faik bilgen" userId="9fcb1696e65a161f" providerId="LiveId" clId="{0C3A4C9E-717D-4ADE-97E0-B0AD580B3355}" dt="2026-02-03T12:21:14.385" v="554" actId="1076"/>
          <ac:picMkLst>
            <pc:docMk/>
            <pc:sldMk cId="2555382282" sldId="353"/>
            <ac:picMk id="7" creationId="{6A05265B-3CFB-56DA-11AE-A96ED20A9A4A}"/>
          </ac:picMkLst>
        </pc:picChg>
        <pc:picChg chg="add mod">
          <ac:chgData name="faik bilgen" userId="9fcb1696e65a161f" providerId="LiveId" clId="{0C3A4C9E-717D-4ADE-97E0-B0AD580B3355}" dt="2026-02-03T12:21:36.384" v="560" actId="14100"/>
          <ac:picMkLst>
            <pc:docMk/>
            <pc:sldMk cId="2555382282" sldId="353"/>
            <ac:picMk id="9" creationId="{2B220D17-11D6-F972-2B6F-3074FB451805}"/>
          </ac:picMkLst>
        </pc:picChg>
      </pc:sldChg>
      <pc:sldChg chg="addSp delSp modSp add mod ord">
        <pc:chgData name="faik bilgen" userId="9fcb1696e65a161f" providerId="LiveId" clId="{0C3A4C9E-717D-4ADE-97E0-B0AD580B3355}" dt="2026-02-03T16:07:01.249" v="1144"/>
        <pc:sldMkLst>
          <pc:docMk/>
          <pc:sldMk cId="3719679604" sldId="354"/>
        </pc:sldMkLst>
        <pc:spChg chg="mod">
          <ac:chgData name="faik bilgen" userId="9fcb1696e65a161f" providerId="LiveId" clId="{0C3A4C9E-717D-4ADE-97E0-B0AD580B3355}" dt="2026-02-03T12:22:33.593" v="569" actId="20577"/>
          <ac:spMkLst>
            <pc:docMk/>
            <pc:sldMk cId="3719679604" sldId="354"/>
            <ac:spMk id="2" creationId="{FD2AB0A7-D869-92BF-BBAD-525516BDFB30}"/>
          </ac:spMkLst>
        </pc:spChg>
        <pc:picChg chg="add mod">
          <ac:chgData name="faik bilgen" userId="9fcb1696e65a161f" providerId="LiveId" clId="{0C3A4C9E-717D-4ADE-97E0-B0AD580B3355}" dt="2026-02-03T12:23:20.704" v="572" actId="1076"/>
          <ac:picMkLst>
            <pc:docMk/>
            <pc:sldMk cId="3719679604" sldId="354"/>
            <ac:picMk id="4" creationId="{969A1478-2553-D480-3E3E-12EB6540BC51}"/>
          </ac:picMkLst>
        </pc:picChg>
        <pc:picChg chg="del">
          <ac:chgData name="faik bilgen" userId="9fcb1696e65a161f" providerId="LiveId" clId="{0C3A4C9E-717D-4ADE-97E0-B0AD580B3355}" dt="2026-02-03T12:23:13.673" v="570" actId="478"/>
          <ac:picMkLst>
            <pc:docMk/>
            <pc:sldMk cId="3719679604" sldId="354"/>
            <ac:picMk id="5" creationId="{3DE1A9DD-F758-8B48-67DC-8DD253780413}"/>
          </ac:picMkLst>
        </pc:picChg>
        <pc:picChg chg="del">
          <ac:chgData name="faik bilgen" userId="9fcb1696e65a161f" providerId="LiveId" clId="{0C3A4C9E-717D-4ADE-97E0-B0AD580B3355}" dt="2026-02-03T12:24:02.519" v="573" actId="478"/>
          <ac:picMkLst>
            <pc:docMk/>
            <pc:sldMk cId="3719679604" sldId="354"/>
            <ac:picMk id="7" creationId="{76E6C481-AB69-0642-8571-A1BD1349A9DB}"/>
          </ac:picMkLst>
        </pc:picChg>
        <pc:picChg chg="add mod">
          <ac:chgData name="faik bilgen" userId="9fcb1696e65a161f" providerId="LiveId" clId="{0C3A4C9E-717D-4ADE-97E0-B0AD580B3355}" dt="2026-02-03T12:24:12.787" v="577" actId="1076"/>
          <ac:picMkLst>
            <pc:docMk/>
            <pc:sldMk cId="3719679604" sldId="354"/>
            <ac:picMk id="8" creationId="{CA4D20DB-522C-9A25-E741-C5D3DC9CA54B}"/>
          </ac:picMkLst>
        </pc:picChg>
        <pc:picChg chg="del">
          <ac:chgData name="faik bilgen" userId="9fcb1696e65a161f" providerId="LiveId" clId="{0C3A4C9E-717D-4ADE-97E0-B0AD580B3355}" dt="2026-02-03T12:34:58.106" v="578" actId="478"/>
          <ac:picMkLst>
            <pc:docMk/>
            <pc:sldMk cId="3719679604" sldId="354"/>
            <ac:picMk id="9" creationId="{558383E4-3E15-8E27-68E4-4B7D8358FDF2}"/>
          </ac:picMkLst>
        </pc:picChg>
        <pc:picChg chg="add mod">
          <ac:chgData name="faik bilgen" userId="9fcb1696e65a161f" providerId="LiveId" clId="{0C3A4C9E-717D-4ADE-97E0-B0AD580B3355}" dt="2026-02-03T12:35:47.513" v="582" actId="14100"/>
          <ac:picMkLst>
            <pc:docMk/>
            <pc:sldMk cId="3719679604" sldId="354"/>
            <ac:picMk id="11" creationId="{C288A7E1-4A8E-9C19-B0E6-A307F1714B40}"/>
          </ac:picMkLst>
        </pc:picChg>
      </pc:sldChg>
      <pc:sldChg chg="addSp delSp modSp add del mod">
        <pc:chgData name="faik bilgen" userId="9fcb1696e65a161f" providerId="LiveId" clId="{0C3A4C9E-717D-4ADE-97E0-B0AD580B3355}" dt="2026-02-03T13:03:56.802" v="774" actId="47"/>
        <pc:sldMkLst>
          <pc:docMk/>
          <pc:sldMk cId="2770494475" sldId="355"/>
        </pc:sldMkLst>
        <pc:spChg chg="mod">
          <ac:chgData name="faik bilgen" userId="9fcb1696e65a161f" providerId="LiveId" clId="{0C3A4C9E-717D-4ADE-97E0-B0AD580B3355}" dt="2026-02-03T12:37:36.558" v="590" actId="20577"/>
          <ac:spMkLst>
            <pc:docMk/>
            <pc:sldMk cId="2770494475" sldId="355"/>
            <ac:spMk id="2" creationId="{7D151A34-8F2A-D202-2AC2-ACCD3A232C0F}"/>
          </ac:spMkLst>
        </pc:spChg>
        <pc:picChg chg="del">
          <ac:chgData name="faik bilgen" userId="9fcb1696e65a161f" providerId="LiveId" clId="{0C3A4C9E-717D-4ADE-97E0-B0AD580B3355}" dt="2026-02-03T12:49:57.759" v="639" actId="478"/>
          <ac:picMkLst>
            <pc:docMk/>
            <pc:sldMk cId="2770494475" sldId="355"/>
            <ac:picMk id="4" creationId="{6E7B9537-725E-A829-644C-8ECABFABF000}"/>
          </ac:picMkLst>
        </pc:picChg>
        <pc:picChg chg="add mod">
          <ac:chgData name="faik bilgen" userId="9fcb1696e65a161f" providerId="LiveId" clId="{0C3A4C9E-717D-4ADE-97E0-B0AD580B3355}" dt="2026-02-03T12:50:04.826" v="641" actId="1076"/>
          <ac:picMkLst>
            <pc:docMk/>
            <pc:sldMk cId="2770494475" sldId="355"/>
            <ac:picMk id="5" creationId="{3CCB0EA7-3519-CD22-B533-CC2D4BF5905F}"/>
          </ac:picMkLst>
        </pc:picChg>
        <pc:picChg chg="add mod">
          <ac:chgData name="faik bilgen" userId="9fcb1696e65a161f" providerId="LiveId" clId="{0C3A4C9E-717D-4ADE-97E0-B0AD580B3355}" dt="2026-02-03T12:51:05.562" v="646" actId="1076"/>
          <ac:picMkLst>
            <pc:docMk/>
            <pc:sldMk cId="2770494475" sldId="355"/>
            <ac:picMk id="7" creationId="{310E88DD-0B44-3DCD-3DF5-15B7C5456E33}"/>
          </ac:picMkLst>
        </pc:picChg>
        <pc:picChg chg="del">
          <ac:chgData name="faik bilgen" userId="9fcb1696e65a161f" providerId="LiveId" clId="{0C3A4C9E-717D-4ADE-97E0-B0AD580B3355}" dt="2026-02-03T12:50:52.163" v="642" actId="478"/>
          <ac:picMkLst>
            <pc:docMk/>
            <pc:sldMk cId="2770494475" sldId="355"/>
            <ac:picMk id="8" creationId="{8F1F22D8-DC90-1522-6447-13950F27CCB7}"/>
          </ac:picMkLst>
        </pc:picChg>
        <pc:picChg chg="add mod">
          <ac:chgData name="faik bilgen" userId="9fcb1696e65a161f" providerId="LiveId" clId="{0C3A4C9E-717D-4ADE-97E0-B0AD580B3355}" dt="2026-02-03T12:52:00.208" v="652" actId="1076"/>
          <ac:picMkLst>
            <pc:docMk/>
            <pc:sldMk cId="2770494475" sldId="355"/>
            <ac:picMk id="10" creationId="{967C988F-C686-36A6-13B6-20AB7DBA1F60}"/>
          </ac:picMkLst>
        </pc:picChg>
        <pc:picChg chg="del">
          <ac:chgData name="faik bilgen" userId="9fcb1696e65a161f" providerId="LiveId" clId="{0C3A4C9E-717D-4ADE-97E0-B0AD580B3355}" dt="2026-02-03T12:51:07.855" v="647" actId="478"/>
          <ac:picMkLst>
            <pc:docMk/>
            <pc:sldMk cId="2770494475" sldId="355"/>
            <ac:picMk id="11" creationId="{3D4041A3-835F-A21C-12CA-D4329FF47C5F}"/>
          </ac:picMkLst>
        </pc:picChg>
      </pc:sldChg>
      <pc:sldChg chg="modSp add mod ord">
        <pc:chgData name="faik bilgen" userId="9fcb1696e65a161f" providerId="LiveId" clId="{0C3A4C9E-717D-4ADE-97E0-B0AD580B3355}" dt="2026-02-03T13:09:17.914" v="829"/>
        <pc:sldMkLst>
          <pc:docMk/>
          <pc:sldMk cId="2300355266" sldId="356"/>
        </pc:sldMkLst>
        <pc:spChg chg="mod">
          <ac:chgData name="faik bilgen" userId="9fcb1696e65a161f" providerId="LiveId" clId="{0C3A4C9E-717D-4ADE-97E0-B0AD580B3355}" dt="2026-02-03T12:43:54.653" v="615" actId="20577"/>
          <ac:spMkLst>
            <pc:docMk/>
            <pc:sldMk cId="2300355266" sldId="356"/>
            <ac:spMk id="2" creationId="{0ED503E6-D740-AC0C-6DCD-24A1DA2227EA}"/>
          </ac:spMkLst>
        </pc:spChg>
        <pc:spChg chg="mod">
          <ac:chgData name="faik bilgen" userId="9fcb1696e65a161f" providerId="LiveId" clId="{0C3A4C9E-717D-4ADE-97E0-B0AD580B3355}" dt="2026-02-03T12:44:42.186" v="622" actId="1076"/>
          <ac:spMkLst>
            <pc:docMk/>
            <pc:sldMk cId="2300355266" sldId="356"/>
            <ac:spMk id="4" creationId="{028978E5-0BBE-B2B7-B63E-14D9F6D2EE0D}"/>
          </ac:spMkLst>
        </pc:spChg>
      </pc:sldChg>
      <pc:sldChg chg="modSp add mod ord">
        <pc:chgData name="faik bilgen" userId="9fcb1696e65a161f" providerId="LiveId" clId="{0C3A4C9E-717D-4ADE-97E0-B0AD580B3355}" dt="2026-02-03T13:09:17.914" v="829"/>
        <pc:sldMkLst>
          <pc:docMk/>
          <pc:sldMk cId="3830031812" sldId="357"/>
        </pc:sldMkLst>
        <pc:spChg chg="mod">
          <ac:chgData name="faik bilgen" userId="9fcb1696e65a161f" providerId="LiveId" clId="{0C3A4C9E-717D-4ADE-97E0-B0AD580B3355}" dt="2026-02-03T12:46:05.031" v="624"/>
          <ac:spMkLst>
            <pc:docMk/>
            <pc:sldMk cId="3830031812" sldId="357"/>
            <ac:spMk id="2" creationId="{D6F847A2-D7F1-9652-EDF4-3F0325B4C203}"/>
          </ac:spMkLst>
        </pc:spChg>
        <pc:spChg chg="mod">
          <ac:chgData name="faik bilgen" userId="9fcb1696e65a161f" providerId="LiveId" clId="{0C3A4C9E-717D-4ADE-97E0-B0AD580B3355}" dt="2026-02-03T12:47:34.902" v="638" actId="113"/>
          <ac:spMkLst>
            <pc:docMk/>
            <pc:sldMk cId="3830031812" sldId="357"/>
            <ac:spMk id="4" creationId="{AE95AF3A-03B1-7B6D-26BB-364BA2D65306}"/>
          </ac:spMkLst>
        </pc:spChg>
      </pc:sldChg>
      <pc:sldChg chg="add ord">
        <pc:chgData name="faik bilgen" userId="9fcb1696e65a161f" providerId="LiveId" clId="{0C3A4C9E-717D-4ADE-97E0-B0AD580B3355}" dt="2026-02-03T15:47:58.098" v="1066"/>
        <pc:sldMkLst>
          <pc:docMk/>
          <pc:sldMk cId="643633446" sldId="358"/>
        </pc:sldMkLst>
      </pc:sldChg>
      <pc:sldChg chg="addSp delSp modSp add mod ord">
        <pc:chgData name="faik bilgen" userId="9fcb1696e65a161f" providerId="LiveId" clId="{0C3A4C9E-717D-4ADE-97E0-B0AD580B3355}" dt="2026-02-03T15:47:58.098" v="1066"/>
        <pc:sldMkLst>
          <pc:docMk/>
          <pc:sldMk cId="1717867795" sldId="359"/>
        </pc:sldMkLst>
        <pc:spChg chg="mod">
          <ac:chgData name="faik bilgen" userId="9fcb1696e65a161f" providerId="LiveId" clId="{0C3A4C9E-717D-4ADE-97E0-B0AD580B3355}" dt="2026-02-03T12:59:08.480" v="664" actId="1076"/>
          <ac:spMkLst>
            <pc:docMk/>
            <pc:sldMk cId="1717867795" sldId="359"/>
            <ac:spMk id="2" creationId="{20F21E5B-0870-DDA1-85CE-E9C0186C6932}"/>
          </ac:spMkLst>
        </pc:spChg>
        <pc:spChg chg="add mod">
          <ac:chgData name="faik bilgen" userId="9fcb1696e65a161f" providerId="LiveId" clId="{0C3A4C9E-717D-4ADE-97E0-B0AD580B3355}" dt="2026-02-03T13:00:02.061" v="755" actId="20577"/>
          <ac:spMkLst>
            <pc:docMk/>
            <pc:sldMk cId="1717867795" sldId="359"/>
            <ac:spMk id="3" creationId="{0AB7FE35-BB4C-5DBA-BEF8-382143DF54A9}"/>
          </ac:spMkLst>
        </pc:spChg>
        <pc:spChg chg="add mod">
          <ac:chgData name="faik bilgen" userId="9fcb1696e65a161f" providerId="LiveId" clId="{0C3A4C9E-717D-4ADE-97E0-B0AD580B3355}" dt="2026-02-03T13:02:43.172" v="770" actId="1582"/>
          <ac:spMkLst>
            <pc:docMk/>
            <pc:sldMk cId="1717867795" sldId="359"/>
            <ac:spMk id="11" creationId="{3AC8D9D0-B4A5-6F5F-4595-CF8A10865834}"/>
          </ac:spMkLst>
        </pc:spChg>
        <pc:grpChg chg="add mod">
          <ac:chgData name="faik bilgen" userId="9fcb1696e65a161f" providerId="LiveId" clId="{0C3A4C9E-717D-4ADE-97E0-B0AD580B3355}" dt="2026-02-03T13:03:07.311" v="772" actId="1076"/>
          <ac:grpSpMkLst>
            <pc:docMk/>
            <pc:sldMk cId="1717867795" sldId="359"/>
            <ac:grpSpMk id="12" creationId="{227FDD59-F3EC-4833-8A88-93B1F10AF9EB}"/>
          </ac:grpSpMkLst>
        </pc:grpChg>
        <pc:picChg chg="del">
          <ac:chgData name="faik bilgen" userId="9fcb1696e65a161f" providerId="LiveId" clId="{0C3A4C9E-717D-4ADE-97E0-B0AD580B3355}" dt="2026-02-03T12:58:52.627" v="656" actId="478"/>
          <ac:picMkLst>
            <pc:docMk/>
            <pc:sldMk cId="1717867795" sldId="359"/>
            <ac:picMk id="5" creationId="{5916C748-DE05-223B-99C8-292E262F3570}"/>
          </ac:picMkLst>
        </pc:picChg>
        <pc:picChg chg="add mod">
          <ac:chgData name="faik bilgen" userId="9fcb1696e65a161f" providerId="LiveId" clId="{0C3A4C9E-717D-4ADE-97E0-B0AD580B3355}" dt="2026-02-03T13:02:09.567" v="766" actId="14100"/>
          <ac:picMkLst>
            <pc:docMk/>
            <pc:sldMk cId="1717867795" sldId="359"/>
            <ac:picMk id="6" creationId="{64E013DD-3CE9-8DEE-F45E-0848EE2F307C}"/>
          </ac:picMkLst>
        </pc:picChg>
        <pc:picChg chg="del">
          <ac:chgData name="faik bilgen" userId="9fcb1696e65a161f" providerId="LiveId" clId="{0C3A4C9E-717D-4ADE-97E0-B0AD580B3355}" dt="2026-02-03T12:58:54.970" v="657" actId="478"/>
          <ac:picMkLst>
            <pc:docMk/>
            <pc:sldMk cId="1717867795" sldId="359"/>
            <ac:picMk id="7" creationId="{BDCEDC4A-6D8C-A8FF-657C-B9FB57608DF7}"/>
          </ac:picMkLst>
        </pc:picChg>
        <pc:picChg chg="add mod">
          <ac:chgData name="faik bilgen" userId="9fcb1696e65a161f" providerId="LiveId" clId="{0C3A4C9E-717D-4ADE-97E0-B0AD580B3355}" dt="2026-02-03T13:03:11.882" v="773" actId="1076"/>
          <ac:picMkLst>
            <pc:docMk/>
            <pc:sldMk cId="1717867795" sldId="359"/>
            <ac:picMk id="9" creationId="{C3802A75-63EC-7733-96E9-9F8EC973D1ED}"/>
          </ac:picMkLst>
        </pc:picChg>
        <pc:picChg chg="del">
          <ac:chgData name="faik bilgen" userId="9fcb1696e65a161f" providerId="LiveId" clId="{0C3A4C9E-717D-4ADE-97E0-B0AD580B3355}" dt="2026-02-03T12:58:50.528" v="655" actId="478"/>
          <ac:picMkLst>
            <pc:docMk/>
            <pc:sldMk cId="1717867795" sldId="359"/>
            <ac:picMk id="10" creationId="{C135E44E-0DAD-B986-D54C-DBF6071DF3E9}"/>
          </ac:picMkLst>
        </pc:picChg>
      </pc:sldChg>
      <pc:sldChg chg="modSp add mod ord">
        <pc:chgData name="faik bilgen" userId="9fcb1696e65a161f" providerId="LiveId" clId="{0C3A4C9E-717D-4ADE-97E0-B0AD580B3355}" dt="2026-02-03T13:08:31.918" v="827" actId="20577"/>
        <pc:sldMkLst>
          <pc:docMk/>
          <pc:sldMk cId="2876982290" sldId="360"/>
        </pc:sldMkLst>
        <pc:spChg chg="mod">
          <ac:chgData name="faik bilgen" userId="9fcb1696e65a161f" providerId="LiveId" clId="{0C3A4C9E-717D-4ADE-97E0-B0AD580B3355}" dt="2026-02-03T13:08:31.918" v="827" actId="20577"/>
          <ac:spMkLst>
            <pc:docMk/>
            <pc:sldMk cId="2876982290" sldId="360"/>
            <ac:spMk id="2" creationId="{42F35E6C-3484-52EE-4ABB-4911939F8F6F}"/>
          </ac:spMkLst>
        </pc:spChg>
      </pc:sldChg>
      <pc:sldChg chg="modSp add mod ord">
        <pc:chgData name="faik bilgen" userId="9fcb1696e65a161f" providerId="LiveId" clId="{0C3A4C9E-717D-4ADE-97E0-B0AD580B3355}" dt="2026-02-03T13:17:06.329" v="862" actId="20577"/>
        <pc:sldMkLst>
          <pc:docMk/>
          <pc:sldMk cId="3333986506" sldId="361"/>
        </pc:sldMkLst>
        <pc:spChg chg="mod">
          <ac:chgData name="faik bilgen" userId="9fcb1696e65a161f" providerId="LiveId" clId="{0C3A4C9E-717D-4ADE-97E0-B0AD580B3355}" dt="2026-02-03T13:17:06.329" v="862" actId="20577"/>
          <ac:spMkLst>
            <pc:docMk/>
            <pc:sldMk cId="3333986506" sldId="361"/>
            <ac:spMk id="2" creationId="{7BF4196D-BD00-D7BE-1E52-7C1368A7C862}"/>
          </ac:spMkLst>
        </pc:spChg>
        <pc:spChg chg="mod">
          <ac:chgData name="faik bilgen" userId="9fcb1696e65a161f" providerId="LiveId" clId="{0C3A4C9E-717D-4ADE-97E0-B0AD580B3355}" dt="2026-02-03T13:14:42.623" v="849" actId="15"/>
          <ac:spMkLst>
            <pc:docMk/>
            <pc:sldMk cId="3333986506" sldId="361"/>
            <ac:spMk id="4" creationId="{0CF80454-5BC8-C04E-00CC-9B9B51FFB4AA}"/>
          </ac:spMkLst>
        </pc:spChg>
      </pc:sldChg>
      <pc:sldChg chg="new del">
        <pc:chgData name="faik bilgen" userId="9fcb1696e65a161f" providerId="LiveId" clId="{0C3A4C9E-717D-4ADE-97E0-B0AD580B3355}" dt="2026-02-03T18:48:10.530" v="1219" actId="47"/>
        <pc:sldMkLst>
          <pc:docMk/>
          <pc:sldMk cId="932337897" sldId="362"/>
        </pc:sldMkLst>
      </pc:sldChg>
      <pc:sldChg chg="modSp add mod modNotesTx">
        <pc:chgData name="faik bilgen" userId="9fcb1696e65a161f" providerId="LiveId" clId="{0C3A4C9E-717D-4ADE-97E0-B0AD580B3355}" dt="2026-02-03T15:18:36.337" v="967" actId="20577"/>
        <pc:sldMkLst>
          <pc:docMk/>
          <pc:sldMk cId="472297589" sldId="363"/>
        </pc:sldMkLst>
        <pc:spChg chg="mod">
          <ac:chgData name="faik bilgen" userId="9fcb1696e65a161f" providerId="LiveId" clId="{0C3A4C9E-717D-4ADE-97E0-B0AD580B3355}" dt="2026-02-03T15:12:35.317" v="954" actId="20577"/>
          <ac:spMkLst>
            <pc:docMk/>
            <pc:sldMk cId="472297589" sldId="363"/>
            <ac:spMk id="2" creationId="{0185B712-2E65-68B0-2EDF-E644095F0827}"/>
          </ac:spMkLst>
        </pc:spChg>
        <pc:spChg chg="mod">
          <ac:chgData name="faik bilgen" userId="9fcb1696e65a161f" providerId="LiveId" clId="{0C3A4C9E-717D-4ADE-97E0-B0AD580B3355}" dt="2026-02-03T15:15:12.804" v="962" actId="20577"/>
          <ac:spMkLst>
            <pc:docMk/>
            <pc:sldMk cId="472297589" sldId="363"/>
            <ac:spMk id="4" creationId="{11C3121E-91E6-F9B7-5790-D5D8E5854AE4}"/>
          </ac:spMkLst>
        </pc:spChg>
      </pc:sldChg>
      <pc:sldChg chg="addSp delSp modSp add mod ord">
        <pc:chgData name="faik bilgen" userId="9fcb1696e65a161f" providerId="LiveId" clId="{0C3A4C9E-717D-4ADE-97E0-B0AD580B3355}" dt="2026-02-03T15:32:26.941" v="1047" actId="20577"/>
        <pc:sldMkLst>
          <pc:docMk/>
          <pc:sldMk cId="655345080" sldId="364"/>
        </pc:sldMkLst>
        <pc:spChg chg="mod">
          <ac:chgData name="faik bilgen" userId="9fcb1696e65a161f" providerId="LiveId" clId="{0C3A4C9E-717D-4ADE-97E0-B0AD580B3355}" dt="2026-02-03T15:32:26.941" v="1047" actId="20577"/>
          <ac:spMkLst>
            <pc:docMk/>
            <pc:sldMk cId="655345080" sldId="364"/>
            <ac:spMk id="2" creationId="{0F611016-2962-7834-259D-BE444F5A7C8E}"/>
          </ac:spMkLst>
        </pc:spChg>
        <pc:picChg chg="add mod">
          <ac:chgData name="faik bilgen" userId="9fcb1696e65a161f" providerId="LiveId" clId="{0C3A4C9E-717D-4ADE-97E0-B0AD580B3355}" dt="2026-02-03T15:04:37.149" v="919" actId="1038"/>
          <ac:picMkLst>
            <pc:docMk/>
            <pc:sldMk cId="655345080" sldId="364"/>
            <ac:picMk id="4" creationId="{76BA8107-7232-DDC0-9FA3-680637B55270}"/>
          </ac:picMkLst>
        </pc:picChg>
        <pc:picChg chg="del">
          <ac:chgData name="faik bilgen" userId="9fcb1696e65a161f" providerId="LiveId" clId="{0C3A4C9E-717D-4ADE-97E0-B0AD580B3355}" dt="2026-02-03T14:57:56.076" v="884" actId="478"/>
          <ac:picMkLst>
            <pc:docMk/>
            <pc:sldMk cId="655345080" sldId="364"/>
            <ac:picMk id="5" creationId="{E89359CE-72E2-85D3-93C9-7468D3E69420}"/>
          </ac:picMkLst>
        </pc:picChg>
        <pc:picChg chg="del mod">
          <ac:chgData name="faik bilgen" userId="9fcb1696e65a161f" providerId="LiveId" clId="{0C3A4C9E-717D-4ADE-97E0-B0AD580B3355}" dt="2026-02-03T14:58:20.962" v="891" actId="478"/>
          <ac:picMkLst>
            <pc:docMk/>
            <pc:sldMk cId="655345080" sldId="364"/>
            <ac:picMk id="7" creationId="{DA15A805-1999-D561-352B-C461747207F1}"/>
          </ac:picMkLst>
        </pc:picChg>
        <pc:picChg chg="add mod">
          <ac:chgData name="faik bilgen" userId="9fcb1696e65a161f" providerId="LiveId" clId="{0C3A4C9E-717D-4ADE-97E0-B0AD580B3355}" dt="2026-02-03T14:59:24.857" v="895" actId="1076"/>
          <ac:picMkLst>
            <pc:docMk/>
            <pc:sldMk cId="655345080" sldId="364"/>
            <ac:picMk id="8" creationId="{C3B3D324-BF82-FC22-520E-CF95D1CD6E7A}"/>
          </ac:picMkLst>
        </pc:picChg>
        <pc:picChg chg="del">
          <ac:chgData name="faik bilgen" userId="9fcb1696e65a161f" providerId="LiveId" clId="{0C3A4C9E-717D-4ADE-97E0-B0AD580B3355}" dt="2026-02-03T14:59:29.126" v="896" actId="478"/>
          <ac:picMkLst>
            <pc:docMk/>
            <pc:sldMk cId="655345080" sldId="364"/>
            <ac:picMk id="9" creationId="{4CF252E0-F368-6CD5-2BEC-EC9A7C9C108A}"/>
          </ac:picMkLst>
        </pc:picChg>
        <pc:picChg chg="add mod">
          <ac:chgData name="faik bilgen" userId="9fcb1696e65a161f" providerId="LiveId" clId="{0C3A4C9E-717D-4ADE-97E0-B0AD580B3355}" dt="2026-02-03T14:59:52.018" v="899" actId="1076"/>
          <ac:picMkLst>
            <pc:docMk/>
            <pc:sldMk cId="655345080" sldId="364"/>
            <ac:picMk id="11" creationId="{8FBE81AF-231D-C091-DA36-AB6AE27D7765}"/>
          </ac:picMkLst>
        </pc:picChg>
      </pc:sldChg>
      <pc:sldChg chg="add del">
        <pc:chgData name="faik bilgen" userId="9fcb1696e65a161f" providerId="LiveId" clId="{0C3A4C9E-717D-4ADE-97E0-B0AD580B3355}" dt="2026-02-03T15:19:05.035" v="969" actId="47"/>
        <pc:sldMkLst>
          <pc:docMk/>
          <pc:sldMk cId="2661355611" sldId="365"/>
        </pc:sldMkLst>
      </pc:sldChg>
      <pc:sldChg chg="modSp add mod">
        <pc:chgData name="faik bilgen" userId="9fcb1696e65a161f" providerId="LiveId" clId="{0C3A4C9E-717D-4ADE-97E0-B0AD580B3355}" dt="2026-02-03T15:20:45.280" v="983"/>
        <pc:sldMkLst>
          <pc:docMk/>
          <pc:sldMk cId="591538884" sldId="366"/>
        </pc:sldMkLst>
        <pc:spChg chg="mod">
          <ac:chgData name="faik bilgen" userId="9fcb1696e65a161f" providerId="LiveId" clId="{0C3A4C9E-717D-4ADE-97E0-B0AD580B3355}" dt="2026-02-03T15:19:15.548" v="982" actId="20577"/>
          <ac:spMkLst>
            <pc:docMk/>
            <pc:sldMk cId="591538884" sldId="366"/>
            <ac:spMk id="2" creationId="{E74D280B-EA27-B50B-2E11-3A154AB51668}"/>
          </ac:spMkLst>
        </pc:spChg>
        <pc:spChg chg="mod">
          <ac:chgData name="faik bilgen" userId="9fcb1696e65a161f" providerId="LiveId" clId="{0C3A4C9E-717D-4ADE-97E0-B0AD580B3355}" dt="2026-02-03T15:20:45.280" v="983"/>
          <ac:spMkLst>
            <pc:docMk/>
            <pc:sldMk cId="591538884" sldId="366"/>
            <ac:spMk id="4" creationId="{4269A6FA-3D97-7BC4-EE00-957060420FE1}"/>
          </ac:spMkLst>
        </pc:spChg>
      </pc:sldChg>
      <pc:sldChg chg="modSp add mod">
        <pc:chgData name="faik bilgen" userId="9fcb1696e65a161f" providerId="LiveId" clId="{0C3A4C9E-717D-4ADE-97E0-B0AD580B3355}" dt="2026-02-03T15:24:17.407" v="992" actId="20577"/>
        <pc:sldMkLst>
          <pc:docMk/>
          <pc:sldMk cId="1979360229" sldId="367"/>
        </pc:sldMkLst>
        <pc:spChg chg="mod">
          <ac:chgData name="faik bilgen" userId="9fcb1696e65a161f" providerId="LiveId" clId="{0C3A4C9E-717D-4ADE-97E0-B0AD580B3355}" dt="2026-02-03T15:24:17.407" v="992" actId="20577"/>
          <ac:spMkLst>
            <pc:docMk/>
            <pc:sldMk cId="1979360229" sldId="367"/>
            <ac:spMk id="4" creationId="{2664B705-EFB3-3CE7-F3B7-E55BDC55AD25}"/>
          </ac:spMkLst>
        </pc:spChg>
      </pc:sldChg>
      <pc:sldChg chg="modSp add mod">
        <pc:chgData name="faik bilgen" userId="9fcb1696e65a161f" providerId="LiveId" clId="{0C3A4C9E-717D-4ADE-97E0-B0AD580B3355}" dt="2026-02-03T15:25:14.953" v="997" actId="20577"/>
        <pc:sldMkLst>
          <pc:docMk/>
          <pc:sldMk cId="3331076702" sldId="368"/>
        </pc:sldMkLst>
        <pc:spChg chg="mod">
          <ac:chgData name="faik bilgen" userId="9fcb1696e65a161f" providerId="LiveId" clId="{0C3A4C9E-717D-4ADE-97E0-B0AD580B3355}" dt="2026-02-03T15:25:14.953" v="997" actId="20577"/>
          <ac:spMkLst>
            <pc:docMk/>
            <pc:sldMk cId="3331076702" sldId="368"/>
            <ac:spMk id="4" creationId="{29C76D3E-2D27-87AD-018E-C4E5208DAEF8}"/>
          </ac:spMkLst>
        </pc:spChg>
      </pc:sldChg>
      <pc:sldChg chg="add del ord">
        <pc:chgData name="faik bilgen" userId="9fcb1696e65a161f" providerId="LiveId" clId="{0C3A4C9E-717D-4ADE-97E0-B0AD580B3355}" dt="2026-02-03T15:28:53.073" v="1005" actId="47"/>
        <pc:sldMkLst>
          <pc:docMk/>
          <pc:sldMk cId="427247394" sldId="369"/>
        </pc:sldMkLst>
      </pc:sldChg>
      <pc:sldChg chg="add del">
        <pc:chgData name="faik bilgen" userId="9fcb1696e65a161f" providerId="LiveId" clId="{0C3A4C9E-717D-4ADE-97E0-B0AD580B3355}" dt="2026-02-03T15:28:34.403" v="1001" actId="2890"/>
        <pc:sldMkLst>
          <pc:docMk/>
          <pc:sldMk cId="3108438482" sldId="369"/>
        </pc:sldMkLst>
      </pc:sldChg>
      <pc:sldChg chg="add">
        <pc:chgData name="faik bilgen" userId="9fcb1696e65a161f" providerId="LiveId" clId="{0C3A4C9E-717D-4ADE-97E0-B0AD580B3355}" dt="2026-02-03T15:30:05.992" v="1012" actId="2890"/>
        <pc:sldMkLst>
          <pc:docMk/>
          <pc:sldMk cId="3299412505" sldId="369"/>
        </pc:sldMkLst>
      </pc:sldChg>
      <pc:sldChg chg="add del replId">
        <pc:chgData name="faik bilgen" userId="9fcb1696e65a161f" providerId="LiveId" clId="{0C3A4C9E-717D-4ADE-97E0-B0AD580B3355}" dt="2026-02-03T15:28:34.403" v="1001" actId="2890"/>
        <pc:sldMkLst>
          <pc:docMk/>
          <pc:sldMk cId="3223573437" sldId="370"/>
        </pc:sldMkLst>
      </pc:sldChg>
      <pc:sldChg chg="modSp add mod ord">
        <pc:chgData name="faik bilgen" userId="9fcb1696e65a161f" providerId="LiveId" clId="{0C3A4C9E-717D-4ADE-97E0-B0AD580B3355}" dt="2026-02-03T15:43:07.002" v="1064"/>
        <pc:sldMkLst>
          <pc:docMk/>
          <pc:sldMk cId="3311212820" sldId="370"/>
        </pc:sldMkLst>
        <pc:spChg chg="mod">
          <ac:chgData name="faik bilgen" userId="9fcb1696e65a161f" providerId="LiveId" clId="{0C3A4C9E-717D-4ADE-97E0-B0AD580B3355}" dt="2026-02-03T15:43:07.002" v="1064"/>
          <ac:spMkLst>
            <pc:docMk/>
            <pc:sldMk cId="3311212820" sldId="370"/>
            <ac:spMk id="2" creationId="{24AFD62A-D58C-0808-E348-205A0EA594EC}"/>
          </ac:spMkLst>
        </pc:spChg>
      </pc:sldChg>
      <pc:sldChg chg="modSp add mod ord">
        <pc:chgData name="faik bilgen" userId="9fcb1696e65a161f" providerId="LiveId" clId="{0C3A4C9E-717D-4ADE-97E0-B0AD580B3355}" dt="2026-02-03T15:49:00.738" v="1086" actId="20577"/>
        <pc:sldMkLst>
          <pc:docMk/>
          <pc:sldMk cId="341243621" sldId="371"/>
        </pc:sldMkLst>
        <pc:spChg chg="mod">
          <ac:chgData name="faik bilgen" userId="9fcb1696e65a161f" providerId="LiveId" clId="{0C3A4C9E-717D-4ADE-97E0-B0AD580B3355}" dt="2026-02-03T15:49:00.738" v="1086" actId="20577"/>
          <ac:spMkLst>
            <pc:docMk/>
            <pc:sldMk cId="341243621" sldId="371"/>
            <ac:spMk id="2" creationId="{E1348B3D-1F95-A7C4-A9BF-33B4BF01826A}"/>
          </ac:spMkLst>
        </pc:spChg>
      </pc:sldChg>
      <pc:sldChg chg="add del replId">
        <pc:chgData name="faik bilgen" userId="9fcb1696e65a161f" providerId="LiveId" clId="{0C3A4C9E-717D-4ADE-97E0-B0AD580B3355}" dt="2026-02-03T15:28:34.403" v="1001" actId="2890"/>
        <pc:sldMkLst>
          <pc:docMk/>
          <pc:sldMk cId="715295180" sldId="371"/>
        </pc:sldMkLst>
      </pc:sldChg>
      <pc:sldChg chg="add del replId">
        <pc:chgData name="faik bilgen" userId="9fcb1696e65a161f" providerId="LiveId" clId="{0C3A4C9E-717D-4ADE-97E0-B0AD580B3355}" dt="2026-02-03T15:28:34.403" v="1001" actId="2890"/>
        <pc:sldMkLst>
          <pc:docMk/>
          <pc:sldMk cId="179374227" sldId="372"/>
        </pc:sldMkLst>
      </pc:sldChg>
      <pc:sldChg chg="modSp add mod ord">
        <pc:chgData name="faik bilgen" userId="9fcb1696e65a161f" providerId="LiveId" clId="{0C3A4C9E-717D-4ADE-97E0-B0AD580B3355}" dt="2026-02-03T16:09:24.573" v="1153" actId="20577"/>
        <pc:sldMkLst>
          <pc:docMk/>
          <pc:sldMk cId="2414788584" sldId="372"/>
        </pc:sldMkLst>
        <pc:spChg chg="mod">
          <ac:chgData name="faik bilgen" userId="9fcb1696e65a161f" providerId="LiveId" clId="{0C3A4C9E-717D-4ADE-97E0-B0AD580B3355}" dt="2026-02-03T16:09:24.573" v="1153" actId="20577"/>
          <ac:spMkLst>
            <pc:docMk/>
            <pc:sldMk cId="2414788584" sldId="372"/>
            <ac:spMk id="2" creationId="{53B7B656-8EF9-53E1-AEE5-2AF4A748D8FE}"/>
          </ac:spMkLst>
        </pc:spChg>
        <pc:spChg chg="mod">
          <ac:chgData name="faik bilgen" userId="9fcb1696e65a161f" providerId="LiveId" clId="{0C3A4C9E-717D-4ADE-97E0-B0AD580B3355}" dt="2026-02-03T15:58:29.664" v="1128" actId="20577"/>
          <ac:spMkLst>
            <pc:docMk/>
            <pc:sldMk cId="2414788584" sldId="372"/>
            <ac:spMk id="4" creationId="{BC96E57B-98DE-1AF9-6CE1-0CDD53EDFE78}"/>
          </ac:spMkLst>
        </pc:spChg>
      </pc:sldChg>
      <pc:sldChg chg="add del replId">
        <pc:chgData name="faik bilgen" userId="9fcb1696e65a161f" providerId="LiveId" clId="{0C3A4C9E-717D-4ADE-97E0-B0AD580B3355}" dt="2026-02-03T15:28:34.403" v="1001" actId="2890"/>
        <pc:sldMkLst>
          <pc:docMk/>
          <pc:sldMk cId="820660664" sldId="373"/>
        </pc:sldMkLst>
      </pc:sldChg>
      <pc:sldChg chg="modSp add mod">
        <pc:chgData name="faik bilgen" userId="9fcb1696e65a161f" providerId="LiveId" clId="{0C3A4C9E-717D-4ADE-97E0-B0AD580B3355}" dt="2026-02-03T16:09:19.829" v="1152" actId="20577"/>
        <pc:sldMkLst>
          <pc:docMk/>
          <pc:sldMk cId="3287412020" sldId="373"/>
        </pc:sldMkLst>
        <pc:spChg chg="mod">
          <ac:chgData name="faik bilgen" userId="9fcb1696e65a161f" providerId="LiveId" clId="{0C3A4C9E-717D-4ADE-97E0-B0AD580B3355}" dt="2026-02-03T16:09:19.829" v="1152" actId="20577"/>
          <ac:spMkLst>
            <pc:docMk/>
            <pc:sldMk cId="3287412020" sldId="373"/>
            <ac:spMk id="2" creationId="{1C3B5A7E-037C-E584-5CBB-B3380E6194D4}"/>
          </ac:spMkLst>
        </pc:spChg>
        <pc:spChg chg="mod">
          <ac:chgData name="faik bilgen" userId="9fcb1696e65a161f" providerId="LiveId" clId="{0C3A4C9E-717D-4ADE-97E0-B0AD580B3355}" dt="2026-02-03T16:04:35.240" v="1135" actId="20577"/>
          <ac:spMkLst>
            <pc:docMk/>
            <pc:sldMk cId="3287412020" sldId="373"/>
            <ac:spMk id="4" creationId="{2495C931-6987-6DE8-2E82-3656D31A5F7B}"/>
          </ac:spMkLst>
        </pc:spChg>
      </pc:sldChg>
      <pc:sldChg chg="add del replId">
        <pc:chgData name="faik bilgen" userId="9fcb1696e65a161f" providerId="LiveId" clId="{0C3A4C9E-717D-4ADE-97E0-B0AD580B3355}" dt="2026-02-03T15:28:34.403" v="1001" actId="2890"/>
        <pc:sldMkLst>
          <pc:docMk/>
          <pc:sldMk cId="153553590" sldId="374"/>
        </pc:sldMkLst>
      </pc:sldChg>
      <pc:sldChg chg="modSp add mod">
        <pc:chgData name="faik bilgen" userId="9fcb1696e65a161f" providerId="LiveId" clId="{0C3A4C9E-717D-4ADE-97E0-B0AD580B3355}" dt="2026-02-03T16:09:14.549" v="1151" actId="20577"/>
        <pc:sldMkLst>
          <pc:docMk/>
          <pc:sldMk cId="322447089" sldId="374"/>
        </pc:sldMkLst>
        <pc:spChg chg="mod">
          <ac:chgData name="faik bilgen" userId="9fcb1696e65a161f" providerId="LiveId" clId="{0C3A4C9E-717D-4ADE-97E0-B0AD580B3355}" dt="2026-02-03T16:09:14.549" v="1151" actId="20577"/>
          <ac:spMkLst>
            <pc:docMk/>
            <pc:sldMk cId="322447089" sldId="374"/>
            <ac:spMk id="2" creationId="{1D418F98-C193-9AD4-7C1F-ECB51156EBE1}"/>
          </ac:spMkLst>
        </pc:spChg>
        <pc:spChg chg="mod">
          <ac:chgData name="faik bilgen" userId="9fcb1696e65a161f" providerId="LiveId" clId="{0C3A4C9E-717D-4ADE-97E0-B0AD580B3355}" dt="2026-02-03T16:06:33.014" v="1140" actId="20577"/>
          <ac:spMkLst>
            <pc:docMk/>
            <pc:sldMk cId="322447089" sldId="374"/>
            <ac:spMk id="4" creationId="{9FCF29C0-156D-6014-E1FF-69B845ED66D1}"/>
          </ac:spMkLst>
        </pc:spChg>
      </pc:sldChg>
      <pc:sldChg chg="add del replId">
        <pc:chgData name="faik bilgen" userId="9fcb1696e65a161f" providerId="LiveId" clId="{0C3A4C9E-717D-4ADE-97E0-B0AD580B3355}" dt="2026-02-03T15:28:34.403" v="1001" actId="2890"/>
        <pc:sldMkLst>
          <pc:docMk/>
          <pc:sldMk cId="1492590068" sldId="375"/>
        </pc:sldMkLst>
      </pc:sldChg>
      <pc:sldChg chg="addSp delSp modSp add mod">
        <pc:chgData name="faik bilgen" userId="9fcb1696e65a161f" providerId="LiveId" clId="{0C3A4C9E-717D-4ADE-97E0-B0AD580B3355}" dt="2026-02-03T16:09:02.318" v="1150" actId="20577"/>
        <pc:sldMkLst>
          <pc:docMk/>
          <pc:sldMk cId="1588254874" sldId="375"/>
        </pc:sldMkLst>
        <pc:spChg chg="mod">
          <ac:chgData name="faik bilgen" userId="9fcb1696e65a161f" providerId="LiveId" clId="{0C3A4C9E-717D-4ADE-97E0-B0AD580B3355}" dt="2026-02-03T16:09:02.318" v="1150" actId="20577"/>
          <ac:spMkLst>
            <pc:docMk/>
            <pc:sldMk cId="1588254874" sldId="375"/>
            <ac:spMk id="2" creationId="{E7FB6E0A-617F-776D-670F-4B8B6B8E7B2B}"/>
          </ac:spMkLst>
        </pc:spChg>
        <pc:spChg chg="del">
          <ac:chgData name="faik bilgen" userId="9fcb1696e65a161f" providerId="LiveId" clId="{0C3A4C9E-717D-4ADE-97E0-B0AD580B3355}" dt="2026-02-03T16:07:46.440" v="1146" actId="478"/>
          <ac:spMkLst>
            <pc:docMk/>
            <pc:sldMk cId="1588254874" sldId="375"/>
            <ac:spMk id="4" creationId="{868B62D0-3AAE-E8CF-C675-3269700E9B12}"/>
          </ac:spMkLst>
        </pc:spChg>
        <pc:picChg chg="add mod">
          <ac:chgData name="faik bilgen" userId="9fcb1696e65a161f" providerId="LiveId" clId="{0C3A4C9E-717D-4ADE-97E0-B0AD580B3355}" dt="2026-02-03T16:08:11.780" v="1149" actId="1076"/>
          <ac:picMkLst>
            <pc:docMk/>
            <pc:sldMk cId="1588254874" sldId="375"/>
            <ac:picMk id="3" creationId="{7BCCF897-6650-2E57-AD9F-21BEC0D6FB37}"/>
          </ac:picMkLst>
        </pc:picChg>
      </pc:sldChg>
      <pc:sldChg chg="modSp add mod ord">
        <pc:chgData name="faik bilgen" userId="9fcb1696e65a161f" providerId="LiveId" clId="{0C3A4C9E-717D-4ADE-97E0-B0AD580B3355}" dt="2026-02-03T16:10:43.526" v="1159" actId="20577"/>
        <pc:sldMkLst>
          <pc:docMk/>
          <pc:sldMk cId="1669216383" sldId="376"/>
        </pc:sldMkLst>
        <pc:spChg chg="mod">
          <ac:chgData name="faik bilgen" userId="9fcb1696e65a161f" providerId="LiveId" clId="{0C3A4C9E-717D-4ADE-97E0-B0AD580B3355}" dt="2026-02-03T16:10:43.526" v="1159" actId="20577"/>
          <ac:spMkLst>
            <pc:docMk/>
            <pc:sldMk cId="1669216383" sldId="376"/>
            <ac:spMk id="4" creationId="{0BCC00D0-5160-D24E-3E0C-ADF6CFBBCBC3}"/>
          </ac:spMkLst>
        </pc:spChg>
      </pc:sldChg>
      <pc:sldChg chg="modSp add mod">
        <pc:chgData name="faik bilgen" userId="9fcb1696e65a161f" providerId="LiveId" clId="{0C3A4C9E-717D-4ADE-97E0-B0AD580B3355}" dt="2026-02-03T16:11:41.300" v="1163" actId="20577"/>
        <pc:sldMkLst>
          <pc:docMk/>
          <pc:sldMk cId="1110946361" sldId="377"/>
        </pc:sldMkLst>
        <pc:spChg chg="mod">
          <ac:chgData name="faik bilgen" userId="9fcb1696e65a161f" providerId="LiveId" clId="{0C3A4C9E-717D-4ADE-97E0-B0AD580B3355}" dt="2026-02-03T16:11:41.300" v="1163" actId="20577"/>
          <ac:spMkLst>
            <pc:docMk/>
            <pc:sldMk cId="1110946361" sldId="377"/>
            <ac:spMk id="4" creationId="{0D561650-62E2-A47E-FD90-7D7C4A7A1828}"/>
          </ac:spMkLst>
        </pc:spChg>
      </pc:sldChg>
      <pc:sldChg chg="addSp delSp modSp add mod ord">
        <pc:chgData name="faik bilgen" userId="9fcb1696e65a161f" providerId="LiveId" clId="{0C3A4C9E-717D-4ADE-97E0-B0AD580B3355}" dt="2026-02-03T16:17:01.274" v="1216" actId="20577"/>
        <pc:sldMkLst>
          <pc:docMk/>
          <pc:sldMk cId="361548280" sldId="378"/>
        </pc:sldMkLst>
        <pc:spChg chg="mod">
          <ac:chgData name="faik bilgen" userId="9fcb1696e65a161f" providerId="LiveId" clId="{0C3A4C9E-717D-4ADE-97E0-B0AD580B3355}" dt="2026-02-03T16:17:01.274" v="1216" actId="20577"/>
          <ac:spMkLst>
            <pc:docMk/>
            <pc:sldMk cId="361548280" sldId="378"/>
            <ac:spMk id="2" creationId="{FCC2568C-1E54-6F65-2C97-9D003C383E6F}"/>
          </ac:spMkLst>
        </pc:spChg>
        <pc:spChg chg="del">
          <ac:chgData name="faik bilgen" userId="9fcb1696e65a161f" providerId="LiveId" clId="{0C3A4C9E-717D-4ADE-97E0-B0AD580B3355}" dt="2026-02-03T16:14:38.819" v="1167" actId="478"/>
          <ac:spMkLst>
            <pc:docMk/>
            <pc:sldMk cId="361548280" sldId="378"/>
            <ac:spMk id="4" creationId="{65D8095C-04EE-ADCF-9982-3F45F848203A}"/>
          </ac:spMkLst>
        </pc:spChg>
        <pc:graphicFrameChg chg="add mod modGraphic">
          <ac:chgData name="faik bilgen" userId="9fcb1696e65a161f" providerId="LiveId" clId="{0C3A4C9E-717D-4ADE-97E0-B0AD580B3355}" dt="2026-02-03T16:15:52.205" v="1188" actId="14734"/>
          <ac:graphicFrameMkLst>
            <pc:docMk/>
            <pc:sldMk cId="361548280" sldId="378"/>
            <ac:graphicFrameMk id="3" creationId="{B3E91EF8-6AD3-7840-EA3C-77C934B9B131}"/>
          </ac:graphicFrameMkLst>
        </pc:graphicFrameChg>
      </pc:sldChg>
      <pc:sldChg chg="modSp add">
        <pc:chgData name="faik bilgen" userId="9fcb1696e65a161f" providerId="LiveId" clId="{0C3A4C9E-717D-4ADE-97E0-B0AD580B3355}" dt="2026-02-03T16:18:22.368" v="1218"/>
        <pc:sldMkLst>
          <pc:docMk/>
          <pc:sldMk cId="1545810805" sldId="379"/>
        </pc:sldMkLst>
        <pc:spChg chg="mod">
          <ac:chgData name="faik bilgen" userId="9fcb1696e65a161f" providerId="LiveId" clId="{0C3A4C9E-717D-4ADE-97E0-B0AD580B3355}" dt="2026-02-03T16:18:22.368" v="1218"/>
          <ac:spMkLst>
            <pc:docMk/>
            <pc:sldMk cId="1545810805" sldId="379"/>
            <ac:spMk id="2" creationId="{C7910174-6DEE-C347-8AF2-3D4C260D0F22}"/>
          </ac:spMkLst>
        </pc:spChg>
      </pc:sldChg>
      <pc:sldChg chg="modSp add mod ord">
        <pc:chgData name="faik bilgen" userId="9fcb1696e65a161f" providerId="LiveId" clId="{0C3A4C9E-717D-4ADE-97E0-B0AD580B3355}" dt="2026-02-04T06:39:22.001" v="1239" actId="20577"/>
        <pc:sldMkLst>
          <pc:docMk/>
          <pc:sldMk cId="3003265005" sldId="380"/>
        </pc:sldMkLst>
        <pc:spChg chg="mod">
          <ac:chgData name="faik bilgen" userId="9fcb1696e65a161f" providerId="LiveId" clId="{0C3A4C9E-717D-4ADE-97E0-B0AD580B3355}" dt="2026-02-04T06:39:22.001" v="1239" actId="20577"/>
          <ac:spMkLst>
            <pc:docMk/>
            <pc:sldMk cId="3003265005" sldId="380"/>
            <ac:spMk id="2" creationId="{C0B59189-FA76-FDB9-91A2-870A6F4C8099}"/>
          </ac:spMkLst>
        </pc:spChg>
      </pc:sldChg>
      <pc:sldChg chg="modSp add mod ord modNotesTx">
        <pc:chgData name="faik bilgen" userId="9fcb1696e65a161f" providerId="LiveId" clId="{0C3A4C9E-717D-4ADE-97E0-B0AD580B3355}" dt="2026-02-04T06:45:26.874" v="1279" actId="20577"/>
        <pc:sldMkLst>
          <pc:docMk/>
          <pc:sldMk cId="3219863466" sldId="381"/>
        </pc:sldMkLst>
        <pc:spChg chg="mod">
          <ac:chgData name="faik bilgen" userId="9fcb1696e65a161f" providerId="LiveId" clId="{0C3A4C9E-717D-4ADE-97E0-B0AD580B3355}" dt="2026-02-04T06:43:36.542" v="1268" actId="20577"/>
          <ac:spMkLst>
            <pc:docMk/>
            <pc:sldMk cId="3219863466" sldId="381"/>
            <ac:spMk id="2" creationId="{842B016B-E67F-0166-6533-DB981E3973A4}"/>
          </ac:spMkLst>
        </pc:spChg>
        <pc:spChg chg="mod">
          <ac:chgData name="faik bilgen" userId="9fcb1696e65a161f" providerId="LiveId" clId="{0C3A4C9E-717D-4ADE-97E0-B0AD580B3355}" dt="2026-02-04T06:44:34.919" v="1274" actId="6549"/>
          <ac:spMkLst>
            <pc:docMk/>
            <pc:sldMk cId="3219863466" sldId="381"/>
            <ac:spMk id="4" creationId="{0160EC1C-B841-070F-918A-2C47B671C9DD}"/>
          </ac:spMkLst>
        </pc:spChg>
      </pc:sldChg>
      <pc:sldChg chg="modSp add mod modNotesTx">
        <pc:chgData name="faik bilgen" userId="9fcb1696e65a161f" providerId="LiveId" clId="{0C3A4C9E-717D-4ADE-97E0-B0AD580B3355}" dt="2026-02-04T06:49:18.286" v="1295" actId="113"/>
        <pc:sldMkLst>
          <pc:docMk/>
          <pc:sldMk cId="2652172029" sldId="382"/>
        </pc:sldMkLst>
        <pc:spChg chg="mod">
          <ac:chgData name="faik bilgen" userId="9fcb1696e65a161f" providerId="LiveId" clId="{0C3A4C9E-717D-4ADE-97E0-B0AD580B3355}" dt="2026-02-04T06:46:20.917" v="1282"/>
          <ac:spMkLst>
            <pc:docMk/>
            <pc:sldMk cId="2652172029" sldId="382"/>
            <ac:spMk id="2" creationId="{DB2259BD-F500-E6A4-D1AE-BED61570EAF2}"/>
          </ac:spMkLst>
        </pc:spChg>
        <pc:spChg chg="mod">
          <ac:chgData name="faik bilgen" userId="9fcb1696e65a161f" providerId="LiveId" clId="{0C3A4C9E-717D-4ADE-97E0-B0AD580B3355}" dt="2026-02-04T06:49:18.286" v="1295" actId="113"/>
          <ac:spMkLst>
            <pc:docMk/>
            <pc:sldMk cId="2652172029" sldId="382"/>
            <ac:spMk id="4" creationId="{6C52D58B-FB3E-4619-7E2D-46C96E85EA30}"/>
          </ac:spMkLst>
        </pc:spChg>
      </pc:sldChg>
      <pc:sldChg chg="addSp delSp modSp add mod">
        <pc:chgData name="faik bilgen" userId="9fcb1696e65a161f" providerId="LiveId" clId="{0C3A4C9E-717D-4ADE-97E0-B0AD580B3355}" dt="2026-02-04T06:50:47.083" v="1314" actId="14100"/>
        <pc:sldMkLst>
          <pc:docMk/>
          <pc:sldMk cId="4108619422" sldId="383"/>
        </pc:sldMkLst>
        <pc:spChg chg="del">
          <ac:chgData name="faik bilgen" userId="9fcb1696e65a161f" providerId="LiveId" clId="{0C3A4C9E-717D-4ADE-97E0-B0AD580B3355}" dt="2026-02-04T06:49:47.875" v="1297" actId="478"/>
          <ac:spMkLst>
            <pc:docMk/>
            <pc:sldMk cId="4108619422" sldId="383"/>
            <ac:spMk id="4" creationId="{F6484113-9020-4FF3-FC66-499FE7441ADC}"/>
          </ac:spMkLst>
        </pc:spChg>
        <pc:graphicFrameChg chg="add mod modGraphic">
          <ac:chgData name="faik bilgen" userId="9fcb1696e65a161f" providerId="LiveId" clId="{0C3A4C9E-717D-4ADE-97E0-B0AD580B3355}" dt="2026-02-04T06:50:47.083" v="1314" actId="14100"/>
          <ac:graphicFrameMkLst>
            <pc:docMk/>
            <pc:sldMk cId="4108619422" sldId="383"/>
            <ac:graphicFrameMk id="3" creationId="{FA4DFEF2-EF5D-D783-89ED-1DFE5F269631}"/>
          </ac:graphicFrameMkLst>
        </pc:graphicFrameChg>
      </pc:sldChg>
      <pc:sldChg chg="addSp delSp modSp add mod">
        <pc:chgData name="faik bilgen" userId="9fcb1696e65a161f" providerId="LiveId" clId="{0C3A4C9E-717D-4ADE-97E0-B0AD580B3355}" dt="2026-02-04T06:52:31.771" v="1320" actId="1076"/>
        <pc:sldMkLst>
          <pc:docMk/>
          <pc:sldMk cId="4102811203" sldId="384"/>
        </pc:sldMkLst>
        <pc:graphicFrameChg chg="del">
          <ac:chgData name="faik bilgen" userId="9fcb1696e65a161f" providerId="LiveId" clId="{0C3A4C9E-717D-4ADE-97E0-B0AD580B3355}" dt="2026-02-04T06:51:15.189" v="1316" actId="478"/>
          <ac:graphicFrameMkLst>
            <pc:docMk/>
            <pc:sldMk cId="4102811203" sldId="384"/>
            <ac:graphicFrameMk id="3" creationId="{F94ABB46-656C-6ED7-5E58-17E1529D40B8}"/>
          </ac:graphicFrameMkLst>
        </pc:graphicFrameChg>
        <pc:picChg chg="add mod">
          <ac:chgData name="faik bilgen" userId="9fcb1696e65a161f" providerId="LiveId" clId="{0C3A4C9E-717D-4ADE-97E0-B0AD580B3355}" dt="2026-02-04T06:52:31.771" v="1320" actId="1076"/>
          <ac:picMkLst>
            <pc:docMk/>
            <pc:sldMk cId="4102811203" sldId="384"/>
            <ac:picMk id="5" creationId="{2424B2CF-A14A-FA6D-9B5B-E016D9C9C3D3}"/>
          </ac:picMkLst>
        </pc:picChg>
      </pc:sldChg>
      <pc:sldChg chg="add">
        <pc:chgData name="faik bilgen" userId="9fcb1696e65a161f" providerId="LiveId" clId="{0C3A4C9E-717D-4ADE-97E0-B0AD580B3355}" dt="2026-02-04T06:52:38.534" v="1321" actId="2890"/>
        <pc:sldMkLst>
          <pc:docMk/>
          <pc:sldMk cId="2507713645" sldId="3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308A92-B98F-4EFC-AFB3-8EC3A22CF98B}" type="datetimeFigureOut">
              <a:rPr lang="en-US" smtClean="0"/>
              <a:t>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D5A177-4F81-46F5-8B40-3F72A2FB8C4F}" type="slidenum">
              <a:rPr lang="en-US" smtClean="0"/>
              <a:t>‹#›</a:t>
            </a:fld>
            <a:endParaRPr lang="en-US"/>
          </a:p>
        </p:txBody>
      </p:sp>
    </p:spTree>
    <p:extLst>
      <p:ext uri="{BB962C8B-B14F-4D97-AF65-F5344CB8AC3E}">
        <p14:creationId xmlns:p14="http://schemas.microsoft.com/office/powerpoint/2010/main" val="3491977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learn.microsoft.com/en-us/azure/aks/concepts-network-cni-overview"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learn.microsoft.com/en-us/azure/aks/concepts-network-cni-overview"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https://learn.microsoft.com/en-us/azure/aks/concepts-network</a:t>
            </a:r>
          </a:p>
        </p:txBody>
      </p:sp>
      <p:sp>
        <p:nvSpPr>
          <p:cNvPr id="4" name="Slide Number Placeholder 3"/>
          <p:cNvSpPr>
            <a:spLocks noGrp="1"/>
          </p:cNvSpPr>
          <p:nvPr>
            <p:ph type="sldNum" sz="quarter" idx="5"/>
          </p:nvPr>
        </p:nvSpPr>
        <p:spPr/>
        <p:txBody>
          <a:bodyPr/>
          <a:lstStyle/>
          <a:p>
            <a:fld id="{8CD5A177-4F81-46F5-8B40-3F72A2FB8C4F}" type="slidenum">
              <a:rPr lang="en-US" smtClean="0"/>
              <a:t>3</a:t>
            </a:fld>
            <a:endParaRPr lang="en-US"/>
          </a:p>
        </p:txBody>
      </p:sp>
    </p:spTree>
    <p:extLst>
      <p:ext uri="{BB962C8B-B14F-4D97-AF65-F5344CB8AC3E}">
        <p14:creationId xmlns:p14="http://schemas.microsoft.com/office/powerpoint/2010/main" val="254623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https://learn.microsoft.com/en-us/azure/aks/concepts-network</a:t>
            </a:r>
          </a:p>
        </p:txBody>
      </p:sp>
      <p:sp>
        <p:nvSpPr>
          <p:cNvPr id="4" name="Slide Number Placeholder 3"/>
          <p:cNvSpPr>
            <a:spLocks noGrp="1"/>
          </p:cNvSpPr>
          <p:nvPr>
            <p:ph type="sldNum" sz="quarter" idx="5"/>
          </p:nvPr>
        </p:nvSpPr>
        <p:spPr/>
        <p:txBody>
          <a:bodyPr/>
          <a:lstStyle/>
          <a:p>
            <a:fld id="{8CD5A177-4F81-46F5-8B40-3F72A2FB8C4F}" type="slidenum">
              <a:rPr lang="en-US" smtClean="0"/>
              <a:t>4</a:t>
            </a:fld>
            <a:endParaRPr lang="en-US"/>
          </a:p>
        </p:txBody>
      </p:sp>
    </p:spTree>
    <p:extLst>
      <p:ext uri="{BB962C8B-B14F-4D97-AF65-F5344CB8AC3E}">
        <p14:creationId xmlns:p14="http://schemas.microsoft.com/office/powerpoint/2010/main" val="1215012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https://learn.microsoft.com/en-us/azure/aks/concepts-network</a:t>
            </a:r>
          </a:p>
        </p:txBody>
      </p:sp>
      <p:sp>
        <p:nvSpPr>
          <p:cNvPr id="4" name="Slide Number Placeholder 3"/>
          <p:cNvSpPr>
            <a:spLocks noGrp="1"/>
          </p:cNvSpPr>
          <p:nvPr>
            <p:ph type="sldNum" sz="quarter" idx="5"/>
          </p:nvPr>
        </p:nvSpPr>
        <p:spPr/>
        <p:txBody>
          <a:bodyPr/>
          <a:lstStyle/>
          <a:p>
            <a:fld id="{8CD5A177-4F81-46F5-8B40-3F72A2FB8C4F}" type="slidenum">
              <a:rPr lang="en-US" smtClean="0"/>
              <a:t>5</a:t>
            </a:fld>
            <a:endParaRPr lang="en-US"/>
          </a:p>
        </p:txBody>
      </p:sp>
    </p:spTree>
    <p:extLst>
      <p:ext uri="{BB962C8B-B14F-4D97-AF65-F5344CB8AC3E}">
        <p14:creationId xmlns:p14="http://schemas.microsoft.com/office/powerpoint/2010/main" val="4201441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https://learn.microsoft.com/en-us/azure/aks/concepts-network</a:t>
            </a:r>
          </a:p>
        </p:txBody>
      </p:sp>
      <p:sp>
        <p:nvSpPr>
          <p:cNvPr id="4" name="Slide Number Placeholder 3"/>
          <p:cNvSpPr>
            <a:spLocks noGrp="1"/>
          </p:cNvSpPr>
          <p:nvPr>
            <p:ph type="sldNum" sz="quarter" idx="5"/>
          </p:nvPr>
        </p:nvSpPr>
        <p:spPr/>
        <p:txBody>
          <a:bodyPr/>
          <a:lstStyle/>
          <a:p>
            <a:fld id="{8CD5A177-4F81-46F5-8B40-3F72A2FB8C4F}" type="slidenum">
              <a:rPr lang="en-US" smtClean="0"/>
              <a:t>6</a:t>
            </a:fld>
            <a:endParaRPr lang="en-US"/>
          </a:p>
        </p:txBody>
      </p:sp>
    </p:spTree>
    <p:extLst>
      <p:ext uri="{BB962C8B-B14F-4D97-AF65-F5344CB8AC3E}">
        <p14:creationId xmlns:p14="http://schemas.microsoft.com/office/powerpoint/2010/main" val="14242275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3D1E98-6F04-C2BD-4B83-1E11433D9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109D3-E678-6F7A-9AF9-0F2F9894DC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D63D9-6CE1-C7EE-5082-88EB9014E503}"/>
              </a:ext>
            </a:extLst>
          </p:cNvPr>
          <p:cNvSpPr>
            <a:spLocks noGrp="1"/>
          </p:cNvSpPr>
          <p:nvPr>
            <p:ph type="body" idx="1"/>
          </p:nvPr>
        </p:nvSpPr>
        <p:spPr/>
        <p:txBody>
          <a:bodyPr/>
          <a:lstStyle/>
          <a:p>
            <a:r>
              <a:rPr lang="en-US" dirty="0"/>
              <a:t>https://learn.microsoft.com/en-us/azure/aks/concepts-network</a:t>
            </a:r>
          </a:p>
        </p:txBody>
      </p:sp>
      <p:sp>
        <p:nvSpPr>
          <p:cNvPr id="4" name="Slide Number Placeholder 3">
            <a:extLst>
              <a:ext uri="{FF2B5EF4-FFF2-40B4-BE49-F238E27FC236}">
                <a16:creationId xmlns:a16="http://schemas.microsoft.com/office/drawing/2014/main" id="{B6A07F2E-3262-FEDA-6C94-0E4F32235718}"/>
              </a:ext>
            </a:extLst>
          </p:cNvPr>
          <p:cNvSpPr>
            <a:spLocks noGrp="1"/>
          </p:cNvSpPr>
          <p:nvPr>
            <p:ph type="sldNum" sz="quarter" idx="5"/>
          </p:nvPr>
        </p:nvSpPr>
        <p:spPr/>
        <p:txBody>
          <a:bodyPr/>
          <a:lstStyle/>
          <a:p>
            <a:fld id="{8CD5A177-4F81-46F5-8B40-3F72A2FB8C4F}" type="slidenum">
              <a:rPr lang="en-US" smtClean="0"/>
              <a:t>7</a:t>
            </a:fld>
            <a:endParaRPr lang="en-US"/>
          </a:p>
        </p:txBody>
      </p:sp>
    </p:spTree>
    <p:extLst>
      <p:ext uri="{BB962C8B-B14F-4D97-AF65-F5344CB8AC3E}">
        <p14:creationId xmlns:p14="http://schemas.microsoft.com/office/powerpoint/2010/main" val="618919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E493C-C4AE-C2A7-7F43-487E9E96B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27DA3-DBA8-95D5-7171-6D9BCD3EB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20005D-7BA9-810A-9EDF-1C94E5469A7E}"/>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5DB7FDBF-A839-03E3-D483-BA4CF4CB904C}"/>
              </a:ext>
            </a:extLst>
          </p:cNvPr>
          <p:cNvSpPr>
            <a:spLocks noGrp="1"/>
          </p:cNvSpPr>
          <p:nvPr>
            <p:ph type="sldNum" sz="quarter" idx="5"/>
          </p:nvPr>
        </p:nvSpPr>
        <p:spPr/>
        <p:txBody>
          <a:bodyPr/>
          <a:lstStyle/>
          <a:p>
            <a:fld id="{8CD5A177-4F81-46F5-8B40-3F72A2FB8C4F}" type="slidenum">
              <a:rPr lang="en-US" smtClean="0"/>
              <a:t>10</a:t>
            </a:fld>
            <a:endParaRPr lang="en-US"/>
          </a:p>
        </p:txBody>
      </p:sp>
    </p:spTree>
    <p:extLst>
      <p:ext uri="{BB962C8B-B14F-4D97-AF65-F5344CB8AC3E}">
        <p14:creationId xmlns:p14="http://schemas.microsoft.com/office/powerpoint/2010/main" val="4460460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4A6D-64BE-A8BB-FEB6-F83BEEAC84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F2B858-0A1E-F68B-3531-ED8578C24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E20A9C-4B17-1499-A716-BCFCD1DF7C64}"/>
              </a:ext>
            </a:extLst>
          </p:cNvPr>
          <p:cNvSpPr>
            <a:spLocks noGrp="1"/>
          </p:cNvSpPr>
          <p:nvPr>
            <p:ph type="body" idx="1"/>
          </p:nvPr>
        </p:nvSpPr>
        <p:spPr/>
        <p:txBody>
          <a:bodyPr/>
          <a:lstStyle/>
          <a:p>
            <a:r>
              <a:rPr lang="en-US" dirty="0"/>
              <a:t>https://learn.microsoft.com/en-us/azure/aks/concepts-network</a:t>
            </a:r>
          </a:p>
        </p:txBody>
      </p:sp>
      <p:sp>
        <p:nvSpPr>
          <p:cNvPr id="4" name="Slide Number Placeholder 3">
            <a:extLst>
              <a:ext uri="{FF2B5EF4-FFF2-40B4-BE49-F238E27FC236}">
                <a16:creationId xmlns:a16="http://schemas.microsoft.com/office/drawing/2014/main" id="{84C9C22E-8A53-4A78-E333-1E8A85DF69B2}"/>
              </a:ext>
            </a:extLst>
          </p:cNvPr>
          <p:cNvSpPr>
            <a:spLocks noGrp="1"/>
          </p:cNvSpPr>
          <p:nvPr>
            <p:ph type="sldNum" sz="quarter" idx="5"/>
          </p:nvPr>
        </p:nvSpPr>
        <p:spPr/>
        <p:txBody>
          <a:bodyPr/>
          <a:lstStyle/>
          <a:p>
            <a:fld id="{8CD5A177-4F81-46F5-8B40-3F72A2FB8C4F}" type="slidenum">
              <a:rPr lang="en-US" smtClean="0"/>
              <a:t>11</a:t>
            </a:fld>
            <a:endParaRPr lang="en-US"/>
          </a:p>
        </p:txBody>
      </p:sp>
    </p:spTree>
    <p:extLst>
      <p:ext uri="{BB962C8B-B14F-4D97-AF65-F5344CB8AC3E}">
        <p14:creationId xmlns:p14="http://schemas.microsoft.com/office/powerpoint/2010/main" val="1676197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9205-12AA-8D7F-0D3A-8ECC37828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1AAE7A-B807-76A7-1012-C61E691BE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4518C-FAA2-B831-05B7-520DDF7E7DB3}"/>
              </a:ext>
            </a:extLst>
          </p:cNvPr>
          <p:cNvSpPr>
            <a:spLocks noGrp="1"/>
          </p:cNvSpPr>
          <p:nvPr>
            <p:ph type="body" idx="1"/>
          </p:nvPr>
        </p:nvSpPr>
        <p:spPr/>
        <p:txBody>
          <a:bodyPr/>
          <a:lstStyle/>
          <a:p>
            <a:r>
              <a:rPr lang="en-US" dirty="0">
                <a:hlinkClick r:id="rId3"/>
              </a:rPr>
              <a:t>Concepts - CNI Networking in AKS - Azure Kubernetes Service | Microsoft Learn</a:t>
            </a:r>
            <a:endParaRPr lang="en-US" dirty="0"/>
          </a:p>
        </p:txBody>
      </p:sp>
      <p:sp>
        <p:nvSpPr>
          <p:cNvPr id="4" name="Slide Number Placeholder 3">
            <a:extLst>
              <a:ext uri="{FF2B5EF4-FFF2-40B4-BE49-F238E27FC236}">
                <a16:creationId xmlns:a16="http://schemas.microsoft.com/office/drawing/2014/main" id="{E5D27B45-AE0E-7C78-A7CD-F428A37BADF5}"/>
              </a:ext>
            </a:extLst>
          </p:cNvPr>
          <p:cNvSpPr>
            <a:spLocks noGrp="1"/>
          </p:cNvSpPr>
          <p:nvPr>
            <p:ph type="sldNum" sz="quarter" idx="5"/>
          </p:nvPr>
        </p:nvSpPr>
        <p:spPr/>
        <p:txBody>
          <a:bodyPr/>
          <a:lstStyle/>
          <a:p>
            <a:fld id="{8CD5A177-4F81-46F5-8B40-3F72A2FB8C4F}" type="slidenum">
              <a:rPr lang="en-US" smtClean="0"/>
              <a:t>12</a:t>
            </a:fld>
            <a:endParaRPr lang="en-US"/>
          </a:p>
        </p:txBody>
      </p:sp>
    </p:spTree>
    <p:extLst>
      <p:ext uri="{BB962C8B-B14F-4D97-AF65-F5344CB8AC3E}">
        <p14:creationId xmlns:p14="http://schemas.microsoft.com/office/powerpoint/2010/main" val="587214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72E37-0FF5-51F5-707D-63084862A3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9AC50-42E1-FF3C-26C6-FDDF14BB2D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59405-16DE-A8FA-CCFB-4B70B41F7A7A}"/>
              </a:ext>
            </a:extLst>
          </p:cNvPr>
          <p:cNvSpPr>
            <a:spLocks noGrp="1"/>
          </p:cNvSpPr>
          <p:nvPr>
            <p:ph type="body" idx="1"/>
          </p:nvPr>
        </p:nvSpPr>
        <p:spPr/>
        <p:txBody>
          <a:bodyPr/>
          <a:lstStyle/>
          <a:p>
            <a:r>
              <a:rPr lang="en-US" dirty="0">
                <a:hlinkClick r:id="rId3"/>
              </a:rPr>
              <a:t>Concepts - CNI Networking in AKS - Azure Kubernetes Service | Microsoft Learn</a:t>
            </a:r>
            <a:endParaRPr lang="en-US" dirty="0"/>
          </a:p>
        </p:txBody>
      </p:sp>
      <p:sp>
        <p:nvSpPr>
          <p:cNvPr id="4" name="Slide Number Placeholder 3">
            <a:extLst>
              <a:ext uri="{FF2B5EF4-FFF2-40B4-BE49-F238E27FC236}">
                <a16:creationId xmlns:a16="http://schemas.microsoft.com/office/drawing/2014/main" id="{97866D5C-6E8E-5453-A37F-03B19DB7F768}"/>
              </a:ext>
            </a:extLst>
          </p:cNvPr>
          <p:cNvSpPr>
            <a:spLocks noGrp="1"/>
          </p:cNvSpPr>
          <p:nvPr>
            <p:ph type="sldNum" sz="quarter" idx="5"/>
          </p:nvPr>
        </p:nvSpPr>
        <p:spPr/>
        <p:txBody>
          <a:bodyPr/>
          <a:lstStyle/>
          <a:p>
            <a:fld id="{8CD5A177-4F81-46F5-8B40-3F72A2FB8C4F}" type="slidenum">
              <a:rPr lang="en-US" smtClean="0"/>
              <a:t>13</a:t>
            </a:fld>
            <a:endParaRPr lang="en-US"/>
          </a:p>
        </p:txBody>
      </p:sp>
    </p:spTree>
    <p:extLst>
      <p:ext uri="{BB962C8B-B14F-4D97-AF65-F5344CB8AC3E}">
        <p14:creationId xmlns:p14="http://schemas.microsoft.com/office/powerpoint/2010/main" val="1224749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06A3-C54C-D0FF-455A-03243A937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72E02-DCEA-445E-5591-CEF9A65098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5BFA8-D8A1-E338-E5CB-705BA42196FE}"/>
              </a:ext>
            </a:extLst>
          </p:cNvPr>
          <p:cNvSpPr>
            <a:spLocks noGrp="1"/>
          </p:cNvSpPr>
          <p:nvPr>
            <p:ph type="body" idx="1"/>
          </p:nvPr>
        </p:nvSpPr>
        <p:spPr/>
        <p:txBody>
          <a:bodyPr/>
          <a:lstStyle/>
          <a:p>
            <a:r>
              <a:rPr lang="en-US" dirty="0"/>
              <a:t>https://learn.microsoft.com/en-us/azure/aks/concepts-network-azure-cni-pod-subnet </a:t>
            </a:r>
          </a:p>
        </p:txBody>
      </p:sp>
      <p:sp>
        <p:nvSpPr>
          <p:cNvPr id="4" name="Slide Number Placeholder 3">
            <a:extLst>
              <a:ext uri="{FF2B5EF4-FFF2-40B4-BE49-F238E27FC236}">
                <a16:creationId xmlns:a16="http://schemas.microsoft.com/office/drawing/2014/main" id="{F13D7CFD-14BE-2E4E-B7AE-B1F530E827D1}"/>
              </a:ext>
            </a:extLst>
          </p:cNvPr>
          <p:cNvSpPr>
            <a:spLocks noGrp="1"/>
          </p:cNvSpPr>
          <p:nvPr>
            <p:ph type="sldNum" sz="quarter" idx="5"/>
          </p:nvPr>
        </p:nvSpPr>
        <p:spPr/>
        <p:txBody>
          <a:bodyPr/>
          <a:lstStyle/>
          <a:p>
            <a:fld id="{8CD5A177-4F81-46F5-8B40-3F72A2FB8C4F}" type="slidenum">
              <a:rPr lang="en-US" smtClean="0"/>
              <a:t>15</a:t>
            </a:fld>
            <a:endParaRPr lang="en-US"/>
          </a:p>
        </p:txBody>
      </p:sp>
    </p:spTree>
    <p:extLst>
      <p:ext uri="{BB962C8B-B14F-4D97-AF65-F5344CB8AC3E}">
        <p14:creationId xmlns:p14="http://schemas.microsoft.com/office/powerpoint/2010/main" val="30709961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2F045-B20A-6DEA-1B5B-27067711F4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98E051-7CE9-0415-C328-C86C8EFBC8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20C09-A169-0873-AE3E-6D3919B5DDE6}"/>
              </a:ext>
            </a:extLst>
          </p:cNvPr>
          <p:cNvSpPr>
            <a:spLocks noGrp="1"/>
          </p:cNvSpPr>
          <p:nvPr>
            <p:ph type="body" idx="1"/>
          </p:nvPr>
        </p:nvSpPr>
        <p:spPr/>
        <p:txBody>
          <a:bodyPr/>
          <a:lstStyle/>
          <a:p>
            <a:r>
              <a:rPr lang="en-US" dirty="0"/>
              <a:t>https://learn.microsoft.com/en-us/azure/aks/concepts-network-azure-cni-pod-subnet </a:t>
            </a:r>
          </a:p>
        </p:txBody>
      </p:sp>
      <p:sp>
        <p:nvSpPr>
          <p:cNvPr id="4" name="Slide Number Placeholder 3">
            <a:extLst>
              <a:ext uri="{FF2B5EF4-FFF2-40B4-BE49-F238E27FC236}">
                <a16:creationId xmlns:a16="http://schemas.microsoft.com/office/drawing/2014/main" id="{0B80C73F-5A0D-EDA5-0205-59BA2315AACC}"/>
              </a:ext>
            </a:extLst>
          </p:cNvPr>
          <p:cNvSpPr>
            <a:spLocks noGrp="1"/>
          </p:cNvSpPr>
          <p:nvPr>
            <p:ph type="sldNum" sz="quarter" idx="5"/>
          </p:nvPr>
        </p:nvSpPr>
        <p:spPr/>
        <p:txBody>
          <a:bodyPr/>
          <a:lstStyle/>
          <a:p>
            <a:fld id="{8CD5A177-4F81-46F5-8B40-3F72A2FB8C4F}" type="slidenum">
              <a:rPr lang="en-US" smtClean="0"/>
              <a:t>18</a:t>
            </a:fld>
            <a:endParaRPr lang="en-US"/>
          </a:p>
        </p:txBody>
      </p:sp>
    </p:spTree>
    <p:extLst>
      <p:ext uri="{BB962C8B-B14F-4D97-AF65-F5344CB8AC3E}">
        <p14:creationId xmlns:p14="http://schemas.microsoft.com/office/powerpoint/2010/main" val="34781893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88138-0504-8C86-36F9-A52C18AA9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21FEE-EF11-CF4B-E47E-34EF6999CD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BB36BF-0A52-E8A5-B963-DB2AF933FA56}"/>
              </a:ext>
            </a:extLst>
          </p:cNvPr>
          <p:cNvSpPr>
            <a:spLocks noGrp="1"/>
          </p:cNvSpPr>
          <p:nvPr>
            <p:ph type="body" idx="1"/>
          </p:nvPr>
        </p:nvSpPr>
        <p:spPr/>
        <p:txBody>
          <a:bodyPr/>
          <a:lstStyle/>
          <a:p>
            <a:r>
              <a:rPr lang="en-US" dirty="0"/>
              <a:t>https://learn.microsoft.com/en-us/azure/aks/concepts-network-azure-cni-pod-subnet </a:t>
            </a:r>
          </a:p>
        </p:txBody>
      </p:sp>
      <p:sp>
        <p:nvSpPr>
          <p:cNvPr id="4" name="Slide Number Placeholder 3">
            <a:extLst>
              <a:ext uri="{FF2B5EF4-FFF2-40B4-BE49-F238E27FC236}">
                <a16:creationId xmlns:a16="http://schemas.microsoft.com/office/drawing/2014/main" id="{E6BD8EF8-03DC-0566-0E84-21FEC673A012}"/>
              </a:ext>
            </a:extLst>
          </p:cNvPr>
          <p:cNvSpPr>
            <a:spLocks noGrp="1"/>
          </p:cNvSpPr>
          <p:nvPr>
            <p:ph type="sldNum" sz="quarter" idx="5"/>
          </p:nvPr>
        </p:nvSpPr>
        <p:spPr/>
        <p:txBody>
          <a:bodyPr/>
          <a:lstStyle/>
          <a:p>
            <a:fld id="{8CD5A177-4F81-46F5-8B40-3F72A2FB8C4F}" type="slidenum">
              <a:rPr lang="en-US" smtClean="0"/>
              <a:t>19</a:t>
            </a:fld>
            <a:endParaRPr lang="en-US"/>
          </a:p>
        </p:txBody>
      </p:sp>
    </p:spTree>
    <p:extLst>
      <p:ext uri="{BB962C8B-B14F-4D97-AF65-F5344CB8AC3E}">
        <p14:creationId xmlns:p14="http://schemas.microsoft.com/office/powerpoint/2010/main" val="37574085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7E3A4-B9E1-9615-D0BB-C40738DDE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1EEE03-ED9A-D5BE-7218-8931B512DD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4B35E-BF0B-36EF-6054-6165B16E4189}"/>
              </a:ext>
            </a:extLst>
          </p:cNvPr>
          <p:cNvSpPr>
            <a:spLocks noGrp="1"/>
          </p:cNvSpPr>
          <p:nvPr>
            <p:ph type="body" idx="1"/>
          </p:nvPr>
        </p:nvSpPr>
        <p:spPr/>
        <p:txBody>
          <a:bodyPr/>
          <a:lstStyle/>
          <a:p>
            <a:r>
              <a:rPr lang="en-US" dirty="0"/>
              <a:t>https://learn.microsoft.com/en-us/azure/aks/concepts-network-azure-cni-pod-subnet </a:t>
            </a:r>
          </a:p>
        </p:txBody>
      </p:sp>
      <p:sp>
        <p:nvSpPr>
          <p:cNvPr id="4" name="Slide Number Placeholder 3">
            <a:extLst>
              <a:ext uri="{FF2B5EF4-FFF2-40B4-BE49-F238E27FC236}">
                <a16:creationId xmlns:a16="http://schemas.microsoft.com/office/drawing/2014/main" id="{EA532CE3-C44C-7437-1FC4-62D63EC4FD3A}"/>
              </a:ext>
            </a:extLst>
          </p:cNvPr>
          <p:cNvSpPr>
            <a:spLocks noGrp="1"/>
          </p:cNvSpPr>
          <p:nvPr>
            <p:ph type="sldNum" sz="quarter" idx="5"/>
          </p:nvPr>
        </p:nvSpPr>
        <p:spPr/>
        <p:txBody>
          <a:bodyPr/>
          <a:lstStyle/>
          <a:p>
            <a:fld id="{8CD5A177-4F81-46F5-8B40-3F72A2FB8C4F}" type="slidenum">
              <a:rPr lang="en-US" smtClean="0"/>
              <a:t>20</a:t>
            </a:fld>
            <a:endParaRPr lang="en-US"/>
          </a:p>
        </p:txBody>
      </p:sp>
    </p:spTree>
    <p:extLst>
      <p:ext uri="{BB962C8B-B14F-4D97-AF65-F5344CB8AC3E}">
        <p14:creationId xmlns:p14="http://schemas.microsoft.com/office/powerpoint/2010/main" val="63283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2E83-E410-7D96-AEB1-35A5844BC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C3C610-4299-AD4E-4837-16F7E048EB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BBC4E8-F5F0-966D-9CA6-6C6406409AE0}"/>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5372E640-DF47-CC69-93F0-BE0B5A4288C0}"/>
              </a:ext>
            </a:extLst>
          </p:cNvPr>
          <p:cNvSpPr>
            <a:spLocks noGrp="1"/>
          </p:cNvSpPr>
          <p:nvPr>
            <p:ph type="sldNum" sz="quarter" idx="5"/>
          </p:nvPr>
        </p:nvSpPr>
        <p:spPr/>
        <p:txBody>
          <a:bodyPr/>
          <a:lstStyle/>
          <a:p>
            <a:fld id="{8CD5A177-4F81-46F5-8B40-3F72A2FB8C4F}" type="slidenum">
              <a:rPr lang="en-US" smtClean="0"/>
              <a:t>23</a:t>
            </a:fld>
            <a:endParaRPr lang="en-US"/>
          </a:p>
        </p:txBody>
      </p:sp>
    </p:spTree>
    <p:extLst>
      <p:ext uri="{BB962C8B-B14F-4D97-AF65-F5344CB8AC3E}">
        <p14:creationId xmlns:p14="http://schemas.microsoft.com/office/powerpoint/2010/main" val="17424734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30DD-4D55-EE00-47E1-054C47F13A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01ECF6-9A32-C56F-639A-7DCC4A1F2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742919-C4F8-F0C8-1886-80261853346D}"/>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2939FEF1-8239-2748-178F-12A684AC40D9}"/>
              </a:ext>
            </a:extLst>
          </p:cNvPr>
          <p:cNvSpPr>
            <a:spLocks noGrp="1"/>
          </p:cNvSpPr>
          <p:nvPr>
            <p:ph type="sldNum" sz="quarter" idx="5"/>
          </p:nvPr>
        </p:nvSpPr>
        <p:spPr/>
        <p:txBody>
          <a:bodyPr/>
          <a:lstStyle/>
          <a:p>
            <a:fld id="{8CD5A177-4F81-46F5-8B40-3F72A2FB8C4F}" type="slidenum">
              <a:rPr lang="en-US" smtClean="0"/>
              <a:t>24</a:t>
            </a:fld>
            <a:endParaRPr lang="en-US"/>
          </a:p>
        </p:txBody>
      </p:sp>
    </p:spTree>
    <p:extLst>
      <p:ext uri="{BB962C8B-B14F-4D97-AF65-F5344CB8AC3E}">
        <p14:creationId xmlns:p14="http://schemas.microsoft.com/office/powerpoint/2010/main" val="1612790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2B685-9BF9-D68F-153D-A4CBF45EE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F4C19F-5CB4-E840-545D-E7C7E15DA7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F089CB-E3C3-D85D-B957-0A9D67AF49D5}"/>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9870983A-B5F0-6F10-7FB1-A0B358665823}"/>
              </a:ext>
            </a:extLst>
          </p:cNvPr>
          <p:cNvSpPr>
            <a:spLocks noGrp="1"/>
          </p:cNvSpPr>
          <p:nvPr>
            <p:ph type="sldNum" sz="quarter" idx="5"/>
          </p:nvPr>
        </p:nvSpPr>
        <p:spPr/>
        <p:txBody>
          <a:bodyPr/>
          <a:lstStyle/>
          <a:p>
            <a:fld id="{8CD5A177-4F81-46F5-8B40-3F72A2FB8C4F}" type="slidenum">
              <a:rPr lang="en-US" smtClean="0"/>
              <a:t>25</a:t>
            </a:fld>
            <a:endParaRPr lang="en-US"/>
          </a:p>
        </p:txBody>
      </p:sp>
    </p:spTree>
    <p:extLst>
      <p:ext uri="{BB962C8B-B14F-4D97-AF65-F5344CB8AC3E}">
        <p14:creationId xmlns:p14="http://schemas.microsoft.com/office/powerpoint/2010/main" val="5694812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1627E-AAC6-11C3-25A0-8D3B009D3C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B4838-DBCC-FDA2-99C9-D104098CA9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82F350-7DCD-E2BC-0D62-C8821740344A}"/>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F6BF58D8-F58F-E3BD-4E00-6FE87A5EBE7F}"/>
              </a:ext>
            </a:extLst>
          </p:cNvPr>
          <p:cNvSpPr>
            <a:spLocks noGrp="1"/>
          </p:cNvSpPr>
          <p:nvPr>
            <p:ph type="sldNum" sz="quarter" idx="5"/>
          </p:nvPr>
        </p:nvSpPr>
        <p:spPr/>
        <p:txBody>
          <a:bodyPr/>
          <a:lstStyle/>
          <a:p>
            <a:fld id="{8CD5A177-4F81-46F5-8B40-3F72A2FB8C4F}" type="slidenum">
              <a:rPr lang="en-US" smtClean="0"/>
              <a:t>26</a:t>
            </a:fld>
            <a:endParaRPr lang="en-US"/>
          </a:p>
        </p:txBody>
      </p:sp>
    </p:spTree>
    <p:extLst>
      <p:ext uri="{BB962C8B-B14F-4D97-AF65-F5344CB8AC3E}">
        <p14:creationId xmlns:p14="http://schemas.microsoft.com/office/powerpoint/2010/main" val="11770078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617CE-09EA-C5B6-6BCA-77CEDB455D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E0D6DE-4A88-B925-B96E-E102F7E102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F2560-DF5C-85B9-0C14-4377C638D161}"/>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9324B262-674C-352C-8295-180B86EB22C8}"/>
              </a:ext>
            </a:extLst>
          </p:cNvPr>
          <p:cNvSpPr>
            <a:spLocks noGrp="1"/>
          </p:cNvSpPr>
          <p:nvPr>
            <p:ph type="sldNum" sz="quarter" idx="5"/>
          </p:nvPr>
        </p:nvSpPr>
        <p:spPr/>
        <p:txBody>
          <a:bodyPr/>
          <a:lstStyle/>
          <a:p>
            <a:fld id="{8CD5A177-4F81-46F5-8B40-3F72A2FB8C4F}" type="slidenum">
              <a:rPr lang="en-US" smtClean="0"/>
              <a:t>27</a:t>
            </a:fld>
            <a:endParaRPr lang="en-US"/>
          </a:p>
        </p:txBody>
      </p:sp>
    </p:spTree>
    <p:extLst>
      <p:ext uri="{BB962C8B-B14F-4D97-AF65-F5344CB8AC3E}">
        <p14:creationId xmlns:p14="http://schemas.microsoft.com/office/powerpoint/2010/main" val="140106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6075-E234-93B4-3920-CAA75921FA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694F9-513D-25E5-8C14-D1144EDD8B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E10968-FFA4-704F-F654-E6D4EE3B8882}"/>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57CB87BF-466E-3D2F-6904-5DF9BBD86BEB}"/>
              </a:ext>
            </a:extLst>
          </p:cNvPr>
          <p:cNvSpPr>
            <a:spLocks noGrp="1"/>
          </p:cNvSpPr>
          <p:nvPr>
            <p:ph type="sldNum" sz="quarter" idx="5"/>
          </p:nvPr>
        </p:nvSpPr>
        <p:spPr/>
        <p:txBody>
          <a:bodyPr/>
          <a:lstStyle/>
          <a:p>
            <a:fld id="{8CD5A177-4F81-46F5-8B40-3F72A2FB8C4F}" type="slidenum">
              <a:rPr lang="en-US" smtClean="0"/>
              <a:t>28</a:t>
            </a:fld>
            <a:endParaRPr lang="en-US"/>
          </a:p>
        </p:txBody>
      </p:sp>
    </p:spTree>
    <p:extLst>
      <p:ext uri="{BB962C8B-B14F-4D97-AF65-F5344CB8AC3E}">
        <p14:creationId xmlns:p14="http://schemas.microsoft.com/office/powerpoint/2010/main" val="21809868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0A1C2-DDC0-8F4E-6608-B72C9CC21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34D4D-4D5E-4650-4892-C860E0E6B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591766-352A-4E5A-9D25-497AD3CFFD57}"/>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FF8188F5-6165-2A4D-7621-13346D44E36D}"/>
              </a:ext>
            </a:extLst>
          </p:cNvPr>
          <p:cNvSpPr>
            <a:spLocks noGrp="1"/>
          </p:cNvSpPr>
          <p:nvPr>
            <p:ph type="sldNum" sz="quarter" idx="5"/>
          </p:nvPr>
        </p:nvSpPr>
        <p:spPr/>
        <p:txBody>
          <a:bodyPr/>
          <a:lstStyle/>
          <a:p>
            <a:fld id="{8CD5A177-4F81-46F5-8B40-3F72A2FB8C4F}" type="slidenum">
              <a:rPr lang="en-US" smtClean="0"/>
              <a:t>32</a:t>
            </a:fld>
            <a:endParaRPr lang="en-US"/>
          </a:p>
        </p:txBody>
      </p:sp>
    </p:spTree>
    <p:extLst>
      <p:ext uri="{BB962C8B-B14F-4D97-AF65-F5344CB8AC3E}">
        <p14:creationId xmlns:p14="http://schemas.microsoft.com/office/powerpoint/2010/main" val="29815169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A4DDB-EE13-2B44-DEF8-D0696794C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523C3-9C7D-1BED-D59B-D26F50DBC2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7A5C02-43FF-FDCA-FBBF-AA15EA07D948}"/>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42F3D5A8-72A6-D211-ED35-8A3440A04A99}"/>
              </a:ext>
            </a:extLst>
          </p:cNvPr>
          <p:cNvSpPr>
            <a:spLocks noGrp="1"/>
          </p:cNvSpPr>
          <p:nvPr>
            <p:ph type="sldNum" sz="quarter" idx="5"/>
          </p:nvPr>
        </p:nvSpPr>
        <p:spPr/>
        <p:txBody>
          <a:bodyPr/>
          <a:lstStyle/>
          <a:p>
            <a:fld id="{8CD5A177-4F81-46F5-8B40-3F72A2FB8C4F}" type="slidenum">
              <a:rPr lang="en-US" smtClean="0"/>
              <a:t>33</a:t>
            </a:fld>
            <a:endParaRPr lang="en-US"/>
          </a:p>
        </p:txBody>
      </p:sp>
    </p:spTree>
    <p:extLst>
      <p:ext uri="{BB962C8B-B14F-4D97-AF65-F5344CB8AC3E}">
        <p14:creationId xmlns:p14="http://schemas.microsoft.com/office/powerpoint/2010/main" val="11168596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B306F-DDA6-6B49-7C37-655D1EACC1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B3A983-D3B9-A413-BA9F-3260FA6185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673DB1-E3A9-8383-7B9F-CBE432B854C1}"/>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70CC8AA5-461E-27A0-4B44-90F2B196AE1D}"/>
              </a:ext>
            </a:extLst>
          </p:cNvPr>
          <p:cNvSpPr>
            <a:spLocks noGrp="1"/>
          </p:cNvSpPr>
          <p:nvPr>
            <p:ph type="sldNum" sz="quarter" idx="5"/>
          </p:nvPr>
        </p:nvSpPr>
        <p:spPr/>
        <p:txBody>
          <a:bodyPr/>
          <a:lstStyle/>
          <a:p>
            <a:fld id="{8CD5A177-4F81-46F5-8B40-3F72A2FB8C4F}" type="slidenum">
              <a:rPr lang="en-US" smtClean="0"/>
              <a:t>34</a:t>
            </a:fld>
            <a:endParaRPr lang="en-US"/>
          </a:p>
        </p:txBody>
      </p:sp>
    </p:spTree>
    <p:extLst>
      <p:ext uri="{BB962C8B-B14F-4D97-AF65-F5344CB8AC3E}">
        <p14:creationId xmlns:p14="http://schemas.microsoft.com/office/powerpoint/2010/main" val="12699403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D27B9-2531-A929-E9ED-A8E1A8BE7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86BD04-D7E3-2DFC-59A3-3C48555747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11AD6F-7940-4A5B-E7F6-B78FD6B57168}"/>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8FA091C3-D431-CD12-0EBC-99C594DD8DFD}"/>
              </a:ext>
            </a:extLst>
          </p:cNvPr>
          <p:cNvSpPr>
            <a:spLocks noGrp="1"/>
          </p:cNvSpPr>
          <p:nvPr>
            <p:ph type="sldNum" sz="quarter" idx="5"/>
          </p:nvPr>
        </p:nvSpPr>
        <p:spPr/>
        <p:txBody>
          <a:bodyPr/>
          <a:lstStyle/>
          <a:p>
            <a:fld id="{8CD5A177-4F81-46F5-8B40-3F72A2FB8C4F}" type="slidenum">
              <a:rPr lang="en-US" smtClean="0"/>
              <a:t>35</a:t>
            </a:fld>
            <a:endParaRPr lang="en-US"/>
          </a:p>
        </p:txBody>
      </p:sp>
    </p:spTree>
    <p:extLst>
      <p:ext uri="{BB962C8B-B14F-4D97-AF65-F5344CB8AC3E}">
        <p14:creationId xmlns:p14="http://schemas.microsoft.com/office/powerpoint/2010/main" val="29789035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4B4E4-00CB-FCF2-223A-1C143AE09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A450A6-FFEC-9443-E180-A0F6B1D41B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5A1449-0C74-CD3F-B561-41A3236ABCF5}"/>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86D137BE-619E-7D48-F3F1-927820F48B2E}"/>
              </a:ext>
            </a:extLst>
          </p:cNvPr>
          <p:cNvSpPr>
            <a:spLocks noGrp="1"/>
          </p:cNvSpPr>
          <p:nvPr>
            <p:ph type="sldNum" sz="quarter" idx="5"/>
          </p:nvPr>
        </p:nvSpPr>
        <p:spPr/>
        <p:txBody>
          <a:bodyPr/>
          <a:lstStyle/>
          <a:p>
            <a:fld id="{8CD5A177-4F81-46F5-8B40-3F72A2FB8C4F}" type="slidenum">
              <a:rPr lang="en-US" smtClean="0"/>
              <a:t>37</a:t>
            </a:fld>
            <a:endParaRPr lang="en-US"/>
          </a:p>
        </p:txBody>
      </p:sp>
    </p:spTree>
    <p:extLst>
      <p:ext uri="{BB962C8B-B14F-4D97-AF65-F5344CB8AC3E}">
        <p14:creationId xmlns:p14="http://schemas.microsoft.com/office/powerpoint/2010/main" val="19642963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A1905-9F86-AA4F-DBAA-2A0B2681A4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162B3-7DCB-B073-C028-D4F6E677B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C7A88-85B2-35DF-DAC6-4895F5D95764}"/>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44A10CE6-4D79-8FFC-30BE-F65BB0C06A83}"/>
              </a:ext>
            </a:extLst>
          </p:cNvPr>
          <p:cNvSpPr>
            <a:spLocks noGrp="1"/>
          </p:cNvSpPr>
          <p:nvPr>
            <p:ph type="sldNum" sz="quarter" idx="5"/>
          </p:nvPr>
        </p:nvSpPr>
        <p:spPr/>
        <p:txBody>
          <a:bodyPr/>
          <a:lstStyle/>
          <a:p>
            <a:fld id="{8CD5A177-4F81-46F5-8B40-3F72A2FB8C4F}" type="slidenum">
              <a:rPr lang="en-US" smtClean="0"/>
              <a:t>38</a:t>
            </a:fld>
            <a:endParaRPr lang="en-US"/>
          </a:p>
        </p:txBody>
      </p:sp>
    </p:spTree>
    <p:extLst>
      <p:ext uri="{BB962C8B-B14F-4D97-AF65-F5344CB8AC3E}">
        <p14:creationId xmlns:p14="http://schemas.microsoft.com/office/powerpoint/2010/main" val="3636361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12A53-46BD-98F6-B9E0-BCB49DB75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9D54D-A1CC-7C49-9C33-1FB18293AE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78E65D-3FC5-875B-441A-2177FED4BCD1}"/>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75D904A7-6CF7-E6A2-E021-BA8A9123E6CD}"/>
              </a:ext>
            </a:extLst>
          </p:cNvPr>
          <p:cNvSpPr>
            <a:spLocks noGrp="1"/>
          </p:cNvSpPr>
          <p:nvPr>
            <p:ph type="sldNum" sz="quarter" idx="5"/>
          </p:nvPr>
        </p:nvSpPr>
        <p:spPr/>
        <p:txBody>
          <a:bodyPr/>
          <a:lstStyle/>
          <a:p>
            <a:fld id="{8CD5A177-4F81-46F5-8B40-3F72A2FB8C4F}" type="slidenum">
              <a:rPr lang="en-US" smtClean="0"/>
              <a:t>39</a:t>
            </a:fld>
            <a:endParaRPr lang="en-US"/>
          </a:p>
        </p:txBody>
      </p:sp>
    </p:spTree>
    <p:extLst>
      <p:ext uri="{BB962C8B-B14F-4D97-AF65-F5344CB8AC3E}">
        <p14:creationId xmlns:p14="http://schemas.microsoft.com/office/powerpoint/2010/main" val="18007888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B7BEB-A5D9-8871-4113-B48513E5D1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E89255-3DCB-907F-23E9-16148965DC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44BB3-7982-1A04-96E0-91744FE0224A}"/>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DC62475B-0C1F-D92A-A310-B22A1D1552EA}"/>
              </a:ext>
            </a:extLst>
          </p:cNvPr>
          <p:cNvSpPr>
            <a:spLocks noGrp="1"/>
          </p:cNvSpPr>
          <p:nvPr>
            <p:ph type="sldNum" sz="quarter" idx="5"/>
          </p:nvPr>
        </p:nvSpPr>
        <p:spPr/>
        <p:txBody>
          <a:bodyPr/>
          <a:lstStyle/>
          <a:p>
            <a:fld id="{8CD5A177-4F81-46F5-8B40-3F72A2FB8C4F}" type="slidenum">
              <a:rPr lang="en-US" smtClean="0"/>
              <a:t>40</a:t>
            </a:fld>
            <a:endParaRPr lang="en-US"/>
          </a:p>
        </p:txBody>
      </p:sp>
    </p:spTree>
    <p:extLst>
      <p:ext uri="{BB962C8B-B14F-4D97-AF65-F5344CB8AC3E}">
        <p14:creationId xmlns:p14="http://schemas.microsoft.com/office/powerpoint/2010/main" val="23000787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AA7914-FA79-D329-ECA1-10F199B6C1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095963-A0FC-D744-71C4-5774DD5476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C3A29A-CEBB-FB7D-1B99-35A4654BB458}"/>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0DD27847-91CF-C00F-42E2-AEBBF0BB7A35}"/>
              </a:ext>
            </a:extLst>
          </p:cNvPr>
          <p:cNvSpPr>
            <a:spLocks noGrp="1"/>
          </p:cNvSpPr>
          <p:nvPr>
            <p:ph type="sldNum" sz="quarter" idx="5"/>
          </p:nvPr>
        </p:nvSpPr>
        <p:spPr/>
        <p:txBody>
          <a:bodyPr/>
          <a:lstStyle/>
          <a:p>
            <a:fld id="{8CD5A177-4F81-46F5-8B40-3F72A2FB8C4F}" type="slidenum">
              <a:rPr lang="en-US" smtClean="0"/>
              <a:t>41</a:t>
            </a:fld>
            <a:endParaRPr lang="en-US"/>
          </a:p>
        </p:txBody>
      </p:sp>
    </p:spTree>
    <p:extLst>
      <p:ext uri="{BB962C8B-B14F-4D97-AF65-F5344CB8AC3E}">
        <p14:creationId xmlns:p14="http://schemas.microsoft.com/office/powerpoint/2010/main" val="4043450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7BFBD-1BCF-9D48-C5EB-D345CA538B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69A717-54B7-4412-9AB8-6EA47E27E3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9B56F8-257E-6667-B931-5E06729EE4B0}"/>
              </a:ext>
            </a:extLst>
          </p:cNvPr>
          <p:cNvSpPr>
            <a:spLocks noGrp="1"/>
          </p:cNvSpPr>
          <p:nvPr>
            <p:ph type="body" idx="1"/>
          </p:nvPr>
        </p:nvSpPr>
        <p:spPr/>
        <p:txBody>
          <a:bodyPr/>
          <a:lstStyle/>
          <a:p>
            <a:r>
              <a:rPr lang="en-US" dirty="0"/>
              <a:t>https://learn.microsoft.com/en-us/azure/aks/configure-kubenet </a:t>
            </a:r>
          </a:p>
        </p:txBody>
      </p:sp>
      <p:sp>
        <p:nvSpPr>
          <p:cNvPr id="4" name="Slide Number Placeholder 3">
            <a:extLst>
              <a:ext uri="{FF2B5EF4-FFF2-40B4-BE49-F238E27FC236}">
                <a16:creationId xmlns:a16="http://schemas.microsoft.com/office/drawing/2014/main" id="{7C2943D1-6A39-040B-9A5D-F61C7774B68F}"/>
              </a:ext>
            </a:extLst>
          </p:cNvPr>
          <p:cNvSpPr>
            <a:spLocks noGrp="1"/>
          </p:cNvSpPr>
          <p:nvPr>
            <p:ph type="sldNum" sz="quarter" idx="5"/>
          </p:nvPr>
        </p:nvSpPr>
        <p:spPr/>
        <p:txBody>
          <a:bodyPr/>
          <a:lstStyle/>
          <a:p>
            <a:fld id="{8CD5A177-4F81-46F5-8B40-3F72A2FB8C4F}" type="slidenum">
              <a:rPr lang="en-US" smtClean="0"/>
              <a:t>42</a:t>
            </a:fld>
            <a:endParaRPr lang="en-US"/>
          </a:p>
        </p:txBody>
      </p:sp>
    </p:spTree>
    <p:extLst>
      <p:ext uri="{BB962C8B-B14F-4D97-AF65-F5344CB8AC3E}">
        <p14:creationId xmlns:p14="http://schemas.microsoft.com/office/powerpoint/2010/main" val="9123073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AD2D8-1015-B1F5-DC32-F4ABB16AA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85D193-842F-4538-D976-D3E9767E01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52AA76-A66E-534F-0880-A5A6AB3B2564}"/>
              </a:ext>
            </a:extLst>
          </p:cNvPr>
          <p:cNvSpPr>
            <a:spLocks noGrp="1"/>
          </p:cNvSpPr>
          <p:nvPr>
            <p:ph type="body" idx="1"/>
          </p:nvPr>
        </p:nvSpPr>
        <p:spPr/>
        <p:txBody>
          <a:bodyPr/>
          <a:lstStyle/>
          <a:p>
            <a:r>
              <a:rPr lang="en-US" dirty="0"/>
              <a:t>https://learn.microsoft.com/en-us/azure/aks/use-network-policies </a:t>
            </a:r>
          </a:p>
        </p:txBody>
      </p:sp>
      <p:sp>
        <p:nvSpPr>
          <p:cNvPr id="4" name="Slide Number Placeholder 3">
            <a:extLst>
              <a:ext uri="{FF2B5EF4-FFF2-40B4-BE49-F238E27FC236}">
                <a16:creationId xmlns:a16="http://schemas.microsoft.com/office/drawing/2014/main" id="{22E7C60E-CCE1-72EB-7B40-532110F41935}"/>
              </a:ext>
            </a:extLst>
          </p:cNvPr>
          <p:cNvSpPr>
            <a:spLocks noGrp="1"/>
          </p:cNvSpPr>
          <p:nvPr>
            <p:ph type="sldNum" sz="quarter" idx="5"/>
          </p:nvPr>
        </p:nvSpPr>
        <p:spPr/>
        <p:txBody>
          <a:bodyPr/>
          <a:lstStyle/>
          <a:p>
            <a:fld id="{8CD5A177-4F81-46F5-8B40-3F72A2FB8C4F}" type="slidenum">
              <a:rPr lang="en-US" smtClean="0"/>
              <a:t>44</a:t>
            </a:fld>
            <a:endParaRPr lang="en-US"/>
          </a:p>
        </p:txBody>
      </p:sp>
    </p:spTree>
    <p:extLst>
      <p:ext uri="{BB962C8B-B14F-4D97-AF65-F5344CB8AC3E}">
        <p14:creationId xmlns:p14="http://schemas.microsoft.com/office/powerpoint/2010/main" val="23505957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6E951-7396-7774-AC6D-FCFBB7438C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2B6C4D-85CD-7864-6958-0640399B84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96A7A7-3C82-8F3F-9CE8-577FB62D781D}"/>
              </a:ext>
            </a:extLst>
          </p:cNvPr>
          <p:cNvSpPr>
            <a:spLocks noGrp="1"/>
          </p:cNvSpPr>
          <p:nvPr>
            <p:ph type="body" idx="1"/>
          </p:nvPr>
        </p:nvSpPr>
        <p:spPr/>
        <p:txBody>
          <a:bodyPr/>
          <a:lstStyle/>
          <a:p>
            <a:r>
              <a:rPr lang="en-US" dirty="0"/>
              <a:t>https://learn.microsoft.com/en-us/azure/aks/use-network-policies </a:t>
            </a:r>
          </a:p>
        </p:txBody>
      </p:sp>
      <p:sp>
        <p:nvSpPr>
          <p:cNvPr id="4" name="Slide Number Placeholder 3">
            <a:extLst>
              <a:ext uri="{FF2B5EF4-FFF2-40B4-BE49-F238E27FC236}">
                <a16:creationId xmlns:a16="http://schemas.microsoft.com/office/drawing/2014/main" id="{0F321CDC-8718-2C4A-B82A-72AF1A25789F}"/>
              </a:ext>
            </a:extLst>
          </p:cNvPr>
          <p:cNvSpPr>
            <a:spLocks noGrp="1"/>
          </p:cNvSpPr>
          <p:nvPr>
            <p:ph type="sldNum" sz="quarter" idx="5"/>
          </p:nvPr>
        </p:nvSpPr>
        <p:spPr/>
        <p:txBody>
          <a:bodyPr/>
          <a:lstStyle/>
          <a:p>
            <a:fld id="{8CD5A177-4F81-46F5-8B40-3F72A2FB8C4F}" type="slidenum">
              <a:rPr lang="en-US" smtClean="0"/>
              <a:t>45</a:t>
            </a:fld>
            <a:endParaRPr lang="en-US"/>
          </a:p>
        </p:txBody>
      </p:sp>
    </p:spTree>
    <p:extLst>
      <p:ext uri="{BB962C8B-B14F-4D97-AF65-F5344CB8AC3E}">
        <p14:creationId xmlns:p14="http://schemas.microsoft.com/office/powerpoint/2010/main" val="18959775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073B1-C7E7-3BA3-E933-84AF01027B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0998DB-FB1E-EE89-AA68-7048E5DFD7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DCA1C-5579-97BA-ACDC-3F0EE7AEBBD5}"/>
              </a:ext>
            </a:extLst>
          </p:cNvPr>
          <p:cNvSpPr>
            <a:spLocks noGrp="1"/>
          </p:cNvSpPr>
          <p:nvPr>
            <p:ph type="body" idx="1"/>
          </p:nvPr>
        </p:nvSpPr>
        <p:spPr/>
        <p:txBody>
          <a:bodyPr/>
          <a:lstStyle/>
          <a:p>
            <a:r>
              <a:rPr lang="en-US" dirty="0"/>
              <a:t>https://learn.microsoft.com/en-us/azure/aks/use-network-policies </a:t>
            </a:r>
          </a:p>
        </p:txBody>
      </p:sp>
      <p:sp>
        <p:nvSpPr>
          <p:cNvPr id="4" name="Slide Number Placeholder 3">
            <a:extLst>
              <a:ext uri="{FF2B5EF4-FFF2-40B4-BE49-F238E27FC236}">
                <a16:creationId xmlns:a16="http://schemas.microsoft.com/office/drawing/2014/main" id="{920DB162-F7B7-A92B-A395-EAD08415D269}"/>
              </a:ext>
            </a:extLst>
          </p:cNvPr>
          <p:cNvSpPr>
            <a:spLocks noGrp="1"/>
          </p:cNvSpPr>
          <p:nvPr>
            <p:ph type="sldNum" sz="quarter" idx="5"/>
          </p:nvPr>
        </p:nvSpPr>
        <p:spPr/>
        <p:txBody>
          <a:bodyPr/>
          <a:lstStyle/>
          <a:p>
            <a:fld id="{8CD5A177-4F81-46F5-8B40-3F72A2FB8C4F}" type="slidenum">
              <a:rPr lang="en-US" smtClean="0"/>
              <a:t>46</a:t>
            </a:fld>
            <a:endParaRPr lang="en-US"/>
          </a:p>
        </p:txBody>
      </p:sp>
    </p:spTree>
    <p:extLst>
      <p:ext uri="{BB962C8B-B14F-4D97-AF65-F5344CB8AC3E}">
        <p14:creationId xmlns:p14="http://schemas.microsoft.com/office/powerpoint/2010/main" val="1296359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266C5A-168D-FAB0-407C-1C046696E9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1368AE-B86C-D9B7-7BBF-C52613AB64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FE13C-DB56-20C7-CDA1-70858C4768DC}"/>
              </a:ext>
            </a:extLst>
          </p:cNvPr>
          <p:cNvSpPr>
            <a:spLocks noGrp="1"/>
          </p:cNvSpPr>
          <p:nvPr>
            <p:ph type="body" idx="1"/>
          </p:nvPr>
        </p:nvSpPr>
        <p:spPr/>
        <p:txBody>
          <a:bodyPr/>
          <a:lstStyle/>
          <a:p>
            <a:r>
              <a:rPr lang="en-US" dirty="0"/>
              <a:t>https://learn.microsoft.com/en-us/azure/aks/use-network-policies </a:t>
            </a:r>
          </a:p>
        </p:txBody>
      </p:sp>
      <p:sp>
        <p:nvSpPr>
          <p:cNvPr id="4" name="Slide Number Placeholder 3">
            <a:extLst>
              <a:ext uri="{FF2B5EF4-FFF2-40B4-BE49-F238E27FC236}">
                <a16:creationId xmlns:a16="http://schemas.microsoft.com/office/drawing/2014/main" id="{CF6370C7-3DAE-15E8-6CBA-99B8D8405C74}"/>
              </a:ext>
            </a:extLst>
          </p:cNvPr>
          <p:cNvSpPr>
            <a:spLocks noGrp="1"/>
          </p:cNvSpPr>
          <p:nvPr>
            <p:ph type="sldNum" sz="quarter" idx="5"/>
          </p:nvPr>
        </p:nvSpPr>
        <p:spPr/>
        <p:txBody>
          <a:bodyPr/>
          <a:lstStyle/>
          <a:p>
            <a:fld id="{8CD5A177-4F81-46F5-8B40-3F72A2FB8C4F}" type="slidenum">
              <a:rPr lang="en-US" smtClean="0"/>
              <a:t>47</a:t>
            </a:fld>
            <a:endParaRPr lang="en-US"/>
          </a:p>
        </p:txBody>
      </p:sp>
    </p:spTree>
    <p:extLst>
      <p:ext uri="{BB962C8B-B14F-4D97-AF65-F5344CB8AC3E}">
        <p14:creationId xmlns:p14="http://schemas.microsoft.com/office/powerpoint/2010/main" val="26348239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4B42C-CD89-C345-DD08-8848C09EA9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58F9E-8A58-F406-AB8B-4FEDD8837B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DCE8D0-6DCC-2747-719C-C4CD85A286F9}"/>
              </a:ext>
            </a:extLst>
          </p:cNvPr>
          <p:cNvSpPr>
            <a:spLocks noGrp="1"/>
          </p:cNvSpPr>
          <p:nvPr>
            <p:ph type="body" idx="1"/>
          </p:nvPr>
        </p:nvSpPr>
        <p:spPr/>
        <p:txBody>
          <a:bodyPr/>
          <a:lstStyle/>
          <a:p>
            <a:r>
              <a:rPr lang="en-US" dirty="0"/>
              <a:t>https://learn.microsoft.com/en-us/azure/aks/use-network-policies </a:t>
            </a:r>
          </a:p>
        </p:txBody>
      </p:sp>
      <p:sp>
        <p:nvSpPr>
          <p:cNvPr id="4" name="Slide Number Placeholder 3">
            <a:extLst>
              <a:ext uri="{FF2B5EF4-FFF2-40B4-BE49-F238E27FC236}">
                <a16:creationId xmlns:a16="http://schemas.microsoft.com/office/drawing/2014/main" id="{1CAF703E-4712-BB37-BCAE-588D5637BD92}"/>
              </a:ext>
            </a:extLst>
          </p:cNvPr>
          <p:cNvSpPr>
            <a:spLocks noGrp="1"/>
          </p:cNvSpPr>
          <p:nvPr>
            <p:ph type="sldNum" sz="quarter" idx="5"/>
          </p:nvPr>
        </p:nvSpPr>
        <p:spPr/>
        <p:txBody>
          <a:bodyPr/>
          <a:lstStyle/>
          <a:p>
            <a:fld id="{8CD5A177-4F81-46F5-8B40-3F72A2FB8C4F}" type="slidenum">
              <a:rPr lang="en-US" smtClean="0"/>
              <a:t>48</a:t>
            </a:fld>
            <a:endParaRPr lang="en-US"/>
          </a:p>
        </p:txBody>
      </p:sp>
    </p:spTree>
    <p:extLst>
      <p:ext uri="{BB962C8B-B14F-4D97-AF65-F5344CB8AC3E}">
        <p14:creationId xmlns:p14="http://schemas.microsoft.com/office/powerpoint/2010/main" val="36202558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C84594-992E-2ED1-444D-22009BAE8B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43909CA-BD99-DAE6-9791-6FF4CC783C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325BE7-3AED-99D2-D3DC-3DB3E58D3510}"/>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29B78078-0A70-C51D-06D0-E51954D5A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E2F39-072A-5BDC-1233-97D8BA7AD77A}"/>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1462033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094B-8753-9A18-1688-CE03A0F4D5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C18B1EA-B04B-4F99-7E50-E81FFD187D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A801E5-91DD-5F54-2B2E-916E84FED3D3}"/>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CCD60AAA-595A-1BDB-3D85-0CE1D46A97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88BEE1C-0082-9E2C-01ED-253F689972B0}"/>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806233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9BAC1-3730-51EF-C3D2-D0AE4FA62D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7F5436F-D398-F990-39AA-66B1E5A79B6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2D5065-14B1-F1B7-F4FF-A5608A00E77D}"/>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45AAC3A9-3745-FEEC-7CF3-ADDC6B38D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8E9AC1-1835-0ECA-FB55-9C0EEAC26293}"/>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134115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C41CF-5858-EE15-E1DA-CE116602224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C6F7E6-728B-2285-EDA7-2E14D5B651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84652E-40B8-D61A-9D4C-127531DDA8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BD81196-19C0-8AE9-6718-690687DCDA0C}"/>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6" name="Footer Placeholder 5">
            <a:extLst>
              <a:ext uri="{FF2B5EF4-FFF2-40B4-BE49-F238E27FC236}">
                <a16:creationId xmlns:a16="http://schemas.microsoft.com/office/drawing/2014/main" id="{A9AC52AD-F92C-3C4C-A865-39C748273C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766194-F1F3-8524-004A-DC9C864BBBE6}"/>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386660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18EEC-8D1D-1B9F-56D2-5F601BD821C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9C17386-4BB2-61A6-124D-B7D82CEAE2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4D9B975-B98F-6D2C-B063-B8F821CCD0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F5308C-8B0D-04D3-002A-23449E5CEB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0F21780-5E01-35AE-0DBC-1CA5851593E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B96E31-34F3-42A8-56D8-BE54B4AD2075}"/>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8" name="Footer Placeholder 7">
            <a:extLst>
              <a:ext uri="{FF2B5EF4-FFF2-40B4-BE49-F238E27FC236}">
                <a16:creationId xmlns:a16="http://schemas.microsoft.com/office/drawing/2014/main" id="{BF185DBB-5ADB-C40F-4575-81A8B315D5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2DC007-5299-A780-21F3-565D374E7A03}"/>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2471279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ED133-FE34-68EC-BDFE-746CDA7E1E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6435F77-A3D2-53D7-78FF-8AFEC6680CAE}"/>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4" name="Footer Placeholder 3">
            <a:extLst>
              <a:ext uri="{FF2B5EF4-FFF2-40B4-BE49-F238E27FC236}">
                <a16:creationId xmlns:a16="http://schemas.microsoft.com/office/drawing/2014/main" id="{73253006-AFAF-98F5-ED47-274D117F17D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25417D-F851-DFF8-B6D8-44F863E2147E}"/>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297920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4601CE-BDD5-97CF-DB1F-746605D82220}"/>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3" name="Footer Placeholder 2">
            <a:extLst>
              <a:ext uri="{FF2B5EF4-FFF2-40B4-BE49-F238E27FC236}">
                <a16:creationId xmlns:a16="http://schemas.microsoft.com/office/drawing/2014/main" id="{BBE5F205-34EB-7FC3-0C2E-0011F8E85F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049BD2-B179-7586-1E4D-40CB3458ABEF}"/>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3513847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588AF-3293-B28B-7A73-EB1BF7415F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3BD22A-8A9B-4455-0C90-0C18BC9CC5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BF1A379-0A36-1DF0-2CAC-792B4E78A2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34237A0-3103-3A04-F07A-CC8281C5783C}"/>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6" name="Footer Placeholder 5">
            <a:extLst>
              <a:ext uri="{FF2B5EF4-FFF2-40B4-BE49-F238E27FC236}">
                <a16:creationId xmlns:a16="http://schemas.microsoft.com/office/drawing/2014/main" id="{3C8E84E8-F1B1-CC00-CD12-C7BCDBA049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DD2E265-E7C3-64DF-D381-15F2DD70A688}"/>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24242122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2CE71-A077-18B9-0554-758A2C0F5E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968985-C580-EE11-D4DC-1E9B692007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3F6B4C0-7A57-07E9-72CC-D3E69476F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24ADCB-F261-133D-1DA7-07C171683019}"/>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6" name="Footer Placeholder 5">
            <a:extLst>
              <a:ext uri="{FF2B5EF4-FFF2-40B4-BE49-F238E27FC236}">
                <a16:creationId xmlns:a16="http://schemas.microsoft.com/office/drawing/2014/main" id="{B4CFB622-2B23-9001-ABBF-4868132A20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B75962-1823-28AD-9A3B-63746B2019C7}"/>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328296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5131-BCEF-CB36-0EC3-7809FE308F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CBF05C5-682D-63B3-E005-7072FAA90C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3AC265-0C1B-9EFB-AE6A-1DA20C2CF602}"/>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D594A261-5C24-30F2-D8CE-C45500E682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ACD250-C8E7-E438-72F6-F1E77E26F3A4}"/>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2427307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5451A6-A335-4570-7A0F-67043220A1B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CDF9C9A-75ED-F729-A616-ECF3E6DC47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7075AF-9088-B6F9-F7BA-78AEF89F29C2}"/>
              </a:ext>
            </a:extLst>
          </p:cNvPr>
          <p:cNvSpPr>
            <a:spLocks noGrp="1"/>
          </p:cNvSpPr>
          <p:nvPr>
            <p:ph type="dt" sz="half" idx="10"/>
          </p:nvPr>
        </p:nvSpPr>
        <p:spPr/>
        <p:txBody>
          <a:body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38C500BD-3227-F9C6-DC49-7F2BFADDE8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9782E-6557-82C2-6666-DC7801FD98EF}"/>
              </a:ext>
            </a:extLst>
          </p:cNvPr>
          <p:cNvSpPr>
            <a:spLocks noGrp="1"/>
          </p:cNvSpPr>
          <p:nvPr>
            <p:ph type="sldNum" sz="quarter" idx="12"/>
          </p:nvPr>
        </p:nvSpPr>
        <p:spPr/>
        <p:txBody>
          <a:bodyPr/>
          <a:lstStyle/>
          <a:p>
            <a:fld id="{1A52F2E7-2823-408A-8B63-415194F4DDDC}" type="slidenum">
              <a:rPr lang="en-US" smtClean="0"/>
              <a:t>‹#›</a:t>
            </a:fld>
            <a:endParaRPr lang="en-US"/>
          </a:p>
        </p:txBody>
      </p:sp>
    </p:spTree>
    <p:extLst>
      <p:ext uri="{BB962C8B-B14F-4D97-AF65-F5344CB8AC3E}">
        <p14:creationId xmlns:p14="http://schemas.microsoft.com/office/powerpoint/2010/main" val="484101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7A376-8521-6577-2D07-990054A88E1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301D1AD-C5AE-D5D5-8AEB-3CF00915DA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76218E4-0D79-BDF6-8381-F4230E4C160D}"/>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12E1445C-3C43-0979-3BC3-3C50A37643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28579E-F99E-72F7-92FC-E65D1F06D8D2}"/>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790720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A3A46-966F-0889-0D6C-46EF223F72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490CF1-7AE8-CB01-72A6-3E5EC146CE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C82178-CB10-3C0D-9F26-FF03AA7D10AA}"/>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F606E56D-AAF0-53B1-2EB3-2B05DB7BE5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A8C5A6-8A41-BFE5-5181-AD86B0150CF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687183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74A1F-F392-185D-224B-A830DD235E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E378F9-DE95-A055-2AC6-E7157142E7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5963784-AC7B-9035-BD5F-CA457D8DE724}"/>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A2E98C38-8659-E5D3-AA01-9DBE632E3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2600AF-5C3D-1998-F8D6-2A1AD0195870}"/>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7898218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0FF7E-5293-08F1-D9A1-3A1680CEEC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26F6F1-FDCC-6B3B-E060-DBA64E0B8AD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95A3E-2804-E8CE-36A7-16F0D67A023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552C1A7-880C-CD35-6519-B44C1C001F65}"/>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6" name="Footer Placeholder 5">
            <a:extLst>
              <a:ext uri="{FF2B5EF4-FFF2-40B4-BE49-F238E27FC236}">
                <a16:creationId xmlns:a16="http://schemas.microsoft.com/office/drawing/2014/main" id="{1787389A-7BA7-00F2-9F0C-3FF625C376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E9FFEB-E07F-475A-DC43-D784B049344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482177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5AF15-66DF-0200-BF84-20E7FCAE16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1C9DF7-FFE2-ACA5-598F-2E8D05F024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81AC6B-6EB4-8880-6CF2-B757060F06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8F57C6A-70C4-5D49-7AA6-6162923068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2BEDBF-9DCC-3C70-9011-CC3E8927C1E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A2DCA26-C658-60E2-1424-45272CAB1A0C}"/>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8" name="Footer Placeholder 7">
            <a:extLst>
              <a:ext uri="{FF2B5EF4-FFF2-40B4-BE49-F238E27FC236}">
                <a16:creationId xmlns:a16="http://schemas.microsoft.com/office/drawing/2014/main" id="{EDDD7996-8661-7137-DBB1-48A6E8A73D1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4E27E70-8897-E13C-10F1-24FFB6B1B6F5}"/>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6822476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E71C0-5D8F-1D28-606D-4024F95F39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450D43-A793-90E4-6A35-09A203BFF80D}"/>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4" name="Footer Placeholder 3">
            <a:extLst>
              <a:ext uri="{FF2B5EF4-FFF2-40B4-BE49-F238E27FC236}">
                <a16:creationId xmlns:a16="http://schemas.microsoft.com/office/drawing/2014/main" id="{63D43902-4D2D-7893-9F50-76AD3302739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0BBF6F-A580-C66C-7FD8-0CD657578728}"/>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1260662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9A4C65-793A-0452-3B22-EF9BAA6ABE5F}"/>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3" name="Footer Placeholder 2">
            <a:extLst>
              <a:ext uri="{FF2B5EF4-FFF2-40B4-BE49-F238E27FC236}">
                <a16:creationId xmlns:a16="http://schemas.microsoft.com/office/drawing/2014/main" id="{21B1979F-ACA8-3AB5-9C5B-FFA463C1DF6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B4F9D8-209E-4082-0939-7461D157A06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9285370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90A0C-21B5-5B1E-1A71-72C64E1C55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A010992-4A91-CA9A-6790-69C97B74CF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D8F628-8009-4622-AD04-87974ADF90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09F7B8-21E1-FDBD-DF34-35B77CC99023}"/>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6" name="Footer Placeholder 5">
            <a:extLst>
              <a:ext uri="{FF2B5EF4-FFF2-40B4-BE49-F238E27FC236}">
                <a16:creationId xmlns:a16="http://schemas.microsoft.com/office/drawing/2014/main" id="{DF8FEC55-0B6B-4ADF-137A-EDE9BBC3C8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C617AA9-A09D-95A1-845A-002841584FDB}"/>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27696947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1A1C2-1457-BA97-E02B-7478A5F753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C5BB29C-956B-CB9A-82C7-D1A75368E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21E78F4-29DC-15C6-EB91-0CB176A9FD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662D2E-911E-E254-4D20-F879D0105D5A}"/>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6" name="Footer Placeholder 5">
            <a:extLst>
              <a:ext uri="{FF2B5EF4-FFF2-40B4-BE49-F238E27FC236}">
                <a16:creationId xmlns:a16="http://schemas.microsoft.com/office/drawing/2014/main" id="{8A272F32-771C-2443-DCDF-49353E2801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3AD2F7-6465-65FF-9CBC-7F6BF47056E3}"/>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13851029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23E70-A6AC-9EA6-A861-3E9FAA9E70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B81546D-E49F-3CBD-23CB-6B06B2C4FF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C91AD8-77DA-E023-CE62-8DB5F66E06B6}"/>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3F1C62C2-A50D-B686-F94E-63E71CD7A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8FBBC1-AC3E-2F70-80F3-F31F052F84A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8270281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98C326-4850-1342-F77B-8A9CFA2B50E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17BE1D-65FF-135C-6662-09A7BCF03C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E94B37-9ED6-9087-1C2A-E654A453F1BD}"/>
              </a:ext>
            </a:extLst>
          </p:cNvPr>
          <p:cNvSpPr>
            <a:spLocks noGrp="1"/>
          </p:cNvSpPr>
          <p:nvPr>
            <p:ph type="dt" sz="half" idx="10"/>
          </p:nvPr>
        </p:nvSpPr>
        <p:spPr/>
        <p:txBody>
          <a:body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B67920E9-EEE5-167B-DD70-3972F6A3C3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742915-24C5-13A7-5B23-4A192DA2465A}"/>
              </a:ext>
            </a:extLst>
          </p:cNvPr>
          <p:cNvSpPr>
            <a:spLocks noGrp="1"/>
          </p:cNvSpPr>
          <p:nvPr>
            <p:ph type="sldNum" sz="quarter" idx="12"/>
          </p:nvPr>
        </p:nvSpPr>
        <p:spPr/>
        <p:txBody>
          <a:bodyPr/>
          <a:lstStyle/>
          <a:p>
            <a:fld id="{54004913-403C-4409-88C9-C8B79CC53BC2}" type="slidenum">
              <a:rPr lang="en-US" smtClean="0"/>
              <a:t>‹#›</a:t>
            </a:fld>
            <a:endParaRPr lang="en-US"/>
          </a:p>
        </p:txBody>
      </p:sp>
    </p:spTree>
    <p:extLst>
      <p:ext uri="{BB962C8B-B14F-4D97-AF65-F5344CB8AC3E}">
        <p14:creationId xmlns:p14="http://schemas.microsoft.com/office/powerpoint/2010/main" val="33563121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A2D9B1-0C51-826E-EF55-AD1B5CEF85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4CAAD16-C008-67A3-489E-A6B990932D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839488-DCC2-AB83-B528-74FE108A362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3CC0EA2-B25A-4ADA-B504-AB404FE4BF88}" type="datetimeFigureOut">
              <a:rPr lang="en-US" smtClean="0"/>
              <a:t>2/4/2026</a:t>
            </a:fld>
            <a:endParaRPr lang="en-US"/>
          </a:p>
        </p:txBody>
      </p:sp>
      <p:sp>
        <p:nvSpPr>
          <p:cNvPr id="5" name="Footer Placeholder 4">
            <a:extLst>
              <a:ext uri="{FF2B5EF4-FFF2-40B4-BE49-F238E27FC236}">
                <a16:creationId xmlns:a16="http://schemas.microsoft.com/office/drawing/2014/main" id="{70A44D4A-B9B6-6672-B61B-1E864262F8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A71B53-6614-462D-B49C-B136F9E11E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A52F2E7-2823-408A-8B63-415194F4DDDC}" type="slidenum">
              <a:rPr lang="en-US" smtClean="0"/>
              <a:t>‹#›</a:t>
            </a:fld>
            <a:endParaRPr lang="en-US"/>
          </a:p>
        </p:txBody>
      </p:sp>
    </p:spTree>
    <p:extLst>
      <p:ext uri="{BB962C8B-B14F-4D97-AF65-F5344CB8AC3E}">
        <p14:creationId xmlns:p14="http://schemas.microsoft.com/office/powerpoint/2010/main" val="28303853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10354D-51EE-E6D6-CC86-FEEF104B17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925FF8-2273-6FDB-FD37-C132E518F4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2069AE-095C-7EFB-19E6-EB283355551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9268321-C9E7-441E-8ECB-F5B48CA38B30}" type="datetimeFigureOut">
              <a:rPr lang="en-US" smtClean="0"/>
              <a:t>2/4/2026</a:t>
            </a:fld>
            <a:endParaRPr lang="en-US"/>
          </a:p>
        </p:txBody>
      </p:sp>
      <p:sp>
        <p:nvSpPr>
          <p:cNvPr id="5" name="Footer Placeholder 4">
            <a:extLst>
              <a:ext uri="{FF2B5EF4-FFF2-40B4-BE49-F238E27FC236}">
                <a16:creationId xmlns:a16="http://schemas.microsoft.com/office/drawing/2014/main" id="{54A3A893-A31D-AEFC-084A-9F7122082C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1753884-7504-3E14-2818-7885D9532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004913-403C-4409-88C9-C8B79CC53BC2}" type="slidenum">
              <a:rPr lang="en-US" smtClean="0"/>
              <a:t>‹#›</a:t>
            </a:fld>
            <a:endParaRPr lang="en-US"/>
          </a:p>
        </p:txBody>
      </p:sp>
    </p:spTree>
    <p:extLst>
      <p:ext uri="{BB962C8B-B14F-4D97-AF65-F5344CB8AC3E}">
        <p14:creationId xmlns:p14="http://schemas.microsoft.com/office/powerpoint/2010/main" val="16926427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3.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hyperlink" Target="https://learn.microsoft.com/en-us/azure/aks/configure-kubenet"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https://learn.microsoft.com/en-us/azure/aks/container-network-security-fqdn-filtering-concepts" TargetMode="External"/><Relationship Id="rId2" Type="http://schemas.openxmlformats.org/officeDocument/2006/relationships/notesSlide" Target="../notesSlides/notesSlide32.xml"/><Relationship Id="rId1" Type="http://schemas.openxmlformats.org/officeDocument/2006/relationships/slideLayout" Target="../slideLayouts/slideLayout13.xml"/><Relationship Id="rId5" Type="http://schemas.openxmlformats.org/officeDocument/2006/relationships/hyperlink" Target="https://github.com/Azure/AKS/issues/4038" TargetMode="External"/><Relationship Id="rId4" Type="http://schemas.openxmlformats.org/officeDocument/2006/relationships/hyperlink" Target="https://learn.microsoft.com/en-us/azure/aks/container-network-security-l7-policy-concepts" TargetMode="External"/></Relationships>
</file>

<file path=ppt/slides/_rels/slide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392AE-673E-92C5-303F-25E8450BD96A}"/>
              </a:ext>
            </a:extLst>
          </p:cNvPr>
          <p:cNvSpPr>
            <a:spLocks noGrp="1"/>
          </p:cNvSpPr>
          <p:nvPr>
            <p:ph type="ctrTitle"/>
          </p:nvPr>
        </p:nvSpPr>
        <p:spPr/>
        <p:txBody>
          <a:bodyPr/>
          <a:lstStyle/>
          <a:p>
            <a:r>
              <a:rPr lang="en-US" dirty="0"/>
              <a:t>AKS Workshop</a:t>
            </a:r>
          </a:p>
        </p:txBody>
      </p:sp>
      <p:sp>
        <p:nvSpPr>
          <p:cNvPr id="3" name="Subtitle 2">
            <a:extLst>
              <a:ext uri="{FF2B5EF4-FFF2-40B4-BE49-F238E27FC236}">
                <a16:creationId xmlns:a16="http://schemas.microsoft.com/office/drawing/2014/main" id="{300EBB44-02B4-0E0C-DADA-EC740183DF9D}"/>
              </a:ext>
            </a:extLst>
          </p:cNvPr>
          <p:cNvSpPr>
            <a:spLocks noGrp="1"/>
          </p:cNvSpPr>
          <p:nvPr>
            <p:ph type="subTitle" idx="1"/>
          </p:nvPr>
        </p:nvSpPr>
        <p:spPr/>
        <p:txBody>
          <a:bodyPr/>
          <a:lstStyle/>
          <a:p>
            <a:r>
              <a:rPr lang="en-US" dirty="0"/>
              <a:t>Faik Hakan Bilgen, </a:t>
            </a:r>
          </a:p>
          <a:p>
            <a:r>
              <a:rPr lang="en-US" dirty="0"/>
              <a:t>Sr. CSA, Microsoft</a:t>
            </a:r>
          </a:p>
        </p:txBody>
      </p:sp>
    </p:spTree>
    <p:extLst>
      <p:ext uri="{BB962C8B-B14F-4D97-AF65-F5344CB8AC3E}">
        <p14:creationId xmlns:p14="http://schemas.microsoft.com/office/powerpoint/2010/main" val="17852838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25C7DB3-6261-13BA-CFB6-51B82A8A706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A9B969-ADD1-69B6-086B-02182DCFDD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40BBD310-98A1-006F-FA3E-62BF865611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9D7232A9-8766-5242-39EC-AD57E25F1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D27CCCF-AE7A-25E7-BFFF-0DA25929D33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Networking</a:t>
            </a:r>
          </a:p>
        </p:txBody>
      </p:sp>
      <p:sp>
        <p:nvSpPr>
          <p:cNvPr id="13" name="Rectangle 12">
            <a:extLst>
              <a:ext uri="{FF2B5EF4-FFF2-40B4-BE49-F238E27FC236}">
                <a16:creationId xmlns:a16="http://schemas.microsoft.com/office/drawing/2014/main" id="{3443F645-2985-4A7F-5C56-219710EC8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313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C9149DD-8BB7-1EAE-4C79-A44E2E30068A}"/>
              </a:ext>
            </a:extLst>
          </p:cNvPr>
          <p:cNvSpPr>
            <a:spLocks noGrp="1"/>
          </p:cNvSpPr>
          <p:nvPr>
            <p:ph type="title"/>
          </p:nvPr>
        </p:nvSpPr>
        <p:spPr>
          <a:xfrm>
            <a:off x="838200" y="365125"/>
            <a:ext cx="10515600" cy="1325563"/>
          </a:xfrm>
        </p:spPr>
        <p:txBody>
          <a:bodyPr>
            <a:normAutofit/>
          </a:bodyPr>
          <a:lstStyle/>
          <a:p>
            <a:r>
              <a:rPr lang="en-US" sz="5400" dirty="0"/>
              <a:t>Networking for applications in AKS</a:t>
            </a:r>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3832FE40-9216-3877-8297-23F75598F452}"/>
              </a:ext>
            </a:extLst>
          </p:cNvPr>
          <p:cNvSpPr>
            <a:spLocks noGrp="1"/>
          </p:cNvSpPr>
          <p:nvPr>
            <p:ph idx="1"/>
          </p:nvPr>
        </p:nvSpPr>
        <p:spPr>
          <a:xfrm>
            <a:off x="838200" y="2028774"/>
            <a:ext cx="10515600" cy="4251960"/>
          </a:xfrm>
        </p:spPr>
        <p:txBody>
          <a:bodyPr>
            <a:normAutofit/>
          </a:bodyPr>
          <a:lstStyle/>
          <a:p>
            <a:pPr>
              <a:spcBef>
                <a:spcPts val="1200"/>
              </a:spcBef>
            </a:pPr>
            <a:r>
              <a:rPr lang="en-US" sz="2400" dirty="0"/>
              <a:t>You can </a:t>
            </a:r>
            <a:r>
              <a:rPr lang="en-US" sz="2400" b="1" dirty="0"/>
              <a:t>connect</a:t>
            </a:r>
            <a:r>
              <a:rPr lang="en-US" sz="2400" dirty="0"/>
              <a:t> to and </a:t>
            </a:r>
            <a:r>
              <a:rPr lang="en-US" sz="2400" b="1" dirty="0"/>
              <a:t>expose</a:t>
            </a:r>
            <a:r>
              <a:rPr lang="en-US" sz="2400" dirty="0"/>
              <a:t> applications </a:t>
            </a:r>
            <a:r>
              <a:rPr lang="en-US" sz="2400" b="1" dirty="0"/>
              <a:t>internally</a:t>
            </a:r>
            <a:r>
              <a:rPr lang="en-US" sz="2400" dirty="0"/>
              <a:t> or </a:t>
            </a:r>
            <a:r>
              <a:rPr lang="en-US" sz="2400" b="1" dirty="0"/>
              <a:t>externally</a:t>
            </a:r>
            <a:r>
              <a:rPr lang="en-US" sz="2400" dirty="0"/>
              <a:t>.</a:t>
            </a:r>
          </a:p>
          <a:p>
            <a:pPr>
              <a:spcBef>
                <a:spcPts val="1200"/>
              </a:spcBef>
            </a:pPr>
            <a:r>
              <a:rPr lang="en-US" sz="2400" dirty="0"/>
              <a:t>You can build </a:t>
            </a:r>
            <a:r>
              <a:rPr lang="en-US" sz="2400" b="1" dirty="0"/>
              <a:t>highly available </a:t>
            </a:r>
            <a:r>
              <a:rPr lang="en-US" sz="2400" dirty="0"/>
              <a:t>applications by load balancing your applications.</a:t>
            </a:r>
          </a:p>
          <a:p>
            <a:pPr>
              <a:spcBef>
                <a:spcPts val="1200"/>
              </a:spcBef>
            </a:pPr>
            <a:r>
              <a:rPr lang="en-US" sz="2400" dirty="0"/>
              <a:t>You can </a:t>
            </a:r>
            <a:r>
              <a:rPr lang="en-US" sz="2400" b="1" dirty="0"/>
              <a:t>restrict</a:t>
            </a:r>
            <a:r>
              <a:rPr lang="en-US" sz="2400" dirty="0"/>
              <a:t> the flow of network </a:t>
            </a:r>
            <a:r>
              <a:rPr lang="en-US" sz="2400" b="1" dirty="0"/>
              <a:t>traffic</a:t>
            </a:r>
            <a:r>
              <a:rPr lang="en-US" sz="2400" dirty="0"/>
              <a:t> into or between </a:t>
            </a:r>
            <a:r>
              <a:rPr lang="en-US" sz="2400" b="1" dirty="0"/>
              <a:t>pods</a:t>
            </a:r>
            <a:r>
              <a:rPr lang="en-US" sz="2400" dirty="0"/>
              <a:t> and </a:t>
            </a:r>
            <a:r>
              <a:rPr lang="en-US" sz="2400" b="1" dirty="0"/>
              <a:t>nodes</a:t>
            </a:r>
            <a:r>
              <a:rPr lang="en-US" sz="2400" dirty="0"/>
              <a:t> to improve security.</a:t>
            </a:r>
          </a:p>
          <a:p>
            <a:pPr>
              <a:spcBef>
                <a:spcPts val="1200"/>
              </a:spcBef>
            </a:pPr>
            <a:r>
              <a:rPr lang="en-US" sz="2400" dirty="0"/>
              <a:t>You can </a:t>
            </a:r>
            <a:r>
              <a:rPr lang="en-US" sz="2400" b="1" dirty="0"/>
              <a:t>configure</a:t>
            </a:r>
            <a:r>
              <a:rPr lang="en-US" sz="2400" dirty="0"/>
              <a:t> </a:t>
            </a:r>
            <a:r>
              <a:rPr lang="en-US" sz="2400" b="1" dirty="0"/>
              <a:t>Ingress</a:t>
            </a:r>
            <a:r>
              <a:rPr lang="en-US" sz="2400" dirty="0"/>
              <a:t> traffic for SSL/TLS termination or routing of multiple components for your more complex applications.</a:t>
            </a:r>
          </a:p>
        </p:txBody>
      </p:sp>
    </p:spTree>
    <p:extLst>
      <p:ext uri="{BB962C8B-B14F-4D97-AF65-F5344CB8AC3E}">
        <p14:creationId xmlns:p14="http://schemas.microsoft.com/office/powerpoint/2010/main" val="6123581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DB0F9D-A334-B3CC-8444-0C3E945F341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D2C040A-1BA7-89AC-75A3-C4EB4D700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80FB430-FAF0-D303-F34B-6A1AEC1B0F9A}"/>
              </a:ext>
            </a:extLst>
          </p:cNvPr>
          <p:cNvSpPr>
            <a:spLocks noGrp="1"/>
          </p:cNvSpPr>
          <p:nvPr>
            <p:ph type="title"/>
          </p:nvPr>
        </p:nvSpPr>
        <p:spPr>
          <a:xfrm>
            <a:off x="838200" y="365125"/>
            <a:ext cx="10515600" cy="1325563"/>
          </a:xfrm>
        </p:spPr>
        <p:txBody>
          <a:bodyPr>
            <a:normAutofit/>
          </a:bodyPr>
          <a:lstStyle/>
          <a:p>
            <a:r>
              <a:rPr lang="en-US" sz="5400" dirty="0"/>
              <a:t>Kubernetes Networking Basics</a:t>
            </a:r>
          </a:p>
        </p:txBody>
      </p:sp>
      <p:sp>
        <p:nvSpPr>
          <p:cNvPr id="13" name="sketch line">
            <a:extLst>
              <a:ext uri="{FF2B5EF4-FFF2-40B4-BE49-F238E27FC236}">
                <a16:creationId xmlns:a16="http://schemas.microsoft.com/office/drawing/2014/main" id="{06A3664F-71F2-D012-DD22-332A321E2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E07BABDB-4407-E86C-6FB3-5E7A8C25C451}"/>
              </a:ext>
            </a:extLst>
          </p:cNvPr>
          <p:cNvSpPr>
            <a:spLocks noGrp="1"/>
          </p:cNvSpPr>
          <p:nvPr>
            <p:ph idx="1"/>
          </p:nvPr>
        </p:nvSpPr>
        <p:spPr>
          <a:xfrm>
            <a:off x="838200" y="2028774"/>
            <a:ext cx="10515600" cy="4251960"/>
          </a:xfrm>
        </p:spPr>
        <p:txBody>
          <a:bodyPr>
            <a:normAutofit/>
          </a:bodyPr>
          <a:lstStyle/>
          <a:p>
            <a:pPr>
              <a:lnSpc>
                <a:spcPct val="100000"/>
              </a:lnSpc>
              <a:spcBef>
                <a:spcPts val="0"/>
              </a:spcBef>
              <a:spcAft>
                <a:spcPts val="1200"/>
              </a:spcAft>
            </a:pPr>
            <a:r>
              <a:rPr lang="en-US" b="1" dirty="0"/>
              <a:t>Kubernetes nodes and virtual network:</a:t>
            </a:r>
            <a:r>
              <a:rPr lang="en-US" dirty="0"/>
              <a:t> Kubernetes nodes are connected to a virtual network. This setup enables pods to have both inbound and outbound connectivity.</a:t>
            </a:r>
          </a:p>
          <a:p>
            <a:pPr>
              <a:lnSpc>
                <a:spcPct val="100000"/>
              </a:lnSpc>
              <a:spcBef>
                <a:spcPts val="0"/>
              </a:spcBef>
              <a:spcAft>
                <a:spcPts val="1200"/>
              </a:spcAft>
            </a:pPr>
            <a:r>
              <a:rPr lang="en-US" b="1" dirty="0"/>
              <a:t>Kube-proxy component:</a:t>
            </a:r>
            <a:r>
              <a:rPr lang="en-US" dirty="0"/>
              <a:t> </a:t>
            </a:r>
            <a:r>
              <a:rPr lang="en-US" dirty="0" err="1"/>
              <a:t>kube</a:t>
            </a:r>
            <a:r>
              <a:rPr lang="en-US" dirty="0"/>
              <a:t>-proxy runs on each node and is responsible for providing the necessary network features.</a:t>
            </a:r>
          </a:p>
        </p:txBody>
      </p:sp>
    </p:spTree>
    <p:extLst>
      <p:ext uri="{BB962C8B-B14F-4D97-AF65-F5344CB8AC3E}">
        <p14:creationId xmlns:p14="http://schemas.microsoft.com/office/powerpoint/2010/main" val="2287551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404599-4481-6F6F-8FA6-966CF961DF5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EBFB2B8-2E21-0A2D-B995-F708A8D60E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7B8481D-78BF-3FAE-A093-7B7D52B15AEA}"/>
              </a:ext>
            </a:extLst>
          </p:cNvPr>
          <p:cNvSpPr>
            <a:spLocks noGrp="1"/>
          </p:cNvSpPr>
          <p:nvPr>
            <p:ph type="title"/>
          </p:nvPr>
        </p:nvSpPr>
        <p:spPr>
          <a:xfrm>
            <a:off x="838200" y="365125"/>
            <a:ext cx="10515600" cy="1325563"/>
          </a:xfrm>
        </p:spPr>
        <p:txBody>
          <a:bodyPr>
            <a:normAutofit/>
          </a:bodyPr>
          <a:lstStyle/>
          <a:p>
            <a:r>
              <a:rPr lang="en-US" sz="5400" dirty="0"/>
              <a:t>Kubernetes Networking Basics</a:t>
            </a:r>
          </a:p>
        </p:txBody>
      </p:sp>
      <p:sp>
        <p:nvSpPr>
          <p:cNvPr id="13" name="sketch line">
            <a:extLst>
              <a:ext uri="{FF2B5EF4-FFF2-40B4-BE49-F238E27FC236}">
                <a16:creationId xmlns:a16="http://schemas.microsoft.com/office/drawing/2014/main" id="{61D5AC8A-A1DB-0888-F892-4C66657543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A5A6B60B-DBBC-2739-752F-6FDD9AA89A87}"/>
              </a:ext>
            </a:extLst>
          </p:cNvPr>
          <p:cNvSpPr>
            <a:spLocks noGrp="1"/>
          </p:cNvSpPr>
          <p:nvPr>
            <p:ph idx="1"/>
          </p:nvPr>
        </p:nvSpPr>
        <p:spPr>
          <a:xfrm>
            <a:off x="838200" y="2028774"/>
            <a:ext cx="10515600" cy="4251960"/>
          </a:xfrm>
        </p:spPr>
        <p:txBody>
          <a:bodyPr>
            <a:normAutofit/>
          </a:bodyPr>
          <a:lstStyle/>
          <a:p>
            <a:pPr>
              <a:lnSpc>
                <a:spcPct val="100000"/>
              </a:lnSpc>
              <a:spcBef>
                <a:spcPts val="0"/>
              </a:spcBef>
              <a:spcAft>
                <a:spcPts val="1200"/>
              </a:spcAft>
            </a:pPr>
            <a:r>
              <a:rPr lang="en-US" b="1" dirty="0"/>
              <a:t>Load balancer:</a:t>
            </a:r>
            <a:r>
              <a:rPr lang="en-US" dirty="0"/>
              <a:t> You can use a load balancer to distribute network traffic evenly across various resources.</a:t>
            </a:r>
          </a:p>
          <a:p>
            <a:pPr>
              <a:lnSpc>
                <a:spcPct val="100000"/>
              </a:lnSpc>
              <a:spcBef>
                <a:spcPts val="0"/>
              </a:spcBef>
              <a:spcAft>
                <a:spcPts val="1200"/>
              </a:spcAft>
            </a:pPr>
            <a:r>
              <a:rPr lang="en-US" b="1" dirty="0"/>
              <a:t>Ingress controllers: </a:t>
            </a:r>
            <a:r>
              <a:rPr lang="en-US" dirty="0"/>
              <a:t>These facilitate Layer 7 routing, which is essential for directing application traffic.</a:t>
            </a:r>
          </a:p>
          <a:p>
            <a:pPr>
              <a:lnSpc>
                <a:spcPct val="100000"/>
              </a:lnSpc>
              <a:spcBef>
                <a:spcPts val="0"/>
              </a:spcBef>
              <a:spcAft>
                <a:spcPts val="1200"/>
              </a:spcAft>
            </a:pPr>
            <a:r>
              <a:rPr lang="en-US" b="1" dirty="0"/>
              <a:t>Egress traffic control: </a:t>
            </a:r>
            <a:r>
              <a:rPr lang="en-US" dirty="0"/>
              <a:t>Kubernetes allows you to manage and control outbound traffic from cluster nodes.</a:t>
            </a:r>
          </a:p>
          <a:p>
            <a:pPr>
              <a:lnSpc>
                <a:spcPct val="100000"/>
              </a:lnSpc>
              <a:spcBef>
                <a:spcPts val="0"/>
              </a:spcBef>
              <a:spcAft>
                <a:spcPts val="1200"/>
              </a:spcAft>
            </a:pPr>
            <a:r>
              <a:rPr lang="en-US" b="1" dirty="0"/>
              <a:t>Network policies: </a:t>
            </a:r>
            <a:r>
              <a:rPr lang="en-US" dirty="0"/>
              <a:t>These policies enable security measures and filtering for network traffic in pods. </a:t>
            </a:r>
          </a:p>
        </p:txBody>
      </p:sp>
    </p:spTree>
    <p:extLst>
      <p:ext uri="{BB962C8B-B14F-4D97-AF65-F5344CB8AC3E}">
        <p14:creationId xmlns:p14="http://schemas.microsoft.com/office/powerpoint/2010/main" val="32710616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B87208F-0D83-F84C-29E3-AA1C6B29AB9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24D5707-7A30-DC0C-DD2C-51EEF9F0EC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A05C2B5-04CD-30A2-F79E-13F5838AB230}"/>
              </a:ext>
            </a:extLst>
          </p:cNvPr>
          <p:cNvSpPr>
            <a:spLocks noGrp="1"/>
          </p:cNvSpPr>
          <p:nvPr>
            <p:ph type="title"/>
          </p:nvPr>
        </p:nvSpPr>
        <p:spPr>
          <a:xfrm>
            <a:off x="838200" y="365125"/>
            <a:ext cx="10515600" cy="1325563"/>
          </a:xfrm>
        </p:spPr>
        <p:txBody>
          <a:bodyPr>
            <a:normAutofit/>
          </a:bodyPr>
          <a:lstStyle/>
          <a:p>
            <a:r>
              <a:rPr lang="en-US" sz="5400" dirty="0"/>
              <a:t>Kubernetes Networking Basics</a:t>
            </a:r>
          </a:p>
        </p:txBody>
      </p:sp>
      <p:sp>
        <p:nvSpPr>
          <p:cNvPr id="13" name="sketch line">
            <a:extLst>
              <a:ext uri="{FF2B5EF4-FFF2-40B4-BE49-F238E27FC236}">
                <a16:creationId xmlns:a16="http://schemas.microsoft.com/office/drawing/2014/main" id="{D233746C-4BD2-29D3-9370-83F4E47A7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D5099ADD-E2F5-9471-6B1A-91CF9AEA4BDE}"/>
              </a:ext>
            </a:extLst>
          </p:cNvPr>
          <p:cNvSpPr>
            <a:spLocks noGrp="1"/>
          </p:cNvSpPr>
          <p:nvPr>
            <p:ph idx="1"/>
          </p:nvPr>
        </p:nvSpPr>
        <p:spPr>
          <a:xfrm>
            <a:off x="838200" y="2028774"/>
            <a:ext cx="10515600" cy="4251960"/>
          </a:xfrm>
        </p:spPr>
        <p:txBody>
          <a:bodyPr>
            <a:normAutofit/>
          </a:bodyPr>
          <a:lstStyle/>
          <a:p>
            <a:pPr>
              <a:lnSpc>
                <a:spcPct val="100000"/>
              </a:lnSpc>
              <a:spcBef>
                <a:spcPts val="0"/>
              </a:spcBef>
              <a:spcAft>
                <a:spcPts val="1200"/>
              </a:spcAft>
            </a:pPr>
            <a:r>
              <a:rPr lang="en-US" dirty="0"/>
              <a:t>Azure streamlines </a:t>
            </a:r>
            <a:r>
              <a:rPr lang="en-US" b="1" dirty="0"/>
              <a:t>virtual networking </a:t>
            </a:r>
            <a:r>
              <a:rPr lang="en-US" dirty="0"/>
              <a:t>for AKS clusters.</a:t>
            </a:r>
          </a:p>
          <a:p>
            <a:pPr>
              <a:lnSpc>
                <a:spcPct val="100000"/>
              </a:lnSpc>
              <a:spcBef>
                <a:spcPts val="0"/>
              </a:spcBef>
              <a:spcAft>
                <a:spcPts val="1200"/>
              </a:spcAft>
            </a:pPr>
            <a:r>
              <a:rPr lang="en-US" dirty="0"/>
              <a:t>Creating a Kubernetes load balancer on Azure simultaneously sets up the corresponding </a:t>
            </a:r>
            <a:r>
              <a:rPr lang="en-US" b="1" dirty="0"/>
              <a:t>Azure load balancer </a:t>
            </a:r>
            <a:r>
              <a:rPr lang="en-US" dirty="0"/>
              <a:t>resource.</a:t>
            </a:r>
          </a:p>
          <a:p>
            <a:pPr>
              <a:lnSpc>
                <a:spcPct val="100000"/>
              </a:lnSpc>
              <a:spcBef>
                <a:spcPts val="0"/>
              </a:spcBef>
              <a:spcAft>
                <a:spcPts val="1200"/>
              </a:spcAft>
            </a:pPr>
            <a:r>
              <a:rPr lang="en-US" dirty="0"/>
              <a:t>As you open network ports to pods, Azure automatically configures the necessary </a:t>
            </a:r>
            <a:r>
              <a:rPr lang="en-US" b="1" dirty="0"/>
              <a:t>network security group </a:t>
            </a:r>
            <a:r>
              <a:rPr lang="en-US" dirty="0"/>
              <a:t>rules.</a:t>
            </a:r>
          </a:p>
          <a:p>
            <a:pPr>
              <a:lnSpc>
                <a:spcPct val="100000"/>
              </a:lnSpc>
              <a:spcBef>
                <a:spcPts val="0"/>
              </a:spcBef>
              <a:spcAft>
                <a:spcPts val="1200"/>
              </a:spcAft>
            </a:pPr>
            <a:r>
              <a:rPr lang="en-US" dirty="0"/>
              <a:t>Azure can also manage external DNS configurations for HTTP application routing as new </a:t>
            </a:r>
            <a:r>
              <a:rPr lang="en-US" b="1" dirty="0"/>
              <a:t>Ingress routes </a:t>
            </a:r>
            <a:r>
              <a:rPr lang="en-US" dirty="0"/>
              <a:t>are established.</a:t>
            </a:r>
          </a:p>
        </p:txBody>
      </p:sp>
    </p:spTree>
    <p:extLst>
      <p:ext uri="{BB962C8B-B14F-4D97-AF65-F5344CB8AC3E}">
        <p14:creationId xmlns:p14="http://schemas.microsoft.com/office/powerpoint/2010/main" val="351748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2932AA6-A395-5C87-93B5-F557FAD9E45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2B777A1-6833-ADFA-C370-F3FB93CB19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23537F9-D71E-BE74-A9A9-0CCA91A27DC6}"/>
              </a:ext>
            </a:extLst>
          </p:cNvPr>
          <p:cNvSpPr>
            <a:spLocks noGrp="1"/>
          </p:cNvSpPr>
          <p:nvPr>
            <p:ph type="title"/>
          </p:nvPr>
        </p:nvSpPr>
        <p:spPr>
          <a:xfrm>
            <a:off x="838200" y="365125"/>
            <a:ext cx="10515600" cy="1325563"/>
          </a:xfrm>
        </p:spPr>
        <p:txBody>
          <a:bodyPr>
            <a:normAutofit/>
          </a:bodyPr>
          <a:lstStyle/>
          <a:p>
            <a:r>
              <a:rPr lang="en-US" sz="5400" dirty="0"/>
              <a:t>Networking Basics</a:t>
            </a:r>
          </a:p>
        </p:txBody>
      </p:sp>
      <p:sp>
        <p:nvSpPr>
          <p:cNvPr id="13" name="sketch line">
            <a:extLst>
              <a:ext uri="{FF2B5EF4-FFF2-40B4-BE49-F238E27FC236}">
                <a16:creationId xmlns:a16="http://schemas.microsoft.com/office/drawing/2014/main" id="{EEBEEA4A-3691-5D34-19BB-C0C8D2C836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CB3FE297-83D2-3AD5-D7C5-361027EE8097}"/>
              </a:ext>
            </a:extLst>
          </p:cNvPr>
          <p:cNvSpPr>
            <a:spLocks noGrp="1"/>
          </p:cNvSpPr>
          <p:nvPr>
            <p:ph idx="1"/>
          </p:nvPr>
        </p:nvSpPr>
        <p:spPr>
          <a:xfrm>
            <a:off x="838200" y="2028774"/>
            <a:ext cx="10515600" cy="4251960"/>
          </a:xfrm>
        </p:spPr>
        <p:txBody>
          <a:bodyPr>
            <a:normAutofit fontScale="62500" lnSpcReduction="20000"/>
          </a:bodyPr>
          <a:lstStyle/>
          <a:p>
            <a:pPr marL="0" indent="0">
              <a:lnSpc>
                <a:spcPct val="100000"/>
              </a:lnSpc>
              <a:spcBef>
                <a:spcPts val="0"/>
              </a:spcBef>
              <a:spcAft>
                <a:spcPts val="1200"/>
              </a:spcAft>
              <a:buNone/>
            </a:pPr>
            <a:r>
              <a:rPr lang="en-US" b="1" dirty="0"/>
              <a:t>Outbound configuration options</a:t>
            </a:r>
          </a:p>
          <a:p>
            <a:pPr marL="0" indent="0">
              <a:lnSpc>
                <a:spcPct val="100000"/>
              </a:lnSpc>
              <a:spcBef>
                <a:spcPts val="0"/>
              </a:spcBef>
              <a:spcAft>
                <a:spcPts val="1200"/>
              </a:spcAft>
              <a:buNone/>
            </a:pPr>
            <a:r>
              <a:rPr lang="en-US" dirty="0"/>
              <a:t>By default, AKS clusters have unrestricted outbound (egress) Internet access, which allows the nodes and services you run to access external resources as needed. If desired, you can restrict outbound traffic.</a:t>
            </a:r>
          </a:p>
          <a:p>
            <a:pPr marL="0" indent="0">
              <a:lnSpc>
                <a:spcPct val="100000"/>
              </a:lnSpc>
              <a:spcBef>
                <a:spcPts val="0"/>
              </a:spcBef>
              <a:spcAft>
                <a:spcPts val="1200"/>
              </a:spcAft>
              <a:buNone/>
            </a:pPr>
            <a:r>
              <a:rPr lang="en-US" b="1" dirty="0"/>
              <a:t>Network security groups</a:t>
            </a:r>
          </a:p>
          <a:p>
            <a:pPr marL="0" indent="0">
              <a:lnSpc>
                <a:spcPct val="100000"/>
              </a:lnSpc>
              <a:spcBef>
                <a:spcPts val="0"/>
              </a:spcBef>
              <a:spcAft>
                <a:spcPts val="1200"/>
              </a:spcAft>
              <a:buNone/>
            </a:pPr>
            <a:endParaRPr lang="en-US" dirty="0"/>
          </a:p>
          <a:p>
            <a:pPr marL="0" indent="0">
              <a:lnSpc>
                <a:spcPct val="100000"/>
              </a:lnSpc>
              <a:spcBef>
                <a:spcPts val="0"/>
              </a:spcBef>
              <a:spcAft>
                <a:spcPts val="1200"/>
              </a:spcAft>
              <a:buNone/>
            </a:pPr>
            <a:r>
              <a:rPr lang="en-US" b="1" dirty="0"/>
              <a:t>Custom virtual network requirement</a:t>
            </a:r>
          </a:p>
          <a:p>
            <a:pPr marL="0" indent="0">
              <a:lnSpc>
                <a:spcPct val="100000"/>
              </a:lnSpc>
              <a:spcBef>
                <a:spcPts val="0"/>
              </a:spcBef>
              <a:spcAft>
                <a:spcPts val="1200"/>
              </a:spcAft>
              <a:buNone/>
            </a:pPr>
            <a:endParaRPr lang="en-US" dirty="0"/>
          </a:p>
          <a:p>
            <a:pPr marL="0" indent="0">
              <a:lnSpc>
                <a:spcPct val="100000"/>
              </a:lnSpc>
              <a:spcBef>
                <a:spcPts val="0"/>
              </a:spcBef>
              <a:spcAft>
                <a:spcPts val="1200"/>
              </a:spcAft>
              <a:buNone/>
            </a:pPr>
            <a:r>
              <a:rPr lang="en-US" b="1" dirty="0"/>
              <a:t>Network policies</a:t>
            </a:r>
          </a:p>
          <a:p>
            <a:pPr marL="0" indent="0">
              <a:lnSpc>
                <a:spcPct val="100000"/>
              </a:lnSpc>
              <a:spcBef>
                <a:spcPts val="0"/>
              </a:spcBef>
              <a:spcAft>
                <a:spcPts val="1200"/>
              </a:spcAft>
              <a:buNone/>
            </a:pPr>
            <a:r>
              <a:rPr lang="en-US" dirty="0"/>
              <a:t>By default, all pods in an AKS cluster can send and receive traffic without limitations. For improved security, define rules that control the flow of traffic, like:</a:t>
            </a:r>
          </a:p>
          <a:p>
            <a:pPr>
              <a:lnSpc>
                <a:spcPct val="100000"/>
              </a:lnSpc>
              <a:spcBef>
                <a:spcPts val="0"/>
              </a:spcBef>
              <a:spcAft>
                <a:spcPts val="1200"/>
              </a:spcAft>
            </a:pPr>
            <a:r>
              <a:rPr lang="en-US" dirty="0"/>
              <a:t>Back-end applications are only exposed to required frontend services.</a:t>
            </a:r>
          </a:p>
          <a:p>
            <a:pPr>
              <a:lnSpc>
                <a:spcPct val="100000"/>
              </a:lnSpc>
              <a:spcBef>
                <a:spcPts val="0"/>
              </a:spcBef>
              <a:spcAft>
                <a:spcPts val="1200"/>
              </a:spcAft>
            </a:pPr>
            <a:r>
              <a:rPr lang="en-US" dirty="0"/>
              <a:t>Database components are only accessible to the application tiers that connect to them.</a:t>
            </a:r>
          </a:p>
        </p:txBody>
      </p:sp>
    </p:spTree>
    <p:extLst>
      <p:ext uri="{BB962C8B-B14F-4D97-AF65-F5344CB8AC3E}">
        <p14:creationId xmlns:p14="http://schemas.microsoft.com/office/powerpoint/2010/main" val="11164333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43CAA20-3569-4189-9E48-239A229A8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2B108BA-CE66-2908-88CD-284D3F55490C}"/>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DEMO</a:t>
            </a:r>
          </a:p>
        </p:txBody>
      </p:sp>
      <p:sp>
        <p:nvSpPr>
          <p:cNvPr id="3" name="Content Placeholder 2">
            <a:extLst>
              <a:ext uri="{FF2B5EF4-FFF2-40B4-BE49-F238E27FC236}">
                <a16:creationId xmlns:a16="http://schemas.microsoft.com/office/drawing/2014/main" id="{ABE0EBD9-543C-DF01-01FB-128713202535}"/>
              </a:ext>
            </a:extLst>
          </p:cNvPr>
          <p:cNvSpPr>
            <a:spLocks noGrp="1"/>
          </p:cNvSpPr>
          <p:nvPr>
            <p:ph idx="1"/>
          </p:nvPr>
        </p:nvSpPr>
        <p:spPr>
          <a:xfrm>
            <a:off x="838199" y="4983276"/>
            <a:ext cx="10512552" cy="1126680"/>
          </a:xfrm>
        </p:spPr>
        <p:txBody>
          <a:bodyPr vert="horz" lIns="91440" tIns="45720" rIns="91440" bIns="45720" rtlCol="0">
            <a:normAutofit/>
          </a:bodyPr>
          <a:lstStyle/>
          <a:p>
            <a:pPr marL="0" indent="0">
              <a:buNone/>
            </a:pPr>
            <a:r>
              <a:rPr lang="en-US" sz="2400" kern="1200" dirty="0">
                <a:solidFill>
                  <a:schemeClr val="tx1"/>
                </a:solidFill>
                <a:latin typeface="+mn-lt"/>
                <a:ea typeface="+mn-ea"/>
                <a:cs typeface="+mn-cs"/>
              </a:rPr>
              <a:t>Creating Node Pools</a:t>
            </a:r>
          </a:p>
        </p:txBody>
      </p:sp>
      <p:sp>
        <p:nvSpPr>
          <p:cNvPr id="10" name="sketch line">
            <a:extLst>
              <a:ext uri="{FF2B5EF4-FFF2-40B4-BE49-F238E27FC236}">
                <a16:creationId xmlns:a16="http://schemas.microsoft.com/office/drawing/2014/main" id="{DA542B6D-E775-4832-91DC-2D20F85781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4718595"/>
            <a:ext cx="5410200" cy="18288"/>
          </a:xfrm>
          <a:custGeom>
            <a:avLst/>
            <a:gdLst>
              <a:gd name="csX0" fmla="*/ 0 w 5410200"/>
              <a:gd name="csY0" fmla="*/ 0 h 18288"/>
              <a:gd name="csX1" fmla="*/ 568071 w 5410200"/>
              <a:gd name="csY1" fmla="*/ 0 h 18288"/>
              <a:gd name="csX2" fmla="*/ 1298448 w 5410200"/>
              <a:gd name="csY2" fmla="*/ 0 h 18288"/>
              <a:gd name="csX3" fmla="*/ 1920621 w 5410200"/>
              <a:gd name="csY3" fmla="*/ 0 h 18288"/>
              <a:gd name="csX4" fmla="*/ 2488692 w 5410200"/>
              <a:gd name="csY4" fmla="*/ 0 h 18288"/>
              <a:gd name="csX5" fmla="*/ 3219069 w 5410200"/>
              <a:gd name="csY5" fmla="*/ 0 h 18288"/>
              <a:gd name="csX6" fmla="*/ 3895344 w 5410200"/>
              <a:gd name="csY6" fmla="*/ 0 h 18288"/>
              <a:gd name="csX7" fmla="*/ 4571619 w 5410200"/>
              <a:gd name="csY7" fmla="*/ 0 h 18288"/>
              <a:gd name="csX8" fmla="*/ 5410200 w 5410200"/>
              <a:gd name="csY8" fmla="*/ 0 h 18288"/>
              <a:gd name="csX9" fmla="*/ 5410200 w 5410200"/>
              <a:gd name="csY9" fmla="*/ 18288 h 18288"/>
              <a:gd name="csX10" fmla="*/ 4842129 w 5410200"/>
              <a:gd name="csY10" fmla="*/ 18288 h 18288"/>
              <a:gd name="csX11" fmla="*/ 4328160 w 5410200"/>
              <a:gd name="csY11" fmla="*/ 18288 h 18288"/>
              <a:gd name="csX12" fmla="*/ 3597783 w 5410200"/>
              <a:gd name="csY12" fmla="*/ 18288 h 18288"/>
              <a:gd name="csX13" fmla="*/ 3029712 w 5410200"/>
              <a:gd name="csY13" fmla="*/ 18288 h 18288"/>
              <a:gd name="csX14" fmla="*/ 2299335 w 5410200"/>
              <a:gd name="csY14" fmla="*/ 18288 h 18288"/>
              <a:gd name="csX15" fmla="*/ 1514856 w 5410200"/>
              <a:gd name="csY15" fmla="*/ 18288 h 18288"/>
              <a:gd name="csX16" fmla="*/ 892683 w 5410200"/>
              <a:gd name="csY16" fmla="*/ 18288 h 18288"/>
              <a:gd name="csX17" fmla="*/ 0 w 5410200"/>
              <a:gd name="csY17" fmla="*/ 18288 h 18288"/>
              <a:gd name="csX18" fmla="*/ 0 w 5410200"/>
              <a:gd name="csY1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40744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AB63FE-8AB5-5A46-9DBA-672F001AF2EC}"/>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B5A6F4A-4394-3152-1133-2EEF036DA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16C3CAE6-A84B-B555-686C-A9298AA8BA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DAF60748-A479-C88F-28E7-9320416E2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2F35E6C-3484-52EE-4ABB-4911939F8F6F}"/>
              </a:ext>
            </a:extLst>
          </p:cNvPr>
          <p:cNvSpPr>
            <a:spLocks noGrp="1"/>
          </p:cNvSpPr>
          <p:nvPr>
            <p:ph type="title"/>
          </p:nvPr>
        </p:nvSpPr>
        <p:spPr>
          <a:xfrm>
            <a:off x="1524003" y="1999615"/>
            <a:ext cx="9144000" cy="2764028"/>
          </a:xfrm>
        </p:spPr>
        <p:txBody>
          <a:bodyPr vert="horz" lIns="91440" tIns="45720" rIns="91440" bIns="45720" rtlCol="0" anchor="ctr">
            <a:normAutofit fontScale="90000"/>
          </a:bodyPr>
          <a:lstStyle/>
          <a:p>
            <a:pPr algn="ctr"/>
            <a:r>
              <a:rPr lang="en-US" sz="7200" kern="1200" dirty="0">
                <a:solidFill>
                  <a:schemeClr val="tx1"/>
                </a:solidFill>
                <a:latin typeface="+mj-lt"/>
                <a:ea typeface="+mj-ea"/>
                <a:cs typeface="+mj-cs"/>
              </a:rPr>
              <a:t>AKS Container Network Interface (CNI) Networking</a:t>
            </a:r>
          </a:p>
        </p:txBody>
      </p:sp>
      <p:sp>
        <p:nvSpPr>
          <p:cNvPr id="13" name="Rectangle 12">
            <a:extLst>
              <a:ext uri="{FF2B5EF4-FFF2-40B4-BE49-F238E27FC236}">
                <a16:creationId xmlns:a16="http://schemas.microsoft.com/office/drawing/2014/main" id="{E5B3445F-D462-87F3-435F-5FAEECD76F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769822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7EEDB7-B457-3982-C0E9-EC0A63F47E6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37D53E-0349-5C0C-4FB1-4C5CF9DD5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7BF4196D-BD00-D7BE-1E52-7C1368A7C862}"/>
              </a:ext>
            </a:extLst>
          </p:cNvPr>
          <p:cNvSpPr>
            <a:spLocks noGrp="1"/>
          </p:cNvSpPr>
          <p:nvPr>
            <p:ph type="title"/>
          </p:nvPr>
        </p:nvSpPr>
        <p:spPr>
          <a:xfrm>
            <a:off x="838200" y="365125"/>
            <a:ext cx="10515600" cy="1325563"/>
          </a:xfrm>
        </p:spPr>
        <p:txBody>
          <a:bodyPr>
            <a:normAutofit/>
          </a:bodyPr>
          <a:lstStyle/>
          <a:p>
            <a:r>
              <a:rPr lang="en-US" sz="5400" dirty="0"/>
              <a:t>CNI Overview</a:t>
            </a:r>
          </a:p>
        </p:txBody>
      </p:sp>
      <p:sp>
        <p:nvSpPr>
          <p:cNvPr id="13" name="sketch line">
            <a:extLst>
              <a:ext uri="{FF2B5EF4-FFF2-40B4-BE49-F238E27FC236}">
                <a16:creationId xmlns:a16="http://schemas.microsoft.com/office/drawing/2014/main" id="{A61C8F7E-58F3-E85C-5E68-8DC0316873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CF80454-5BC8-C04E-00CC-9B9B51FFB4AA}"/>
              </a:ext>
            </a:extLst>
          </p:cNvPr>
          <p:cNvSpPr txBox="1"/>
          <p:nvPr/>
        </p:nvSpPr>
        <p:spPr>
          <a:xfrm>
            <a:off x="520754" y="2485384"/>
            <a:ext cx="11147443" cy="3785652"/>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Kubernetes uses Container Networking Interface (CNI) plugins to manage networking in Kubernetes clusters. </a:t>
            </a:r>
          </a:p>
          <a:p>
            <a:pPr>
              <a:spcAft>
                <a:spcPts val="1200"/>
              </a:spcAft>
            </a:pPr>
            <a:r>
              <a:rPr lang="en-US" sz="2000" dirty="0">
                <a:solidFill>
                  <a:srgbClr val="161616"/>
                </a:solidFill>
                <a:latin typeface="Segoe UI" panose="020B0502040204020203" pitchFamily="34" charset="0"/>
              </a:rPr>
              <a:t>CNI plug-ins are responsible for:</a:t>
            </a:r>
          </a:p>
          <a:p>
            <a:pPr marL="800100" lvl="1"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assigning IP addresses to pods </a:t>
            </a:r>
          </a:p>
          <a:p>
            <a:pPr marL="800100" lvl="1"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network routing between pods, </a:t>
            </a:r>
          </a:p>
          <a:p>
            <a:pPr marL="800100" lvl="1"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Kubernetes service routing, </a:t>
            </a:r>
          </a:p>
          <a:p>
            <a:pPr marL="800100" lvl="1"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and more…</a:t>
            </a:r>
          </a:p>
          <a:p>
            <a:pPr>
              <a:spcAft>
                <a:spcPts val="1200"/>
              </a:spcAft>
            </a:pPr>
            <a:r>
              <a:rPr lang="en-US" sz="2000" dirty="0">
                <a:solidFill>
                  <a:srgbClr val="161616"/>
                </a:solidFill>
                <a:latin typeface="Segoe UI" panose="020B0502040204020203" pitchFamily="34" charset="0"/>
              </a:rPr>
              <a:t>Azure Kubernetes Service (AKS) provides multiple CNI plugins that you can use in your clusters, depending on your networking requirements.</a:t>
            </a:r>
            <a:endParaRPr lang="en-US" sz="2000" dirty="0"/>
          </a:p>
        </p:txBody>
      </p:sp>
    </p:spTree>
    <p:extLst>
      <p:ext uri="{BB962C8B-B14F-4D97-AF65-F5344CB8AC3E}">
        <p14:creationId xmlns:p14="http://schemas.microsoft.com/office/powerpoint/2010/main" val="3333986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1A0098-4A31-24B0-3142-0681DE3116A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05702D5-128D-296F-3B0C-1280AEADD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9FFF78D-AB6A-04E6-EEE2-784F7ECCF432}"/>
              </a:ext>
            </a:extLst>
          </p:cNvPr>
          <p:cNvSpPr>
            <a:spLocks noGrp="1"/>
          </p:cNvSpPr>
          <p:nvPr>
            <p:ph type="title"/>
          </p:nvPr>
        </p:nvSpPr>
        <p:spPr>
          <a:xfrm>
            <a:off x="838200" y="365125"/>
            <a:ext cx="10515600" cy="1325563"/>
          </a:xfrm>
        </p:spPr>
        <p:txBody>
          <a:bodyPr>
            <a:normAutofit/>
          </a:bodyPr>
          <a:lstStyle/>
          <a:p>
            <a:r>
              <a:rPr lang="en-US" sz="5400" dirty="0"/>
              <a:t>Networking Models in AKS</a:t>
            </a:r>
          </a:p>
        </p:txBody>
      </p:sp>
      <p:sp>
        <p:nvSpPr>
          <p:cNvPr id="13" name="sketch line">
            <a:extLst>
              <a:ext uri="{FF2B5EF4-FFF2-40B4-BE49-F238E27FC236}">
                <a16:creationId xmlns:a16="http://schemas.microsoft.com/office/drawing/2014/main" id="{AFC13268-1FED-E685-59DA-07D16AB70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DE016F71-6083-73B1-3D01-A6F4D7F444E7}"/>
              </a:ext>
            </a:extLst>
          </p:cNvPr>
          <p:cNvSpPr>
            <a:spLocks noGrp="1"/>
          </p:cNvSpPr>
          <p:nvPr>
            <p:ph idx="1"/>
          </p:nvPr>
        </p:nvSpPr>
        <p:spPr>
          <a:xfrm>
            <a:off x="434109" y="2028774"/>
            <a:ext cx="11499273" cy="4251960"/>
          </a:xfrm>
        </p:spPr>
        <p:txBody>
          <a:bodyPr>
            <a:normAutofit lnSpcReduction="10000"/>
          </a:bodyPr>
          <a:lstStyle/>
          <a:p>
            <a:pPr>
              <a:lnSpc>
                <a:spcPct val="100000"/>
              </a:lnSpc>
              <a:spcBef>
                <a:spcPts val="0"/>
              </a:spcBef>
              <a:spcAft>
                <a:spcPts val="1200"/>
              </a:spcAft>
            </a:pPr>
            <a:r>
              <a:rPr lang="en-US" b="1" dirty="0"/>
              <a:t>Overlay network model:</a:t>
            </a:r>
            <a:r>
              <a:rPr lang="en-US" dirty="0"/>
              <a:t> Overlay networking is the most common networking model used in Kubernetes. Pods are given an IP address from a private, logically separate CIDR from the Azure virtual network subnet where AKS nodes are deployed. This model enables simpler, improved scalability when compared to the flat network model.</a:t>
            </a:r>
          </a:p>
          <a:p>
            <a:pPr>
              <a:lnSpc>
                <a:spcPct val="100000"/>
              </a:lnSpc>
              <a:spcBef>
                <a:spcPts val="0"/>
              </a:spcBef>
              <a:spcAft>
                <a:spcPts val="1200"/>
              </a:spcAft>
            </a:pPr>
            <a:r>
              <a:rPr lang="en-US" b="1" dirty="0"/>
              <a:t>Flat network model:</a:t>
            </a:r>
            <a:r>
              <a:rPr lang="en-US" dirty="0"/>
              <a:t> A flat network model in AKS assigns IP addresses to pods from a subnet from the same Azure virtual network as the AKS nodes. Any traffic leaving your clusters isn't </a:t>
            </a:r>
            <a:r>
              <a:rPr lang="en-US" dirty="0" err="1"/>
              <a:t>SNAT'd</a:t>
            </a:r>
            <a:r>
              <a:rPr lang="en-US" dirty="0"/>
              <a:t>, and the pod IP address is directly exposed to the destination. This model can be useful for scenarios like exposing pod IP addresses to external services.</a:t>
            </a:r>
          </a:p>
        </p:txBody>
      </p:sp>
    </p:spTree>
    <p:extLst>
      <p:ext uri="{BB962C8B-B14F-4D97-AF65-F5344CB8AC3E}">
        <p14:creationId xmlns:p14="http://schemas.microsoft.com/office/powerpoint/2010/main" val="1582167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F3A406-4F2B-914B-E7A0-4053CEAC5F7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434546A-C670-78EA-AE1F-A9886696BF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84CC69C-0C6F-2CF6-F198-F52F44F2193C}"/>
              </a:ext>
            </a:extLst>
          </p:cNvPr>
          <p:cNvSpPr>
            <a:spLocks noGrp="1"/>
          </p:cNvSpPr>
          <p:nvPr>
            <p:ph type="title"/>
          </p:nvPr>
        </p:nvSpPr>
        <p:spPr>
          <a:xfrm>
            <a:off x="838200" y="365125"/>
            <a:ext cx="10515600" cy="1325563"/>
          </a:xfrm>
        </p:spPr>
        <p:txBody>
          <a:bodyPr>
            <a:normAutofit/>
          </a:bodyPr>
          <a:lstStyle/>
          <a:p>
            <a:r>
              <a:rPr lang="en-US" sz="5400" dirty="0"/>
              <a:t>Overlay Network Model -default</a:t>
            </a:r>
          </a:p>
        </p:txBody>
      </p:sp>
      <p:sp>
        <p:nvSpPr>
          <p:cNvPr id="13" name="sketch line">
            <a:extLst>
              <a:ext uri="{FF2B5EF4-FFF2-40B4-BE49-F238E27FC236}">
                <a16:creationId xmlns:a16="http://schemas.microsoft.com/office/drawing/2014/main" id="{6B9E76B0-86C9-A73B-132C-D92EEFC67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6" name="Picture 5" descr="Diagram that shows two nodes, with three pods each, running in an overlay network. Pod traffic to endpoints outside the cluster is routed via network address translation.">
            <a:extLst>
              <a:ext uri="{FF2B5EF4-FFF2-40B4-BE49-F238E27FC236}">
                <a16:creationId xmlns:a16="http://schemas.microsoft.com/office/drawing/2014/main" id="{4F6F491F-347B-051C-7C2F-4ADAFC95D95C}"/>
              </a:ext>
            </a:extLst>
          </p:cNvPr>
          <p:cNvPicPr>
            <a:picLocks noChangeAspect="1"/>
          </p:cNvPicPr>
          <p:nvPr/>
        </p:nvPicPr>
        <p:blipFill>
          <a:blip r:embed="rId3"/>
          <a:stretch>
            <a:fillRect/>
          </a:stretch>
        </p:blipFill>
        <p:spPr>
          <a:xfrm>
            <a:off x="625375" y="2138357"/>
            <a:ext cx="5804710" cy="3940230"/>
          </a:xfrm>
          <a:prstGeom prst="rect">
            <a:avLst/>
          </a:prstGeom>
        </p:spPr>
      </p:pic>
      <p:pic>
        <p:nvPicPr>
          <p:cNvPr id="8" name="Picture 7">
            <a:extLst>
              <a:ext uri="{FF2B5EF4-FFF2-40B4-BE49-F238E27FC236}">
                <a16:creationId xmlns:a16="http://schemas.microsoft.com/office/drawing/2014/main" id="{3125D18F-BC00-D80A-4ACF-36B41B7DAF4C}"/>
              </a:ext>
            </a:extLst>
          </p:cNvPr>
          <p:cNvPicPr>
            <a:picLocks noChangeAspect="1"/>
          </p:cNvPicPr>
          <p:nvPr/>
        </p:nvPicPr>
        <p:blipFill>
          <a:blip r:embed="rId4"/>
          <a:stretch>
            <a:fillRect/>
          </a:stretch>
        </p:blipFill>
        <p:spPr>
          <a:xfrm>
            <a:off x="6970640" y="2055813"/>
            <a:ext cx="4176800" cy="4022774"/>
          </a:xfrm>
          <a:prstGeom prst="rect">
            <a:avLst/>
          </a:prstGeom>
        </p:spPr>
      </p:pic>
    </p:spTree>
    <p:extLst>
      <p:ext uri="{BB962C8B-B14F-4D97-AF65-F5344CB8AC3E}">
        <p14:creationId xmlns:p14="http://schemas.microsoft.com/office/powerpoint/2010/main" val="15604950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4CF9B87-F0C6-354E-DDEE-863E0E4BBC8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435FAF8A-002A-4385-CC2D-27C3C5A13F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3BAD216-ABEE-4F79-A1F9-37139AA69DB4}"/>
              </a:ext>
            </a:extLst>
          </p:cNvPr>
          <p:cNvSpPr>
            <a:spLocks noGrp="1"/>
          </p:cNvSpPr>
          <p:nvPr>
            <p:ph type="title"/>
          </p:nvPr>
        </p:nvSpPr>
        <p:spPr>
          <a:xfrm>
            <a:off x="838200" y="365125"/>
            <a:ext cx="10515600" cy="1325563"/>
          </a:xfrm>
        </p:spPr>
        <p:txBody>
          <a:bodyPr>
            <a:normAutofit/>
          </a:bodyPr>
          <a:lstStyle/>
          <a:p>
            <a:r>
              <a:rPr lang="en-US" sz="5400" dirty="0"/>
              <a:t>Flat Networks</a:t>
            </a:r>
          </a:p>
        </p:txBody>
      </p:sp>
      <p:sp>
        <p:nvSpPr>
          <p:cNvPr id="13" name="sketch line">
            <a:extLst>
              <a:ext uri="{FF2B5EF4-FFF2-40B4-BE49-F238E27FC236}">
                <a16:creationId xmlns:a16="http://schemas.microsoft.com/office/drawing/2014/main" id="{EE633D94-DDB6-1A2E-4698-ACCCD8C4B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Picture 2" descr="Diagram that shows two nodes, with three pods each, running in a flat network model.">
            <a:extLst>
              <a:ext uri="{FF2B5EF4-FFF2-40B4-BE49-F238E27FC236}">
                <a16:creationId xmlns:a16="http://schemas.microsoft.com/office/drawing/2014/main" id="{26F6C7F2-9B63-FE5F-D869-D37CA8A18F17}"/>
              </a:ext>
            </a:extLst>
          </p:cNvPr>
          <p:cNvPicPr>
            <a:picLocks noChangeAspect="1"/>
          </p:cNvPicPr>
          <p:nvPr/>
        </p:nvPicPr>
        <p:blipFill>
          <a:blip r:embed="rId3"/>
          <a:stretch>
            <a:fillRect/>
          </a:stretch>
        </p:blipFill>
        <p:spPr>
          <a:xfrm>
            <a:off x="149272" y="1845020"/>
            <a:ext cx="7171262" cy="3056164"/>
          </a:xfrm>
          <a:prstGeom prst="rect">
            <a:avLst/>
          </a:prstGeom>
        </p:spPr>
      </p:pic>
      <p:pic>
        <p:nvPicPr>
          <p:cNvPr id="5" name="Picture 4">
            <a:extLst>
              <a:ext uri="{FF2B5EF4-FFF2-40B4-BE49-F238E27FC236}">
                <a16:creationId xmlns:a16="http://schemas.microsoft.com/office/drawing/2014/main" id="{30B2A816-752F-025B-B24D-9B2D039A4D18}"/>
              </a:ext>
            </a:extLst>
          </p:cNvPr>
          <p:cNvPicPr>
            <a:picLocks noChangeAspect="1"/>
          </p:cNvPicPr>
          <p:nvPr/>
        </p:nvPicPr>
        <p:blipFill>
          <a:blip r:embed="rId4"/>
          <a:stretch>
            <a:fillRect/>
          </a:stretch>
        </p:blipFill>
        <p:spPr>
          <a:xfrm>
            <a:off x="7535825" y="2055813"/>
            <a:ext cx="4045141" cy="3827139"/>
          </a:xfrm>
          <a:prstGeom prst="rect">
            <a:avLst/>
          </a:prstGeom>
        </p:spPr>
      </p:pic>
    </p:spTree>
    <p:extLst>
      <p:ext uri="{BB962C8B-B14F-4D97-AF65-F5344CB8AC3E}">
        <p14:creationId xmlns:p14="http://schemas.microsoft.com/office/powerpoint/2010/main" val="42043463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AD61E1-C783-611F-EC8E-51E258AA36B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ACDA317-7399-70DF-96BE-6CCE71F42F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E6FC0283-3E75-3637-938B-5DC5FB4BFB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2428FB26-1112-D653-4D92-D43AAD116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E2841A-D822-35CC-152C-59CFA8EE8968}"/>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CNI Pod Subnet</a:t>
            </a:r>
          </a:p>
        </p:txBody>
      </p:sp>
      <p:sp>
        <p:nvSpPr>
          <p:cNvPr id="13" name="Rectangle 12">
            <a:extLst>
              <a:ext uri="{FF2B5EF4-FFF2-40B4-BE49-F238E27FC236}">
                <a16:creationId xmlns:a16="http://schemas.microsoft.com/office/drawing/2014/main" id="{F22A9321-B997-25FA-CBE4-BBBE1FB655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79828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9734F-6F33-8E41-F0C4-ACE8FB70EE26}"/>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D8D8132-7B6F-F207-8253-2920ED208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185B712-2E65-68B0-2EDF-E644095F0827}"/>
              </a:ext>
            </a:extLst>
          </p:cNvPr>
          <p:cNvSpPr>
            <a:spLocks noGrp="1"/>
          </p:cNvSpPr>
          <p:nvPr>
            <p:ph type="title"/>
          </p:nvPr>
        </p:nvSpPr>
        <p:spPr>
          <a:xfrm>
            <a:off x="838200" y="365125"/>
            <a:ext cx="10515600" cy="1325563"/>
          </a:xfrm>
        </p:spPr>
        <p:txBody>
          <a:bodyPr>
            <a:normAutofit/>
          </a:bodyPr>
          <a:lstStyle/>
          <a:p>
            <a:r>
              <a:rPr lang="en-US" sz="5400" dirty="0"/>
              <a:t>CNI Pod Subnet</a:t>
            </a:r>
          </a:p>
        </p:txBody>
      </p:sp>
      <p:sp>
        <p:nvSpPr>
          <p:cNvPr id="13" name="sketch line">
            <a:extLst>
              <a:ext uri="{FF2B5EF4-FFF2-40B4-BE49-F238E27FC236}">
                <a16:creationId xmlns:a16="http://schemas.microsoft.com/office/drawing/2014/main" id="{C5C84CEA-8BC4-1989-DF84-E5C15439C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11C3121E-91E6-F9B7-5790-D5D8E5854AE4}"/>
              </a:ext>
            </a:extLst>
          </p:cNvPr>
          <p:cNvSpPr txBox="1"/>
          <p:nvPr/>
        </p:nvSpPr>
        <p:spPr>
          <a:xfrm>
            <a:off x="520754" y="2485384"/>
            <a:ext cx="11495755" cy="1785104"/>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Azure CNI Pod Subnet assigns IP addresses to pods from a separate subnet from your cluster Nodes. </a:t>
            </a:r>
          </a:p>
          <a:p>
            <a:pPr>
              <a:spcAft>
                <a:spcPts val="1200"/>
              </a:spcAft>
            </a:pPr>
            <a:r>
              <a:rPr lang="en-US" sz="2000" dirty="0">
                <a:solidFill>
                  <a:srgbClr val="161616"/>
                </a:solidFill>
                <a:latin typeface="Segoe UI" panose="020B0502040204020203" pitchFamily="34" charset="0"/>
              </a:rPr>
              <a:t>This feature is available in two modes: </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Dynamic IP Allocation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Static Block Allocation</a:t>
            </a:r>
            <a:endParaRPr lang="en-US" sz="2000" dirty="0"/>
          </a:p>
        </p:txBody>
      </p:sp>
    </p:spTree>
    <p:extLst>
      <p:ext uri="{BB962C8B-B14F-4D97-AF65-F5344CB8AC3E}">
        <p14:creationId xmlns:p14="http://schemas.microsoft.com/office/powerpoint/2010/main" val="472297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58B08-3466-2A08-9993-36DCD7B6AE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11016-2962-7834-259D-BE444F5A7C8E}"/>
              </a:ext>
            </a:extLst>
          </p:cNvPr>
          <p:cNvSpPr>
            <a:spLocks noGrp="1"/>
          </p:cNvSpPr>
          <p:nvPr>
            <p:ph type="title"/>
          </p:nvPr>
        </p:nvSpPr>
        <p:spPr>
          <a:xfrm>
            <a:off x="77002" y="856013"/>
            <a:ext cx="3128211" cy="1559928"/>
          </a:xfrm>
        </p:spPr>
        <p:txBody>
          <a:bodyPr>
            <a:normAutofit fontScale="90000"/>
          </a:bodyPr>
          <a:lstStyle/>
          <a:p>
            <a:r>
              <a:rPr lang="en-US" dirty="0"/>
              <a:t>CNI </a:t>
            </a:r>
            <a:br>
              <a:rPr lang="en-US" dirty="0"/>
            </a:br>
            <a:r>
              <a:rPr lang="en-US" dirty="0"/>
              <a:t>Networking</a:t>
            </a:r>
            <a:br>
              <a:rPr lang="en-US" dirty="0"/>
            </a:br>
            <a:r>
              <a:rPr lang="en-US" dirty="0"/>
              <a:t>(Pod Subnet)</a:t>
            </a:r>
          </a:p>
        </p:txBody>
      </p:sp>
      <p:pic>
        <p:nvPicPr>
          <p:cNvPr id="4" name="Picture 3">
            <a:extLst>
              <a:ext uri="{FF2B5EF4-FFF2-40B4-BE49-F238E27FC236}">
                <a16:creationId xmlns:a16="http://schemas.microsoft.com/office/drawing/2014/main" id="{76BA8107-7232-DDC0-9FA3-680637B55270}"/>
              </a:ext>
            </a:extLst>
          </p:cNvPr>
          <p:cNvPicPr>
            <a:picLocks noChangeAspect="1"/>
          </p:cNvPicPr>
          <p:nvPr/>
        </p:nvPicPr>
        <p:blipFill>
          <a:blip r:embed="rId2"/>
          <a:stretch>
            <a:fillRect/>
          </a:stretch>
        </p:blipFill>
        <p:spPr>
          <a:xfrm>
            <a:off x="2852271" y="396996"/>
            <a:ext cx="5299964" cy="2681554"/>
          </a:xfrm>
          <a:prstGeom prst="rect">
            <a:avLst/>
          </a:prstGeom>
        </p:spPr>
      </p:pic>
      <p:pic>
        <p:nvPicPr>
          <p:cNvPr id="8" name="Picture 7">
            <a:extLst>
              <a:ext uri="{FF2B5EF4-FFF2-40B4-BE49-F238E27FC236}">
                <a16:creationId xmlns:a16="http://schemas.microsoft.com/office/drawing/2014/main" id="{C3B3D324-BF82-FC22-520E-CF95D1CD6E7A}"/>
              </a:ext>
            </a:extLst>
          </p:cNvPr>
          <p:cNvPicPr>
            <a:picLocks noChangeAspect="1"/>
          </p:cNvPicPr>
          <p:nvPr/>
        </p:nvPicPr>
        <p:blipFill>
          <a:blip r:embed="rId3"/>
          <a:stretch>
            <a:fillRect/>
          </a:stretch>
        </p:blipFill>
        <p:spPr>
          <a:xfrm>
            <a:off x="8215974" y="396996"/>
            <a:ext cx="3727993" cy="2298078"/>
          </a:xfrm>
          <a:prstGeom prst="rect">
            <a:avLst/>
          </a:prstGeom>
        </p:spPr>
      </p:pic>
      <p:pic>
        <p:nvPicPr>
          <p:cNvPr id="11" name="Picture 10">
            <a:extLst>
              <a:ext uri="{FF2B5EF4-FFF2-40B4-BE49-F238E27FC236}">
                <a16:creationId xmlns:a16="http://schemas.microsoft.com/office/drawing/2014/main" id="{8FBE81AF-231D-C091-DA36-AB6AE27D7765}"/>
              </a:ext>
            </a:extLst>
          </p:cNvPr>
          <p:cNvPicPr>
            <a:picLocks noChangeAspect="1"/>
          </p:cNvPicPr>
          <p:nvPr/>
        </p:nvPicPr>
        <p:blipFill>
          <a:blip r:embed="rId4"/>
          <a:stretch>
            <a:fillRect/>
          </a:stretch>
        </p:blipFill>
        <p:spPr>
          <a:xfrm>
            <a:off x="465939" y="3330414"/>
            <a:ext cx="11260121" cy="3258005"/>
          </a:xfrm>
          <a:prstGeom prst="rect">
            <a:avLst/>
          </a:prstGeom>
        </p:spPr>
      </p:pic>
    </p:spTree>
    <p:extLst>
      <p:ext uri="{BB962C8B-B14F-4D97-AF65-F5344CB8AC3E}">
        <p14:creationId xmlns:p14="http://schemas.microsoft.com/office/powerpoint/2010/main" val="6553450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85D7BB-FF35-4E8A-F4C7-D66B447CE2A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7414219E-4626-80B2-B171-842D9494A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5E7449F1-E868-AF04-227C-7843EBDF5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62793A98-86AA-7113-8572-D45C7F4562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AFD62A-D58C-0808-E348-205A0EA594E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CNI Node Subnet</a:t>
            </a:r>
            <a:br>
              <a:rPr lang="en-US" sz="7200" dirty="0"/>
            </a:br>
            <a:r>
              <a:rPr lang="en-US" sz="7200" dirty="0"/>
              <a:t>(Legacy)</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86720F63-11A9-90FC-8A57-8EDF2AD3BD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1212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99FE87-CB2A-DB23-2F08-C5EAE510F63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6C32DAD-EDC8-7023-CDC5-AE7210130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74D280B-EA27-B50B-2E11-3A154AB51668}"/>
              </a:ext>
            </a:extLst>
          </p:cNvPr>
          <p:cNvSpPr>
            <a:spLocks noGrp="1"/>
          </p:cNvSpPr>
          <p:nvPr>
            <p:ph type="title"/>
          </p:nvPr>
        </p:nvSpPr>
        <p:spPr>
          <a:xfrm>
            <a:off x="838200" y="365125"/>
            <a:ext cx="10515600" cy="1325563"/>
          </a:xfrm>
        </p:spPr>
        <p:txBody>
          <a:bodyPr>
            <a:normAutofit/>
          </a:bodyPr>
          <a:lstStyle/>
          <a:p>
            <a:r>
              <a:rPr lang="en-US" sz="5400" dirty="0"/>
              <a:t>CNI Node Subnet (Legacy)</a:t>
            </a:r>
          </a:p>
        </p:txBody>
      </p:sp>
      <p:sp>
        <p:nvSpPr>
          <p:cNvPr id="13" name="sketch line">
            <a:extLst>
              <a:ext uri="{FF2B5EF4-FFF2-40B4-BE49-F238E27FC236}">
                <a16:creationId xmlns:a16="http://schemas.microsoft.com/office/drawing/2014/main" id="{CC949FD3-AE97-8A6D-BAC9-D184822811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4269A6FA-3D97-7BC4-EE00-957060420FE1}"/>
              </a:ext>
            </a:extLst>
          </p:cNvPr>
          <p:cNvSpPr txBox="1"/>
          <p:nvPr/>
        </p:nvSpPr>
        <p:spPr>
          <a:xfrm>
            <a:off x="520754" y="2485384"/>
            <a:ext cx="11495755" cy="1015663"/>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In Azure Kubernetes Service (AKS), while Azure CNI Overlay and Azure CNI Pod Subnet are recommended for most scenarios, legacy networking models such as Azure CNI Node Subnet and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are still available and supported.</a:t>
            </a:r>
            <a:endParaRPr lang="en-US" sz="2000" dirty="0"/>
          </a:p>
        </p:txBody>
      </p:sp>
    </p:spTree>
    <p:extLst>
      <p:ext uri="{BB962C8B-B14F-4D97-AF65-F5344CB8AC3E}">
        <p14:creationId xmlns:p14="http://schemas.microsoft.com/office/powerpoint/2010/main" val="5915388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252A5C-510F-D688-1E23-D7DF0DA2912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38371C3-58B4-E30A-4F10-E1578B801B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7D5B821-59CB-613F-F867-021BD8F569C1}"/>
              </a:ext>
            </a:extLst>
          </p:cNvPr>
          <p:cNvSpPr>
            <a:spLocks noGrp="1"/>
          </p:cNvSpPr>
          <p:nvPr>
            <p:ph type="title"/>
          </p:nvPr>
        </p:nvSpPr>
        <p:spPr>
          <a:xfrm>
            <a:off x="838200" y="365125"/>
            <a:ext cx="10515600" cy="1325563"/>
          </a:xfrm>
        </p:spPr>
        <p:txBody>
          <a:bodyPr>
            <a:normAutofit/>
          </a:bodyPr>
          <a:lstStyle/>
          <a:p>
            <a:r>
              <a:rPr lang="en-US" sz="5400" dirty="0"/>
              <a:t>CNI Node Subnet (Legacy)</a:t>
            </a:r>
          </a:p>
        </p:txBody>
      </p:sp>
      <p:sp>
        <p:nvSpPr>
          <p:cNvPr id="13" name="sketch line">
            <a:extLst>
              <a:ext uri="{FF2B5EF4-FFF2-40B4-BE49-F238E27FC236}">
                <a16:creationId xmlns:a16="http://schemas.microsoft.com/office/drawing/2014/main" id="{9BE0C177-0051-D01A-9535-BEFCDCF30C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2664B705-EFB3-3CE7-F3B7-E55BDC55AD25}"/>
              </a:ext>
            </a:extLst>
          </p:cNvPr>
          <p:cNvSpPr txBox="1"/>
          <p:nvPr/>
        </p:nvSpPr>
        <p:spPr>
          <a:xfrm>
            <a:off x="346598" y="2318305"/>
            <a:ext cx="11495755" cy="4401205"/>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With Azure Container Networking Interface (CNI), every pod gets an IP address from the subnet and can be accessed directly. </a:t>
            </a:r>
          </a:p>
          <a:p>
            <a:pPr>
              <a:spcAft>
                <a:spcPts val="1200"/>
              </a:spcAft>
            </a:pPr>
            <a:r>
              <a:rPr lang="en-US" sz="2000" dirty="0">
                <a:solidFill>
                  <a:srgbClr val="161616"/>
                </a:solidFill>
                <a:latin typeface="Segoe UI" panose="020B0502040204020203" pitchFamily="34" charset="0"/>
              </a:rPr>
              <a:t>Systems in the same virtual network as the AKS cluster see the pod IP as the source address for any traffic from the pod. </a:t>
            </a:r>
          </a:p>
          <a:p>
            <a:pPr>
              <a:spcAft>
                <a:spcPts val="1200"/>
              </a:spcAft>
            </a:pPr>
            <a:r>
              <a:rPr lang="en-US" sz="2000" dirty="0">
                <a:solidFill>
                  <a:srgbClr val="161616"/>
                </a:solidFill>
                <a:latin typeface="Segoe UI" panose="020B0502040204020203" pitchFamily="34" charset="0"/>
              </a:rPr>
              <a:t>Systems outside the AKS cluster virtual network see the node IP as the source address for any traffic from the pod. </a:t>
            </a:r>
          </a:p>
          <a:p>
            <a:pPr>
              <a:spcAft>
                <a:spcPts val="1200"/>
              </a:spcAft>
            </a:pPr>
            <a:r>
              <a:rPr lang="en-US" sz="2000" dirty="0">
                <a:solidFill>
                  <a:srgbClr val="161616"/>
                </a:solidFill>
                <a:latin typeface="Segoe UI" panose="020B0502040204020203" pitchFamily="34" charset="0"/>
              </a:rPr>
              <a:t>These IP addresses must be unique across your network space and must be planned in advance. </a:t>
            </a:r>
          </a:p>
          <a:p>
            <a:pPr>
              <a:spcAft>
                <a:spcPts val="1200"/>
              </a:spcAft>
            </a:pPr>
            <a:r>
              <a:rPr lang="en-US" sz="2000" dirty="0">
                <a:solidFill>
                  <a:srgbClr val="161616"/>
                </a:solidFill>
                <a:latin typeface="Segoe UI" panose="020B0502040204020203" pitchFamily="34" charset="0"/>
              </a:rPr>
              <a:t>Each node has a configuration parameter for the maximum number of pods that it supports. </a:t>
            </a:r>
          </a:p>
          <a:p>
            <a:pPr>
              <a:spcAft>
                <a:spcPts val="1200"/>
              </a:spcAft>
            </a:pPr>
            <a:r>
              <a:rPr lang="en-US" sz="2000" dirty="0">
                <a:solidFill>
                  <a:srgbClr val="161616"/>
                </a:solidFill>
                <a:latin typeface="Segoe UI" panose="020B0502040204020203" pitchFamily="34" charset="0"/>
              </a:rPr>
              <a:t>The equivalent number of IP addresses per node are then reserved up front for that node. </a:t>
            </a:r>
          </a:p>
          <a:p>
            <a:pPr>
              <a:spcAft>
                <a:spcPts val="1200"/>
              </a:spcAft>
            </a:pPr>
            <a:r>
              <a:rPr lang="en-US" sz="2000" dirty="0">
                <a:solidFill>
                  <a:srgbClr val="161616"/>
                </a:solidFill>
                <a:latin typeface="Segoe UI" panose="020B0502040204020203" pitchFamily="34" charset="0"/>
              </a:rPr>
              <a:t>This approach requires more planning, and often leads to IP address exhaustion or the need to rebuild clusters in a larger subnet as your application demands grow.</a:t>
            </a:r>
            <a:endParaRPr lang="en-US" sz="2000" dirty="0"/>
          </a:p>
        </p:txBody>
      </p:sp>
    </p:spTree>
    <p:extLst>
      <p:ext uri="{BB962C8B-B14F-4D97-AF65-F5344CB8AC3E}">
        <p14:creationId xmlns:p14="http://schemas.microsoft.com/office/powerpoint/2010/main" val="1979360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CC0E56-4DDB-E98C-4F69-0BB1646A9A09}"/>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FB3CCAD-C7A0-40AC-A8A0-1E89314B2F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FF51B2F-971E-F903-6984-5F504C1FEAE0}"/>
              </a:ext>
            </a:extLst>
          </p:cNvPr>
          <p:cNvSpPr>
            <a:spLocks noGrp="1"/>
          </p:cNvSpPr>
          <p:nvPr>
            <p:ph type="title"/>
          </p:nvPr>
        </p:nvSpPr>
        <p:spPr>
          <a:xfrm>
            <a:off x="838200" y="365125"/>
            <a:ext cx="10515600" cy="1325563"/>
          </a:xfrm>
        </p:spPr>
        <p:txBody>
          <a:bodyPr>
            <a:normAutofit/>
          </a:bodyPr>
          <a:lstStyle/>
          <a:p>
            <a:r>
              <a:rPr lang="en-US" sz="5400" dirty="0"/>
              <a:t>CNI Node Subnet (Legacy)</a:t>
            </a:r>
          </a:p>
        </p:txBody>
      </p:sp>
      <p:sp>
        <p:nvSpPr>
          <p:cNvPr id="13" name="sketch line">
            <a:extLst>
              <a:ext uri="{FF2B5EF4-FFF2-40B4-BE49-F238E27FC236}">
                <a16:creationId xmlns:a16="http://schemas.microsoft.com/office/drawing/2014/main" id="{6BAA8468-E40C-730B-B5A7-4781554725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29C76D3E-2D27-87AD-018E-C4E5208DAEF8}"/>
              </a:ext>
            </a:extLst>
          </p:cNvPr>
          <p:cNvSpPr txBox="1"/>
          <p:nvPr/>
        </p:nvSpPr>
        <p:spPr>
          <a:xfrm>
            <a:off x="346598" y="2318305"/>
            <a:ext cx="11495755" cy="2708434"/>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With Azure CNI Node Subnet, each pod receives an IP address in the IP subnet and can communicate directly with other pods and services. </a:t>
            </a:r>
          </a:p>
          <a:p>
            <a:pPr>
              <a:spcAft>
                <a:spcPts val="1200"/>
              </a:spcAft>
            </a:pPr>
            <a:r>
              <a:rPr lang="en-US" sz="2000" dirty="0">
                <a:solidFill>
                  <a:srgbClr val="161616"/>
                </a:solidFill>
                <a:latin typeface="Segoe UI" panose="020B0502040204020203" pitchFamily="34" charset="0"/>
              </a:rPr>
              <a:t>Your clusters can be as large as the IP address range you specify. </a:t>
            </a:r>
          </a:p>
          <a:p>
            <a:pPr>
              <a:spcAft>
                <a:spcPts val="1200"/>
              </a:spcAft>
            </a:pPr>
            <a:r>
              <a:rPr lang="en-US" sz="2000" dirty="0">
                <a:solidFill>
                  <a:srgbClr val="161616"/>
                </a:solidFill>
                <a:latin typeface="Segoe UI" panose="020B0502040204020203" pitchFamily="34" charset="0"/>
              </a:rPr>
              <a:t>However, you must plan the IP address range in advance, and all the IP addresses are consumed by the AKS nodes based on the maximum number of pods they can support. </a:t>
            </a:r>
          </a:p>
          <a:p>
            <a:pPr>
              <a:spcAft>
                <a:spcPts val="1200"/>
              </a:spcAft>
            </a:pPr>
            <a:r>
              <a:rPr lang="en-US" sz="2000" dirty="0">
                <a:solidFill>
                  <a:srgbClr val="161616"/>
                </a:solidFill>
                <a:latin typeface="Segoe UI" panose="020B0502040204020203" pitchFamily="34" charset="0"/>
              </a:rPr>
              <a:t>Advanced network features and scenarios such as virtual nodes or Network Policies (either Azure or Calico) are supported with Azure CNI.</a:t>
            </a:r>
            <a:endParaRPr lang="en-US" sz="2000" dirty="0"/>
          </a:p>
        </p:txBody>
      </p:sp>
    </p:spTree>
    <p:extLst>
      <p:ext uri="{BB962C8B-B14F-4D97-AF65-F5344CB8AC3E}">
        <p14:creationId xmlns:p14="http://schemas.microsoft.com/office/powerpoint/2010/main" val="33310767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79171-3DC0-CB34-685C-D9B4C4951BB1}"/>
              </a:ext>
            </a:extLst>
          </p:cNvPr>
          <p:cNvSpPr>
            <a:spLocks noGrp="1"/>
          </p:cNvSpPr>
          <p:nvPr>
            <p:ph type="title"/>
          </p:nvPr>
        </p:nvSpPr>
        <p:spPr>
          <a:xfrm>
            <a:off x="77002" y="856013"/>
            <a:ext cx="3128211" cy="1704307"/>
          </a:xfrm>
        </p:spPr>
        <p:txBody>
          <a:bodyPr>
            <a:normAutofit fontScale="90000"/>
          </a:bodyPr>
          <a:lstStyle/>
          <a:p>
            <a:r>
              <a:rPr lang="en-US" dirty="0"/>
              <a:t>CNI </a:t>
            </a:r>
            <a:br>
              <a:rPr lang="en-US" dirty="0"/>
            </a:br>
            <a:r>
              <a:rPr lang="en-US" dirty="0"/>
              <a:t>Networking</a:t>
            </a:r>
            <a:br>
              <a:rPr lang="en-US" dirty="0"/>
            </a:br>
            <a:r>
              <a:rPr lang="en-US" dirty="0"/>
              <a:t>(Legacy)</a:t>
            </a:r>
          </a:p>
        </p:txBody>
      </p:sp>
      <p:pic>
        <p:nvPicPr>
          <p:cNvPr id="5" name="Picture 4">
            <a:extLst>
              <a:ext uri="{FF2B5EF4-FFF2-40B4-BE49-F238E27FC236}">
                <a16:creationId xmlns:a16="http://schemas.microsoft.com/office/drawing/2014/main" id="{DCD72E9A-B536-9FCD-2693-D19DF5EC59A7}"/>
              </a:ext>
            </a:extLst>
          </p:cNvPr>
          <p:cNvPicPr>
            <a:picLocks noChangeAspect="1"/>
          </p:cNvPicPr>
          <p:nvPr/>
        </p:nvPicPr>
        <p:blipFill>
          <a:blip r:embed="rId2"/>
          <a:stretch>
            <a:fillRect/>
          </a:stretch>
        </p:blipFill>
        <p:spPr>
          <a:xfrm>
            <a:off x="3627195" y="594769"/>
            <a:ext cx="3956329" cy="2699709"/>
          </a:xfrm>
          <a:prstGeom prst="rect">
            <a:avLst/>
          </a:prstGeom>
        </p:spPr>
      </p:pic>
      <p:pic>
        <p:nvPicPr>
          <p:cNvPr id="7" name="Picture 6">
            <a:extLst>
              <a:ext uri="{FF2B5EF4-FFF2-40B4-BE49-F238E27FC236}">
                <a16:creationId xmlns:a16="http://schemas.microsoft.com/office/drawing/2014/main" id="{6A05265B-3CFB-56DA-11AE-A96ED20A9A4A}"/>
              </a:ext>
            </a:extLst>
          </p:cNvPr>
          <p:cNvPicPr>
            <a:picLocks noChangeAspect="1"/>
          </p:cNvPicPr>
          <p:nvPr/>
        </p:nvPicPr>
        <p:blipFill>
          <a:blip r:embed="rId3"/>
          <a:stretch>
            <a:fillRect/>
          </a:stretch>
        </p:blipFill>
        <p:spPr>
          <a:xfrm>
            <a:off x="7682119" y="446657"/>
            <a:ext cx="3520273" cy="2982343"/>
          </a:xfrm>
          <a:prstGeom prst="rect">
            <a:avLst/>
          </a:prstGeom>
        </p:spPr>
      </p:pic>
      <p:pic>
        <p:nvPicPr>
          <p:cNvPr id="9" name="Picture 8">
            <a:extLst>
              <a:ext uri="{FF2B5EF4-FFF2-40B4-BE49-F238E27FC236}">
                <a16:creationId xmlns:a16="http://schemas.microsoft.com/office/drawing/2014/main" id="{2B220D17-11D6-F972-2B6F-3074FB451805}"/>
              </a:ext>
            </a:extLst>
          </p:cNvPr>
          <p:cNvPicPr>
            <a:picLocks noChangeAspect="1"/>
          </p:cNvPicPr>
          <p:nvPr/>
        </p:nvPicPr>
        <p:blipFill>
          <a:blip r:embed="rId4"/>
          <a:stretch>
            <a:fillRect/>
          </a:stretch>
        </p:blipFill>
        <p:spPr>
          <a:xfrm>
            <a:off x="485980" y="3657600"/>
            <a:ext cx="10974480" cy="3132949"/>
          </a:xfrm>
          <a:prstGeom prst="rect">
            <a:avLst/>
          </a:prstGeom>
        </p:spPr>
      </p:pic>
    </p:spTree>
    <p:extLst>
      <p:ext uri="{BB962C8B-B14F-4D97-AF65-F5344CB8AC3E}">
        <p14:creationId xmlns:p14="http://schemas.microsoft.com/office/powerpoint/2010/main" val="2555382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711CA3-86EE-8E0B-E16F-94F32F46E89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5407EE6-95CD-A667-D128-A0276AD91A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FBDF44DE-53F7-A98B-2AD7-E3896E7AB1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77243BCF-28C6-6945-5E2D-CF068C886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C01B714-567F-C79F-AE48-4230B64852CC}"/>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err="1">
                <a:solidFill>
                  <a:schemeClr val="tx1"/>
                </a:solidFill>
                <a:latin typeface="+mj-lt"/>
                <a:ea typeface="+mj-ea"/>
                <a:cs typeface="+mj-cs"/>
              </a:rPr>
              <a:t>kubenet</a:t>
            </a:r>
            <a:endParaRPr lang="en-US" sz="7200" kern="1200" dirty="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3F5D9FCC-6795-60EB-01B1-CBEA5582A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94125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AA652FF-B6DC-A6C3-9D3D-079B498DF921}"/>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FD668CC-BF7F-F79A-32A8-6BD2A3AD21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C8A9D9C-9940-4D71-85F4-5BE94617533C}"/>
              </a:ext>
            </a:extLst>
          </p:cNvPr>
          <p:cNvSpPr>
            <a:spLocks noGrp="1"/>
          </p:cNvSpPr>
          <p:nvPr>
            <p:ph type="title"/>
          </p:nvPr>
        </p:nvSpPr>
        <p:spPr>
          <a:xfrm>
            <a:off x="838200" y="365125"/>
            <a:ext cx="10515600" cy="1325563"/>
          </a:xfrm>
        </p:spPr>
        <p:txBody>
          <a:bodyPr>
            <a:normAutofit/>
          </a:bodyPr>
          <a:lstStyle/>
          <a:p>
            <a:r>
              <a:rPr lang="en-US" sz="5400" dirty="0" err="1"/>
              <a:t>kubenet</a:t>
            </a:r>
            <a:r>
              <a:rPr lang="en-US" sz="5400" dirty="0"/>
              <a:t> Networking</a:t>
            </a:r>
          </a:p>
        </p:txBody>
      </p:sp>
      <p:sp>
        <p:nvSpPr>
          <p:cNvPr id="13" name="sketch line">
            <a:extLst>
              <a:ext uri="{FF2B5EF4-FFF2-40B4-BE49-F238E27FC236}">
                <a16:creationId xmlns:a16="http://schemas.microsoft.com/office/drawing/2014/main" id="{41B7D2C0-8BA8-5991-082E-0550D93AEA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7" name="Picture 6">
            <a:extLst>
              <a:ext uri="{FF2B5EF4-FFF2-40B4-BE49-F238E27FC236}">
                <a16:creationId xmlns:a16="http://schemas.microsoft.com/office/drawing/2014/main" id="{500CBDCF-85C0-7F93-F877-F39AF0281571}"/>
              </a:ext>
            </a:extLst>
          </p:cNvPr>
          <p:cNvPicPr>
            <a:picLocks noChangeAspect="1"/>
          </p:cNvPicPr>
          <p:nvPr/>
        </p:nvPicPr>
        <p:blipFill>
          <a:blip r:embed="rId3"/>
          <a:stretch>
            <a:fillRect/>
          </a:stretch>
        </p:blipFill>
        <p:spPr>
          <a:xfrm>
            <a:off x="1492434" y="2162913"/>
            <a:ext cx="9207131" cy="1867766"/>
          </a:xfrm>
          <a:prstGeom prst="rect">
            <a:avLst/>
          </a:prstGeom>
        </p:spPr>
      </p:pic>
      <p:sp>
        <p:nvSpPr>
          <p:cNvPr id="8" name="TextBox 7">
            <a:extLst>
              <a:ext uri="{FF2B5EF4-FFF2-40B4-BE49-F238E27FC236}">
                <a16:creationId xmlns:a16="http://schemas.microsoft.com/office/drawing/2014/main" id="{DF471623-7DDE-F7BD-0277-B7CD0239EB07}"/>
              </a:ext>
            </a:extLst>
          </p:cNvPr>
          <p:cNvSpPr txBox="1"/>
          <p:nvPr/>
        </p:nvSpPr>
        <p:spPr>
          <a:xfrm>
            <a:off x="2841470" y="5987623"/>
            <a:ext cx="6506012" cy="369332"/>
          </a:xfrm>
          <a:prstGeom prst="rect">
            <a:avLst/>
          </a:prstGeom>
          <a:noFill/>
        </p:spPr>
        <p:txBody>
          <a:bodyPr wrap="none" rtlCol="0">
            <a:spAutoFit/>
          </a:bodyPr>
          <a:lstStyle/>
          <a:p>
            <a:r>
              <a:rPr lang="en-US" dirty="0">
                <a:hlinkClick r:id="rId4"/>
              </a:rPr>
              <a:t>https://learn.microsoft.com/en-us/azure/aks/configure-kubenet</a:t>
            </a:r>
            <a:r>
              <a:rPr lang="en-US" dirty="0"/>
              <a:t> </a:t>
            </a:r>
          </a:p>
        </p:txBody>
      </p:sp>
      <p:pic>
        <p:nvPicPr>
          <p:cNvPr id="10" name="Picture 9">
            <a:extLst>
              <a:ext uri="{FF2B5EF4-FFF2-40B4-BE49-F238E27FC236}">
                <a16:creationId xmlns:a16="http://schemas.microsoft.com/office/drawing/2014/main" id="{83F2218A-88E0-6A1A-AE66-3BAC5347EB35}"/>
              </a:ext>
            </a:extLst>
          </p:cNvPr>
          <p:cNvPicPr>
            <a:picLocks noChangeAspect="1"/>
          </p:cNvPicPr>
          <p:nvPr/>
        </p:nvPicPr>
        <p:blipFill>
          <a:blip r:embed="rId5"/>
          <a:stretch>
            <a:fillRect/>
          </a:stretch>
        </p:blipFill>
        <p:spPr>
          <a:xfrm>
            <a:off x="1571713" y="4156583"/>
            <a:ext cx="8828417" cy="1329995"/>
          </a:xfrm>
          <a:prstGeom prst="rect">
            <a:avLst/>
          </a:prstGeom>
        </p:spPr>
      </p:pic>
    </p:spTree>
    <p:extLst>
      <p:ext uri="{BB962C8B-B14F-4D97-AF65-F5344CB8AC3E}">
        <p14:creationId xmlns:p14="http://schemas.microsoft.com/office/powerpoint/2010/main" val="34569897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CCC554F-5CC5-C1AC-E112-D1432455431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698B106-E4DB-68B4-70FB-27F7F00F0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BD1BDCDC-B088-E906-1CF8-FAF80619C453}"/>
              </a:ext>
            </a:extLst>
          </p:cNvPr>
          <p:cNvSpPr>
            <a:spLocks noGrp="1"/>
          </p:cNvSpPr>
          <p:nvPr>
            <p:ph type="title"/>
          </p:nvPr>
        </p:nvSpPr>
        <p:spPr>
          <a:xfrm>
            <a:off x="838200" y="365125"/>
            <a:ext cx="10515600" cy="1325563"/>
          </a:xfrm>
        </p:spPr>
        <p:txBody>
          <a:bodyPr>
            <a:normAutofit/>
          </a:bodyPr>
          <a:lstStyle/>
          <a:p>
            <a:r>
              <a:rPr lang="en-US" sz="5400" dirty="0" err="1"/>
              <a:t>kubenet</a:t>
            </a:r>
            <a:r>
              <a:rPr lang="en-US" sz="5400" dirty="0"/>
              <a:t> Networking</a:t>
            </a:r>
          </a:p>
        </p:txBody>
      </p:sp>
      <p:sp>
        <p:nvSpPr>
          <p:cNvPr id="13" name="sketch line">
            <a:extLst>
              <a:ext uri="{FF2B5EF4-FFF2-40B4-BE49-F238E27FC236}">
                <a16:creationId xmlns:a16="http://schemas.microsoft.com/office/drawing/2014/main" id="{DB60F2AC-5119-B12C-970E-7F8F7865EF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F6B02AC6-2CCB-D1CF-9672-93675872B418}"/>
              </a:ext>
            </a:extLst>
          </p:cNvPr>
          <p:cNvSpPr txBox="1"/>
          <p:nvPr/>
        </p:nvSpPr>
        <p:spPr>
          <a:xfrm>
            <a:off x="669036" y="2105067"/>
            <a:ext cx="5704056" cy="1277273"/>
          </a:xfrm>
          <a:prstGeom prst="rect">
            <a:avLst/>
          </a:prstGeom>
          <a:noFill/>
        </p:spPr>
        <p:txBody>
          <a:bodyPr wrap="square">
            <a:spAutoFit/>
          </a:bodyPr>
          <a:lstStyle/>
          <a:p>
            <a:pPr>
              <a:spcAft>
                <a:spcPts val="600"/>
              </a:spcAft>
            </a:pPr>
            <a:r>
              <a:rPr lang="en-US" b="0" i="0" strike="dblStrike" dirty="0">
                <a:solidFill>
                  <a:srgbClr val="161616"/>
                </a:solidFill>
                <a:effectLst/>
                <a:latin typeface="Segoe UI" panose="020B0502040204020203" pitchFamily="34" charset="0"/>
              </a:rPr>
              <a:t>AKS clusters use </a:t>
            </a:r>
            <a:r>
              <a:rPr lang="en-US" b="1" i="0" strike="dblStrike" dirty="0" err="1">
                <a:solidFill>
                  <a:srgbClr val="161616"/>
                </a:solidFill>
                <a:effectLst/>
                <a:latin typeface="Segoe UI" panose="020B0502040204020203" pitchFamily="34" charset="0"/>
              </a:rPr>
              <a:t>kubenet</a:t>
            </a:r>
            <a:r>
              <a:rPr lang="en-US" b="0" i="0" strike="dblStrike" dirty="0">
                <a:solidFill>
                  <a:srgbClr val="161616"/>
                </a:solidFill>
                <a:effectLst/>
                <a:latin typeface="Segoe UI" panose="020B0502040204020203" pitchFamily="34" charset="0"/>
              </a:rPr>
              <a:t> and create an Azure </a:t>
            </a:r>
            <a:r>
              <a:rPr lang="en-US" b="1" i="0" strike="dblStrike" dirty="0">
                <a:solidFill>
                  <a:srgbClr val="161616"/>
                </a:solidFill>
                <a:effectLst/>
                <a:latin typeface="Segoe UI" panose="020B0502040204020203" pitchFamily="34" charset="0"/>
              </a:rPr>
              <a:t>virtual network and subnet</a:t>
            </a:r>
            <a:r>
              <a:rPr lang="en-US" b="0" i="0" strike="dblStrike" dirty="0">
                <a:solidFill>
                  <a:srgbClr val="161616"/>
                </a:solidFill>
                <a:effectLst/>
                <a:latin typeface="Segoe UI" panose="020B0502040204020203" pitchFamily="34" charset="0"/>
              </a:rPr>
              <a:t> for you </a:t>
            </a:r>
            <a:r>
              <a:rPr lang="en-US" b="1" i="0" strike="dblStrike" dirty="0">
                <a:solidFill>
                  <a:srgbClr val="161616"/>
                </a:solidFill>
                <a:effectLst/>
                <a:latin typeface="Segoe UI" panose="020B0502040204020203" pitchFamily="34" charset="0"/>
              </a:rPr>
              <a:t>by default</a:t>
            </a:r>
            <a:r>
              <a:rPr lang="en-US" b="0" i="0" strike="dblStrike" dirty="0">
                <a:solidFill>
                  <a:srgbClr val="161616"/>
                </a:solidFill>
                <a:effectLst/>
                <a:latin typeface="Segoe UI" panose="020B0502040204020203" pitchFamily="34" charset="0"/>
              </a:rPr>
              <a:t>. </a:t>
            </a:r>
          </a:p>
          <a:p>
            <a:pPr>
              <a:spcAft>
                <a:spcPts val="600"/>
              </a:spcAft>
            </a:pPr>
            <a:r>
              <a:rPr lang="en-US" b="0" i="0" dirty="0">
                <a:solidFill>
                  <a:srgbClr val="161616"/>
                </a:solidFill>
                <a:effectLst/>
                <a:latin typeface="Segoe UI" panose="020B0502040204020203" pitchFamily="34" charset="0"/>
              </a:rPr>
              <a:t>With </a:t>
            </a:r>
            <a:r>
              <a:rPr lang="en-US" b="0" i="0" dirty="0" err="1">
                <a:solidFill>
                  <a:srgbClr val="161616"/>
                </a:solidFill>
                <a:effectLst/>
                <a:latin typeface="Segoe UI" panose="020B0502040204020203" pitchFamily="34" charset="0"/>
              </a:rPr>
              <a:t>kubenet</a:t>
            </a:r>
            <a:r>
              <a:rPr lang="en-US" b="0" i="0" dirty="0">
                <a:solidFill>
                  <a:srgbClr val="161616"/>
                </a:solidFill>
                <a:effectLst/>
                <a:latin typeface="Segoe UI" panose="020B0502040204020203" pitchFamily="34" charset="0"/>
              </a:rPr>
              <a:t>, </a:t>
            </a:r>
            <a:r>
              <a:rPr lang="en-US" b="1" i="1" dirty="0">
                <a:solidFill>
                  <a:srgbClr val="161616"/>
                </a:solidFill>
                <a:effectLst/>
                <a:latin typeface="Segoe UI" panose="020B0502040204020203" pitchFamily="34" charset="0"/>
              </a:rPr>
              <a:t>nodes</a:t>
            </a:r>
            <a:r>
              <a:rPr lang="en-US" b="0" i="0" dirty="0">
                <a:solidFill>
                  <a:srgbClr val="161616"/>
                </a:solidFill>
                <a:effectLst/>
                <a:latin typeface="Segoe UI" panose="020B0502040204020203" pitchFamily="34" charset="0"/>
              </a:rPr>
              <a:t> get an IP address from the Azure virtual </a:t>
            </a:r>
            <a:r>
              <a:rPr lang="en-US" b="1" i="0" dirty="0">
                <a:solidFill>
                  <a:srgbClr val="161616"/>
                </a:solidFill>
                <a:effectLst/>
                <a:latin typeface="Segoe UI" panose="020B0502040204020203" pitchFamily="34" charset="0"/>
              </a:rPr>
              <a:t>network subnet</a:t>
            </a:r>
            <a:r>
              <a:rPr lang="en-US" b="0" i="0" dirty="0">
                <a:solidFill>
                  <a:srgbClr val="161616"/>
                </a:solidFill>
                <a:effectLst/>
                <a:latin typeface="Segoe UI" panose="020B0502040204020203" pitchFamily="34" charset="0"/>
              </a:rPr>
              <a:t>. </a:t>
            </a:r>
          </a:p>
        </p:txBody>
      </p:sp>
      <p:pic>
        <p:nvPicPr>
          <p:cNvPr id="10" name="Picture 9">
            <a:extLst>
              <a:ext uri="{FF2B5EF4-FFF2-40B4-BE49-F238E27FC236}">
                <a16:creationId xmlns:a16="http://schemas.microsoft.com/office/drawing/2014/main" id="{1D66F8AE-4434-ABAD-CE48-C66AA24102CE}"/>
              </a:ext>
            </a:extLst>
          </p:cNvPr>
          <p:cNvPicPr>
            <a:picLocks noChangeAspect="1"/>
          </p:cNvPicPr>
          <p:nvPr/>
        </p:nvPicPr>
        <p:blipFill>
          <a:blip r:embed="rId3"/>
          <a:stretch>
            <a:fillRect/>
          </a:stretch>
        </p:blipFill>
        <p:spPr>
          <a:xfrm>
            <a:off x="417576" y="5174874"/>
            <a:ext cx="11353800" cy="563708"/>
          </a:xfrm>
          <a:prstGeom prst="rect">
            <a:avLst/>
          </a:prstGeom>
        </p:spPr>
      </p:pic>
      <p:pic>
        <p:nvPicPr>
          <p:cNvPr id="14" name="Picture 13">
            <a:extLst>
              <a:ext uri="{FF2B5EF4-FFF2-40B4-BE49-F238E27FC236}">
                <a16:creationId xmlns:a16="http://schemas.microsoft.com/office/drawing/2014/main" id="{1FC42241-62B4-9E1F-0EC9-138E19087FF3}"/>
              </a:ext>
            </a:extLst>
          </p:cNvPr>
          <p:cNvPicPr>
            <a:picLocks noChangeAspect="1"/>
          </p:cNvPicPr>
          <p:nvPr/>
        </p:nvPicPr>
        <p:blipFill>
          <a:blip r:embed="rId4"/>
          <a:stretch>
            <a:fillRect/>
          </a:stretch>
        </p:blipFill>
        <p:spPr>
          <a:xfrm>
            <a:off x="6373092" y="1915296"/>
            <a:ext cx="5439534" cy="2905530"/>
          </a:xfrm>
          <a:prstGeom prst="rect">
            <a:avLst/>
          </a:prstGeom>
        </p:spPr>
      </p:pic>
    </p:spTree>
    <p:extLst>
      <p:ext uri="{BB962C8B-B14F-4D97-AF65-F5344CB8AC3E}">
        <p14:creationId xmlns:p14="http://schemas.microsoft.com/office/powerpoint/2010/main" val="67244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5968A2-4C81-8B6F-E513-E2009587D59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116DB04-2222-B2CA-BC98-135E8273A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F4BA71-7C23-AF40-F939-816C60BA1DA9}"/>
              </a:ext>
            </a:extLst>
          </p:cNvPr>
          <p:cNvSpPr>
            <a:spLocks noGrp="1"/>
          </p:cNvSpPr>
          <p:nvPr>
            <p:ph type="title"/>
          </p:nvPr>
        </p:nvSpPr>
        <p:spPr>
          <a:xfrm>
            <a:off x="838200" y="365125"/>
            <a:ext cx="10515600" cy="1325563"/>
          </a:xfrm>
        </p:spPr>
        <p:txBody>
          <a:bodyPr>
            <a:normAutofit/>
          </a:bodyPr>
          <a:lstStyle/>
          <a:p>
            <a:r>
              <a:rPr lang="en-US" sz="5400"/>
              <a:t>kubenet Networking</a:t>
            </a:r>
            <a:endParaRPr lang="en-US" sz="5400" dirty="0"/>
          </a:p>
        </p:txBody>
      </p:sp>
      <p:sp>
        <p:nvSpPr>
          <p:cNvPr id="13" name="sketch line">
            <a:extLst>
              <a:ext uri="{FF2B5EF4-FFF2-40B4-BE49-F238E27FC236}">
                <a16:creationId xmlns:a16="http://schemas.microsoft.com/office/drawing/2014/main" id="{FA7CD14D-3320-804B-4C84-8DA6BB894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5F62AA0-7299-0DB7-B77E-A7EEDA7898F9}"/>
              </a:ext>
            </a:extLst>
          </p:cNvPr>
          <p:cNvSpPr txBox="1"/>
          <p:nvPr/>
        </p:nvSpPr>
        <p:spPr>
          <a:xfrm>
            <a:off x="508751" y="1801990"/>
            <a:ext cx="6181363" cy="2739211"/>
          </a:xfrm>
          <a:prstGeom prst="rect">
            <a:avLst/>
          </a:prstGeom>
          <a:noFill/>
        </p:spPr>
        <p:txBody>
          <a:bodyPr wrap="square">
            <a:spAutoFit/>
          </a:bodyPr>
          <a:lstStyle/>
          <a:p>
            <a:pPr>
              <a:spcAft>
                <a:spcPts val="600"/>
              </a:spcAft>
            </a:pPr>
            <a:r>
              <a:rPr lang="en-US" b="1" i="1" dirty="0">
                <a:solidFill>
                  <a:srgbClr val="161616"/>
                </a:solidFill>
                <a:effectLst/>
                <a:latin typeface="Segoe UI" panose="020B0502040204020203" pitchFamily="34" charset="0"/>
              </a:rPr>
              <a:t>Pods</a:t>
            </a:r>
            <a:r>
              <a:rPr lang="en-US" b="0" i="0" dirty="0">
                <a:solidFill>
                  <a:srgbClr val="161616"/>
                </a:solidFill>
                <a:effectLst/>
                <a:latin typeface="Segoe UI" panose="020B0502040204020203" pitchFamily="34" charset="0"/>
              </a:rPr>
              <a:t> receive an IP address from a logically </a:t>
            </a:r>
            <a:r>
              <a:rPr lang="en-US" b="1" i="0" dirty="0">
                <a:solidFill>
                  <a:srgbClr val="161616"/>
                </a:solidFill>
                <a:effectLst/>
                <a:latin typeface="Segoe UI" panose="020B0502040204020203" pitchFamily="34" charset="0"/>
              </a:rPr>
              <a:t>different address</a:t>
            </a:r>
            <a:r>
              <a:rPr lang="en-US" b="0" i="0" dirty="0">
                <a:solidFill>
                  <a:srgbClr val="161616"/>
                </a:solidFill>
                <a:effectLst/>
                <a:latin typeface="Segoe UI" panose="020B0502040204020203" pitchFamily="34" charset="0"/>
              </a:rPr>
              <a:t> space to the Azure virtual network subnet of the nodes. </a:t>
            </a:r>
          </a:p>
          <a:p>
            <a:pPr>
              <a:spcAft>
                <a:spcPts val="600"/>
              </a:spcAft>
            </a:pPr>
            <a:r>
              <a:rPr lang="en-US" b="0" i="0" dirty="0">
                <a:solidFill>
                  <a:srgbClr val="161616"/>
                </a:solidFill>
                <a:effectLst/>
                <a:latin typeface="Segoe UI" panose="020B0502040204020203" pitchFamily="34" charset="0"/>
              </a:rPr>
              <a:t>Network address translation (NAT) is then configured so the pods can reach resources on the Azure virtual network. </a:t>
            </a:r>
          </a:p>
          <a:p>
            <a:r>
              <a:rPr lang="en-US" b="0" i="0" dirty="0">
                <a:solidFill>
                  <a:srgbClr val="161616"/>
                </a:solidFill>
                <a:effectLst/>
                <a:latin typeface="Segoe UI" panose="020B0502040204020203" pitchFamily="34" charset="0"/>
              </a:rPr>
              <a:t>The source IP address of the traffic is </a:t>
            </a:r>
            <a:r>
              <a:rPr lang="en-US" b="0" i="0" dirty="0" err="1">
                <a:solidFill>
                  <a:srgbClr val="161616"/>
                </a:solidFill>
                <a:effectLst/>
                <a:latin typeface="Segoe UI" panose="020B0502040204020203" pitchFamily="34" charset="0"/>
              </a:rPr>
              <a:t>NAT'd</a:t>
            </a:r>
            <a:r>
              <a:rPr lang="en-US" b="0" i="0" dirty="0">
                <a:solidFill>
                  <a:srgbClr val="161616"/>
                </a:solidFill>
                <a:effectLst/>
                <a:latin typeface="Segoe UI" panose="020B0502040204020203" pitchFamily="34" charset="0"/>
              </a:rPr>
              <a:t> to the node's primary IP address. This approach greatly reduces the number of IP addresses you need to reserve in your network space for pods to use.</a:t>
            </a:r>
            <a:endParaRPr lang="en-US" dirty="0"/>
          </a:p>
        </p:txBody>
      </p:sp>
      <p:pic>
        <p:nvPicPr>
          <p:cNvPr id="5" name="Picture 4">
            <a:extLst>
              <a:ext uri="{FF2B5EF4-FFF2-40B4-BE49-F238E27FC236}">
                <a16:creationId xmlns:a16="http://schemas.microsoft.com/office/drawing/2014/main" id="{AAAD8E2F-7717-69C2-EC55-37D4A88F8FCC}"/>
              </a:ext>
            </a:extLst>
          </p:cNvPr>
          <p:cNvPicPr>
            <a:picLocks noChangeAspect="1"/>
          </p:cNvPicPr>
          <p:nvPr/>
        </p:nvPicPr>
        <p:blipFill>
          <a:blip r:embed="rId3"/>
          <a:stretch>
            <a:fillRect/>
          </a:stretch>
        </p:blipFill>
        <p:spPr>
          <a:xfrm>
            <a:off x="6690114" y="1801990"/>
            <a:ext cx="4029637" cy="2715004"/>
          </a:xfrm>
          <a:prstGeom prst="rect">
            <a:avLst/>
          </a:prstGeom>
        </p:spPr>
      </p:pic>
      <p:pic>
        <p:nvPicPr>
          <p:cNvPr id="9" name="Picture 8">
            <a:extLst>
              <a:ext uri="{FF2B5EF4-FFF2-40B4-BE49-F238E27FC236}">
                <a16:creationId xmlns:a16="http://schemas.microsoft.com/office/drawing/2014/main" id="{2FEF2D0B-AFDB-C12D-731F-0941CAC77BBF}"/>
              </a:ext>
            </a:extLst>
          </p:cNvPr>
          <p:cNvPicPr>
            <a:picLocks noChangeAspect="1"/>
          </p:cNvPicPr>
          <p:nvPr/>
        </p:nvPicPr>
        <p:blipFill>
          <a:blip r:embed="rId4"/>
          <a:stretch>
            <a:fillRect/>
          </a:stretch>
        </p:blipFill>
        <p:spPr>
          <a:xfrm>
            <a:off x="603602" y="4519763"/>
            <a:ext cx="11231542" cy="2295845"/>
          </a:xfrm>
          <a:prstGeom prst="rect">
            <a:avLst/>
          </a:prstGeom>
        </p:spPr>
      </p:pic>
    </p:spTree>
    <p:extLst>
      <p:ext uri="{BB962C8B-B14F-4D97-AF65-F5344CB8AC3E}">
        <p14:creationId xmlns:p14="http://schemas.microsoft.com/office/powerpoint/2010/main" val="4238753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6AE33F-8A16-186A-4FAC-31B943F8CB1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C03A618-0700-94CF-1C03-82DFF8EA6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BB1DEA9-BE94-C761-EB87-58DDCE2CE2D4}"/>
              </a:ext>
            </a:extLst>
          </p:cNvPr>
          <p:cNvSpPr>
            <a:spLocks noGrp="1"/>
          </p:cNvSpPr>
          <p:nvPr>
            <p:ph type="title"/>
          </p:nvPr>
        </p:nvSpPr>
        <p:spPr>
          <a:xfrm>
            <a:off x="838200" y="365125"/>
            <a:ext cx="10515600" cy="1325563"/>
          </a:xfrm>
        </p:spPr>
        <p:txBody>
          <a:bodyPr>
            <a:normAutofit/>
          </a:bodyPr>
          <a:lstStyle/>
          <a:p>
            <a:r>
              <a:rPr lang="en-US" sz="5400"/>
              <a:t>kubenet Networking</a:t>
            </a:r>
            <a:endParaRPr lang="en-US" sz="5400" dirty="0"/>
          </a:p>
        </p:txBody>
      </p:sp>
      <p:sp>
        <p:nvSpPr>
          <p:cNvPr id="13" name="sketch line">
            <a:extLst>
              <a:ext uri="{FF2B5EF4-FFF2-40B4-BE49-F238E27FC236}">
                <a16:creationId xmlns:a16="http://schemas.microsoft.com/office/drawing/2014/main" id="{469402B9-D9AD-2EE1-59B5-DEAB69C1F0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D2617BA7-7CE3-A683-8984-6253AB74A773}"/>
              </a:ext>
            </a:extLst>
          </p:cNvPr>
          <p:cNvSpPr txBox="1"/>
          <p:nvPr/>
        </p:nvSpPr>
        <p:spPr>
          <a:xfrm>
            <a:off x="520754" y="2485384"/>
            <a:ext cx="11147443" cy="3247043"/>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With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only the nodes receive an IP address in the virtual network subnet. </a:t>
            </a:r>
          </a:p>
          <a:p>
            <a:pPr>
              <a:spcAft>
                <a:spcPts val="1200"/>
              </a:spcAft>
            </a:pPr>
            <a:r>
              <a:rPr lang="en-US" sz="2000" dirty="0">
                <a:solidFill>
                  <a:srgbClr val="161616"/>
                </a:solidFill>
                <a:latin typeface="Segoe UI" panose="020B0502040204020203" pitchFamily="34" charset="0"/>
              </a:rPr>
              <a:t>Pods can't communicate directly with each other. </a:t>
            </a:r>
          </a:p>
          <a:p>
            <a:pPr>
              <a:spcAft>
                <a:spcPts val="1200"/>
              </a:spcAft>
            </a:pPr>
            <a:r>
              <a:rPr lang="en-US" sz="2000" dirty="0">
                <a:solidFill>
                  <a:srgbClr val="161616"/>
                </a:solidFill>
                <a:latin typeface="Segoe UI" panose="020B0502040204020203" pitchFamily="34" charset="0"/>
              </a:rPr>
              <a:t>Instead, </a:t>
            </a:r>
            <a:r>
              <a:rPr lang="en-US" sz="2000" b="1" dirty="0">
                <a:solidFill>
                  <a:srgbClr val="161616"/>
                </a:solidFill>
                <a:latin typeface="Segoe UI" panose="020B0502040204020203" pitchFamily="34" charset="0"/>
              </a:rPr>
              <a:t>User Defined Routing (UDR) </a:t>
            </a:r>
            <a:r>
              <a:rPr lang="en-US" sz="2000" dirty="0">
                <a:solidFill>
                  <a:srgbClr val="161616"/>
                </a:solidFill>
                <a:latin typeface="Segoe UI" panose="020B0502040204020203" pitchFamily="34" charset="0"/>
              </a:rPr>
              <a:t>and </a:t>
            </a:r>
            <a:r>
              <a:rPr lang="en-US" sz="2000" b="1" dirty="0">
                <a:solidFill>
                  <a:srgbClr val="161616"/>
                </a:solidFill>
                <a:latin typeface="Segoe UI" panose="020B0502040204020203" pitchFamily="34" charset="0"/>
              </a:rPr>
              <a:t>IP forwarding </a:t>
            </a:r>
            <a:r>
              <a:rPr lang="en-US" sz="2000" dirty="0">
                <a:solidFill>
                  <a:srgbClr val="161616"/>
                </a:solidFill>
                <a:latin typeface="Segoe UI" panose="020B0502040204020203" pitchFamily="34" charset="0"/>
              </a:rPr>
              <a:t>handle connectivity between pods across nodes. </a:t>
            </a:r>
          </a:p>
          <a:p>
            <a:pPr>
              <a:spcAft>
                <a:spcPts val="600"/>
              </a:spcAft>
            </a:pPr>
            <a:r>
              <a:rPr lang="en-US" sz="2000" dirty="0">
                <a:solidFill>
                  <a:srgbClr val="161616"/>
                </a:solidFill>
                <a:latin typeface="Segoe UI" panose="020B0502040204020203" pitchFamily="34" charset="0"/>
              </a:rPr>
              <a:t>UDRs and IP forwarding configuration is created and maintained by the AKS service by default, </a:t>
            </a:r>
          </a:p>
          <a:p>
            <a:pPr>
              <a:spcAft>
                <a:spcPts val="1200"/>
              </a:spcAft>
            </a:pPr>
            <a:r>
              <a:rPr lang="en-US" sz="2000" dirty="0">
                <a:solidFill>
                  <a:srgbClr val="161616"/>
                </a:solidFill>
                <a:latin typeface="Segoe UI" panose="020B0502040204020203" pitchFamily="34" charset="0"/>
              </a:rPr>
              <a:t>but you can bring your own route table for custom route management if you want. </a:t>
            </a:r>
          </a:p>
          <a:p>
            <a:pPr>
              <a:spcAft>
                <a:spcPts val="600"/>
              </a:spcAft>
            </a:pPr>
            <a:r>
              <a:rPr lang="en-US" sz="2000" dirty="0">
                <a:solidFill>
                  <a:srgbClr val="161616"/>
                </a:solidFill>
                <a:latin typeface="Segoe UI" panose="020B0502040204020203" pitchFamily="34" charset="0"/>
              </a:rPr>
              <a:t>You can also deploy pods behind a service that receives an assigned IP address and load balances traffic for the application.</a:t>
            </a:r>
            <a:endParaRPr lang="en-US" sz="2000" dirty="0"/>
          </a:p>
        </p:txBody>
      </p:sp>
    </p:spTree>
    <p:extLst>
      <p:ext uri="{BB962C8B-B14F-4D97-AF65-F5344CB8AC3E}">
        <p14:creationId xmlns:p14="http://schemas.microsoft.com/office/powerpoint/2010/main" val="1557078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ECCAD5-478B-C071-B524-7C30F8F9F3E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366D858-AFE8-E2AA-5C06-128CDF57B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58514BF-58FB-C15C-38A5-3E0C6511684F}"/>
              </a:ext>
            </a:extLst>
          </p:cNvPr>
          <p:cNvSpPr>
            <a:spLocks noGrp="1"/>
          </p:cNvSpPr>
          <p:nvPr>
            <p:ph type="title"/>
          </p:nvPr>
        </p:nvSpPr>
        <p:spPr>
          <a:xfrm>
            <a:off x="838200" y="365125"/>
            <a:ext cx="10515600" cy="1325563"/>
          </a:xfrm>
        </p:spPr>
        <p:txBody>
          <a:bodyPr>
            <a:normAutofit/>
          </a:bodyPr>
          <a:lstStyle/>
          <a:p>
            <a:r>
              <a:rPr lang="en-US" sz="5400" dirty="0" err="1"/>
              <a:t>kubenet</a:t>
            </a:r>
            <a:r>
              <a:rPr lang="en-US" sz="5400" dirty="0"/>
              <a:t> Networking Limitations</a:t>
            </a:r>
          </a:p>
        </p:txBody>
      </p:sp>
      <p:sp>
        <p:nvSpPr>
          <p:cNvPr id="13" name="sketch line">
            <a:extLst>
              <a:ext uri="{FF2B5EF4-FFF2-40B4-BE49-F238E27FC236}">
                <a16:creationId xmlns:a16="http://schemas.microsoft.com/office/drawing/2014/main" id="{10CBCD80-C211-D363-0EB4-BD4A592199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28A1B0C-A6BA-C4AD-729C-614C5F851BB8}"/>
              </a:ext>
            </a:extLst>
          </p:cNvPr>
          <p:cNvSpPr txBox="1"/>
          <p:nvPr/>
        </p:nvSpPr>
        <p:spPr>
          <a:xfrm>
            <a:off x="520754" y="2485384"/>
            <a:ext cx="11147443" cy="2400657"/>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An </a:t>
            </a:r>
            <a:r>
              <a:rPr lang="en-US" sz="2000" b="1" dirty="0">
                <a:solidFill>
                  <a:srgbClr val="161616"/>
                </a:solidFill>
                <a:latin typeface="Segoe UI" panose="020B0502040204020203" pitchFamily="34" charset="0"/>
              </a:rPr>
              <a:t>additional hop </a:t>
            </a:r>
            <a:r>
              <a:rPr lang="en-US" sz="2000" dirty="0">
                <a:solidFill>
                  <a:srgbClr val="161616"/>
                </a:solidFill>
                <a:latin typeface="Segoe UI" panose="020B0502040204020203" pitchFamily="34" charset="0"/>
              </a:rPr>
              <a:t>is required in the design of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which adds minor latency to pod communication.</a:t>
            </a:r>
          </a:p>
          <a:p>
            <a:pPr marL="342900" indent="-342900">
              <a:spcAft>
                <a:spcPts val="1200"/>
              </a:spcAft>
              <a:buFont typeface="Arial" panose="020B0604020202020204" pitchFamily="34" charset="0"/>
              <a:buChar char="•"/>
            </a:pPr>
            <a:r>
              <a:rPr lang="en-US" sz="2000" b="1" dirty="0">
                <a:solidFill>
                  <a:srgbClr val="161616"/>
                </a:solidFill>
                <a:latin typeface="Segoe UI" panose="020B0502040204020203" pitchFamily="34" charset="0"/>
              </a:rPr>
              <a:t>Route tables </a:t>
            </a:r>
            <a:r>
              <a:rPr lang="en-US" sz="2000" dirty="0">
                <a:solidFill>
                  <a:srgbClr val="161616"/>
                </a:solidFill>
                <a:latin typeface="Segoe UI" panose="020B0502040204020203" pitchFamily="34" charset="0"/>
              </a:rPr>
              <a:t>and </a:t>
            </a:r>
            <a:r>
              <a:rPr lang="en-US" sz="2000" b="1" dirty="0">
                <a:solidFill>
                  <a:srgbClr val="161616"/>
                </a:solidFill>
                <a:latin typeface="Segoe UI" panose="020B0502040204020203" pitchFamily="34" charset="0"/>
              </a:rPr>
              <a:t>user-defined routes </a:t>
            </a:r>
            <a:r>
              <a:rPr lang="en-US" sz="2000" dirty="0">
                <a:solidFill>
                  <a:srgbClr val="161616"/>
                </a:solidFill>
                <a:latin typeface="Segoe UI" panose="020B0502040204020203" pitchFamily="34" charset="0"/>
              </a:rPr>
              <a:t>are required for using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which adds complexity to operations.</a:t>
            </a:r>
          </a:p>
          <a:p>
            <a:pPr marL="342900" indent="-342900">
              <a:spcAft>
                <a:spcPts val="1200"/>
              </a:spcAft>
              <a:buFont typeface="Arial" panose="020B0604020202020204" pitchFamily="34" charset="0"/>
              <a:buChar char="•"/>
            </a:pPr>
            <a:r>
              <a:rPr lang="en-US" sz="2000" b="1" dirty="0">
                <a:solidFill>
                  <a:srgbClr val="161616"/>
                </a:solidFill>
                <a:latin typeface="Segoe UI" panose="020B0502040204020203" pitchFamily="34" charset="0"/>
              </a:rPr>
              <a:t>Direct pod addressing isn't supported </a:t>
            </a:r>
            <a:r>
              <a:rPr lang="en-US" sz="2000" dirty="0">
                <a:solidFill>
                  <a:srgbClr val="161616"/>
                </a:solidFill>
                <a:latin typeface="Segoe UI" panose="020B0502040204020203" pitchFamily="34" charset="0"/>
              </a:rPr>
              <a:t>for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due to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design.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Unlike Azure CNI clusters, </a:t>
            </a:r>
            <a:r>
              <a:rPr lang="en-US" sz="2000" b="1" dirty="0">
                <a:solidFill>
                  <a:srgbClr val="161616"/>
                </a:solidFill>
                <a:latin typeface="Segoe UI" panose="020B0502040204020203" pitchFamily="34" charset="0"/>
              </a:rPr>
              <a:t>multiple </a:t>
            </a:r>
            <a:r>
              <a:rPr lang="en-US" sz="2000" b="1" dirty="0" err="1">
                <a:solidFill>
                  <a:srgbClr val="161616"/>
                </a:solidFill>
                <a:latin typeface="Segoe UI" panose="020B0502040204020203" pitchFamily="34" charset="0"/>
              </a:rPr>
              <a:t>kubenet</a:t>
            </a:r>
            <a:r>
              <a:rPr lang="en-US" sz="2000" b="1" dirty="0">
                <a:solidFill>
                  <a:srgbClr val="161616"/>
                </a:solidFill>
                <a:latin typeface="Segoe UI" panose="020B0502040204020203" pitchFamily="34" charset="0"/>
              </a:rPr>
              <a:t> clusters can't share a subnet</a:t>
            </a:r>
            <a:r>
              <a:rPr lang="en-US" sz="2000" dirty="0">
                <a:solidFill>
                  <a:srgbClr val="161616"/>
                </a:solidFill>
                <a:latin typeface="Segoe UI" panose="020B0502040204020203" pitchFamily="34" charset="0"/>
              </a:rPr>
              <a:t>.</a:t>
            </a:r>
          </a:p>
        </p:txBody>
      </p:sp>
    </p:spTree>
    <p:extLst>
      <p:ext uri="{BB962C8B-B14F-4D97-AF65-F5344CB8AC3E}">
        <p14:creationId xmlns:p14="http://schemas.microsoft.com/office/powerpoint/2010/main" val="6510757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7B1D031-A900-6396-AB0C-AF9D1AB8895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F97053F-6DAD-11CD-ACD1-24020880CE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98836E3C-B247-3DC4-921A-10ADF21C24A0}"/>
              </a:ext>
            </a:extLst>
          </p:cNvPr>
          <p:cNvSpPr>
            <a:spLocks noGrp="1"/>
          </p:cNvSpPr>
          <p:nvPr>
            <p:ph type="title"/>
          </p:nvPr>
        </p:nvSpPr>
        <p:spPr>
          <a:xfrm>
            <a:off x="838200" y="365125"/>
            <a:ext cx="10515600" cy="1325563"/>
          </a:xfrm>
        </p:spPr>
        <p:txBody>
          <a:bodyPr>
            <a:normAutofit/>
          </a:bodyPr>
          <a:lstStyle/>
          <a:p>
            <a:r>
              <a:rPr lang="en-US" sz="5400" dirty="0" err="1"/>
              <a:t>kubenet</a:t>
            </a:r>
            <a:r>
              <a:rPr lang="en-US" sz="5400" dirty="0"/>
              <a:t> Networking Limitations</a:t>
            </a:r>
          </a:p>
        </p:txBody>
      </p:sp>
      <p:sp>
        <p:nvSpPr>
          <p:cNvPr id="13" name="sketch line">
            <a:extLst>
              <a:ext uri="{FF2B5EF4-FFF2-40B4-BE49-F238E27FC236}">
                <a16:creationId xmlns:a16="http://schemas.microsoft.com/office/drawing/2014/main" id="{EA7BDA24-A328-B547-D48D-2E9390BD9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B6701374-73FB-617B-C112-6D0DDEA963C2}"/>
              </a:ext>
            </a:extLst>
          </p:cNvPr>
          <p:cNvSpPr txBox="1"/>
          <p:nvPr/>
        </p:nvSpPr>
        <p:spPr>
          <a:xfrm>
            <a:off x="520754" y="2485384"/>
            <a:ext cx="11147443" cy="3170099"/>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AKS doesn't apply Network Security Groups (NSGs) to its subnet and doesn't modify any of the NSGs associated with that subnet. If you provide your own subnet and add NSGs associated with that subnet, you must ensure the security rules in the NSGs allow traffic between the node and pod CIDR. </a:t>
            </a:r>
          </a:p>
          <a:p>
            <a:pPr>
              <a:spcAft>
                <a:spcPts val="1200"/>
              </a:spcAft>
            </a:pPr>
            <a:r>
              <a:rPr lang="en-US" sz="2000" dirty="0">
                <a:solidFill>
                  <a:srgbClr val="161616"/>
                </a:solidFill>
                <a:latin typeface="Segoe UI" panose="020B0502040204020203" pitchFamily="34" charset="0"/>
              </a:rPr>
              <a:t>Features not supported on </a:t>
            </a:r>
            <a:r>
              <a:rPr lang="en-US" sz="2000"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include:</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Azure network policies</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Windows node pools</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Virtual nodes add-on</a:t>
            </a:r>
            <a:endParaRPr lang="en-US" sz="2000" dirty="0"/>
          </a:p>
        </p:txBody>
      </p:sp>
    </p:spTree>
    <p:extLst>
      <p:ext uri="{BB962C8B-B14F-4D97-AF65-F5344CB8AC3E}">
        <p14:creationId xmlns:p14="http://schemas.microsoft.com/office/powerpoint/2010/main" val="3665560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B9D83-714D-87F7-7A4D-A1A3DA5FD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3CA3F1-2538-3A34-ACD6-6D4F8921F0EA}"/>
              </a:ext>
            </a:extLst>
          </p:cNvPr>
          <p:cNvSpPr>
            <a:spLocks noGrp="1"/>
          </p:cNvSpPr>
          <p:nvPr>
            <p:ph type="title"/>
          </p:nvPr>
        </p:nvSpPr>
        <p:spPr>
          <a:xfrm>
            <a:off x="77002" y="856013"/>
            <a:ext cx="3128211" cy="1325563"/>
          </a:xfrm>
        </p:spPr>
        <p:txBody>
          <a:bodyPr/>
          <a:lstStyle/>
          <a:p>
            <a:r>
              <a:rPr lang="en-US" dirty="0" err="1"/>
              <a:t>kubenet</a:t>
            </a:r>
            <a:br>
              <a:rPr lang="en-US" dirty="0"/>
            </a:br>
            <a:r>
              <a:rPr lang="en-US" dirty="0"/>
              <a:t>Networking</a:t>
            </a:r>
          </a:p>
        </p:txBody>
      </p:sp>
      <p:pic>
        <p:nvPicPr>
          <p:cNvPr id="5" name="Picture 4">
            <a:extLst>
              <a:ext uri="{FF2B5EF4-FFF2-40B4-BE49-F238E27FC236}">
                <a16:creationId xmlns:a16="http://schemas.microsoft.com/office/drawing/2014/main" id="{FDCE952D-AF98-3A3E-997A-149228E70B31}"/>
              </a:ext>
            </a:extLst>
          </p:cNvPr>
          <p:cNvPicPr>
            <a:picLocks noChangeAspect="1"/>
          </p:cNvPicPr>
          <p:nvPr/>
        </p:nvPicPr>
        <p:blipFill>
          <a:blip r:embed="rId2"/>
          <a:stretch>
            <a:fillRect/>
          </a:stretch>
        </p:blipFill>
        <p:spPr>
          <a:xfrm>
            <a:off x="3127785" y="424885"/>
            <a:ext cx="3934374" cy="2581635"/>
          </a:xfrm>
          <a:prstGeom prst="rect">
            <a:avLst/>
          </a:prstGeom>
        </p:spPr>
      </p:pic>
      <p:pic>
        <p:nvPicPr>
          <p:cNvPr id="7" name="Picture 6">
            <a:extLst>
              <a:ext uri="{FF2B5EF4-FFF2-40B4-BE49-F238E27FC236}">
                <a16:creationId xmlns:a16="http://schemas.microsoft.com/office/drawing/2014/main" id="{EA809FFA-B37F-54F2-6CB0-68095BD3E95E}"/>
              </a:ext>
            </a:extLst>
          </p:cNvPr>
          <p:cNvPicPr>
            <a:picLocks noChangeAspect="1"/>
          </p:cNvPicPr>
          <p:nvPr/>
        </p:nvPicPr>
        <p:blipFill>
          <a:blip r:embed="rId3"/>
          <a:stretch>
            <a:fillRect/>
          </a:stretch>
        </p:blipFill>
        <p:spPr>
          <a:xfrm>
            <a:off x="8228408" y="258595"/>
            <a:ext cx="3232051" cy="3170405"/>
          </a:xfrm>
          <a:prstGeom prst="rect">
            <a:avLst/>
          </a:prstGeom>
        </p:spPr>
      </p:pic>
      <p:pic>
        <p:nvPicPr>
          <p:cNvPr id="10" name="Picture 9">
            <a:extLst>
              <a:ext uri="{FF2B5EF4-FFF2-40B4-BE49-F238E27FC236}">
                <a16:creationId xmlns:a16="http://schemas.microsoft.com/office/drawing/2014/main" id="{3E0D43E9-2173-EBA6-C599-4265121F4677}"/>
              </a:ext>
            </a:extLst>
          </p:cNvPr>
          <p:cNvPicPr>
            <a:picLocks noChangeAspect="1"/>
          </p:cNvPicPr>
          <p:nvPr/>
        </p:nvPicPr>
        <p:blipFill>
          <a:blip r:embed="rId4"/>
          <a:stretch>
            <a:fillRect/>
          </a:stretch>
        </p:blipFill>
        <p:spPr>
          <a:xfrm>
            <a:off x="820773" y="3554407"/>
            <a:ext cx="10639686" cy="3044998"/>
          </a:xfrm>
          <a:prstGeom prst="rect">
            <a:avLst/>
          </a:prstGeom>
        </p:spPr>
      </p:pic>
    </p:spTree>
    <p:extLst>
      <p:ext uri="{BB962C8B-B14F-4D97-AF65-F5344CB8AC3E}">
        <p14:creationId xmlns:p14="http://schemas.microsoft.com/office/powerpoint/2010/main" val="643633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D34B6-B35E-D1C0-A108-8CF3D9B5B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21E5B-0870-DDA1-85CE-E9C0186C6932}"/>
              </a:ext>
            </a:extLst>
          </p:cNvPr>
          <p:cNvSpPr>
            <a:spLocks noGrp="1"/>
          </p:cNvSpPr>
          <p:nvPr>
            <p:ph type="title"/>
          </p:nvPr>
        </p:nvSpPr>
        <p:spPr>
          <a:xfrm>
            <a:off x="298383" y="307373"/>
            <a:ext cx="4726004" cy="1325563"/>
          </a:xfrm>
        </p:spPr>
        <p:txBody>
          <a:bodyPr/>
          <a:lstStyle/>
          <a:p>
            <a:r>
              <a:rPr lang="en-US" dirty="0" err="1"/>
              <a:t>kubenet</a:t>
            </a:r>
            <a:r>
              <a:rPr lang="en-US" dirty="0"/>
              <a:t> Networking</a:t>
            </a:r>
          </a:p>
        </p:txBody>
      </p:sp>
      <p:sp>
        <p:nvSpPr>
          <p:cNvPr id="3" name="Title 1">
            <a:extLst>
              <a:ext uri="{FF2B5EF4-FFF2-40B4-BE49-F238E27FC236}">
                <a16:creationId xmlns:a16="http://schemas.microsoft.com/office/drawing/2014/main" id="{0AB7FE35-BB4C-5DBA-BEF8-382143DF54A9}"/>
              </a:ext>
            </a:extLst>
          </p:cNvPr>
          <p:cNvSpPr txBox="1">
            <a:spLocks/>
          </p:cNvSpPr>
          <p:nvPr/>
        </p:nvSpPr>
        <p:spPr>
          <a:xfrm>
            <a:off x="6006180" y="307372"/>
            <a:ext cx="4726004"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CNI Networking</a:t>
            </a:r>
          </a:p>
        </p:txBody>
      </p:sp>
      <p:pic>
        <p:nvPicPr>
          <p:cNvPr id="9" name="Picture 8">
            <a:extLst>
              <a:ext uri="{FF2B5EF4-FFF2-40B4-BE49-F238E27FC236}">
                <a16:creationId xmlns:a16="http://schemas.microsoft.com/office/drawing/2014/main" id="{C3802A75-63EC-7733-96E9-9F8EC973D1ED}"/>
              </a:ext>
            </a:extLst>
          </p:cNvPr>
          <p:cNvPicPr>
            <a:picLocks noChangeAspect="1"/>
          </p:cNvPicPr>
          <p:nvPr/>
        </p:nvPicPr>
        <p:blipFill>
          <a:blip r:embed="rId2"/>
          <a:stretch>
            <a:fillRect/>
          </a:stretch>
        </p:blipFill>
        <p:spPr>
          <a:xfrm>
            <a:off x="6096000" y="1650456"/>
            <a:ext cx="5801277" cy="3520956"/>
          </a:xfrm>
          <a:prstGeom prst="rect">
            <a:avLst/>
          </a:prstGeom>
        </p:spPr>
      </p:pic>
      <p:grpSp>
        <p:nvGrpSpPr>
          <p:cNvPr id="12" name="Group 11">
            <a:extLst>
              <a:ext uri="{FF2B5EF4-FFF2-40B4-BE49-F238E27FC236}">
                <a16:creationId xmlns:a16="http://schemas.microsoft.com/office/drawing/2014/main" id="{227FDD59-F3EC-4833-8A88-93B1F10AF9EB}"/>
              </a:ext>
            </a:extLst>
          </p:cNvPr>
          <p:cNvGrpSpPr/>
          <p:nvPr/>
        </p:nvGrpSpPr>
        <p:grpSpPr>
          <a:xfrm>
            <a:off x="178310" y="1632935"/>
            <a:ext cx="5698089" cy="3807282"/>
            <a:chOff x="298383" y="1632936"/>
            <a:chExt cx="5698089" cy="3807282"/>
          </a:xfrm>
        </p:grpSpPr>
        <p:pic>
          <p:nvPicPr>
            <p:cNvPr id="6" name="Picture 5">
              <a:extLst>
                <a:ext uri="{FF2B5EF4-FFF2-40B4-BE49-F238E27FC236}">
                  <a16:creationId xmlns:a16="http://schemas.microsoft.com/office/drawing/2014/main" id="{64E013DD-3CE9-8DEE-F45E-0848EE2F307C}"/>
                </a:ext>
              </a:extLst>
            </p:cNvPr>
            <p:cNvPicPr>
              <a:picLocks noChangeAspect="1"/>
            </p:cNvPicPr>
            <p:nvPr/>
          </p:nvPicPr>
          <p:blipFill>
            <a:blip r:embed="rId3"/>
            <a:stretch>
              <a:fillRect/>
            </a:stretch>
          </p:blipFill>
          <p:spPr>
            <a:xfrm>
              <a:off x="298383" y="1632936"/>
              <a:ext cx="5698089" cy="3807282"/>
            </a:xfrm>
            <a:prstGeom prst="rect">
              <a:avLst/>
            </a:prstGeom>
          </p:spPr>
        </p:pic>
        <p:sp>
          <p:nvSpPr>
            <p:cNvPr id="11" name="Rectangle 10">
              <a:extLst>
                <a:ext uri="{FF2B5EF4-FFF2-40B4-BE49-F238E27FC236}">
                  <a16:creationId xmlns:a16="http://schemas.microsoft.com/office/drawing/2014/main" id="{3AC8D9D0-B4A5-6F5F-4595-CF8A10865834}"/>
                </a:ext>
              </a:extLst>
            </p:cNvPr>
            <p:cNvSpPr/>
            <p:nvPr/>
          </p:nvSpPr>
          <p:spPr>
            <a:xfrm>
              <a:off x="298383" y="4498109"/>
              <a:ext cx="4883217" cy="323273"/>
            </a:xfrm>
            <a:prstGeom prst="rect">
              <a:avLst/>
            </a:prstGeom>
            <a:noFill/>
            <a:ln w="28575">
              <a:solidFill>
                <a:srgbClr val="EE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717867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599479-F5A3-6894-0939-1B60931AA691}"/>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1A48F8A-526E-D23D-459B-DA90D9FF6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22662EDB-9401-C19B-9B66-B379B18634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F073B03E-1271-8BD4-7385-9B88009838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1348B3D-1F95-A7C4-A9BF-33B4BF01826A}"/>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Azure CNI Overlay</a:t>
            </a:r>
          </a:p>
        </p:txBody>
      </p:sp>
      <p:sp>
        <p:nvSpPr>
          <p:cNvPr id="13" name="Rectangle 12">
            <a:extLst>
              <a:ext uri="{FF2B5EF4-FFF2-40B4-BE49-F238E27FC236}">
                <a16:creationId xmlns:a16="http://schemas.microsoft.com/office/drawing/2014/main" id="{4BB0928D-C4D7-B1D8-8A4B-675186F924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243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BD7265-8E07-F2DE-5EC8-95EB226E754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DA359CA-F968-BAD9-5E22-CDBD62FB14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3B7B656-8EF9-53E1-AEE5-2AF4A748D8FE}"/>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EFED0F11-0E43-1E69-DAF5-D2CACAEA2A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BC96E57B-98DE-1AF9-6CE1-0CDD53EDFE78}"/>
              </a:ext>
            </a:extLst>
          </p:cNvPr>
          <p:cNvSpPr txBox="1"/>
          <p:nvPr/>
        </p:nvSpPr>
        <p:spPr>
          <a:xfrm>
            <a:off x="520754" y="2485384"/>
            <a:ext cx="11147443" cy="707886"/>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Azure CNI Overlay is a networking model for Azure Kubernetes Service (AKS) that provides efficient IP address management and high-performance pod communication. </a:t>
            </a:r>
          </a:p>
        </p:txBody>
      </p:sp>
    </p:spTree>
    <p:extLst>
      <p:ext uri="{BB962C8B-B14F-4D97-AF65-F5344CB8AC3E}">
        <p14:creationId xmlns:p14="http://schemas.microsoft.com/office/powerpoint/2010/main" val="24147885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D5E7135-FBA1-F0AF-8E6E-99000CDE4A20}"/>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0EF0A51-EA3D-9B10-7F2C-F9D4B3F68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C3B5A7E-037C-E584-5CBB-B3380E6194D4}"/>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AE2C3AE3-AC26-3074-A656-8A1AE7E14C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2495C931-6987-6DE8-2E82-3656D31A5F7B}"/>
              </a:ext>
            </a:extLst>
          </p:cNvPr>
          <p:cNvSpPr txBox="1"/>
          <p:nvPr/>
        </p:nvSpPr>
        <p:spPr>
          <a:xfrm>
            <a:off x="520754" y="2485384"/>
            <a:ext cx="11147443" cy="3631763"/>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Azure CNI Overlay is a networking model for Azure Kubernetes Service (AKS) that provides efficient IP address management and high-performance pod communication. </a:t>
            </a:r>
          </a:p>
          <a:p>
            <a:pPr>
              <a:spcAft>
                <a:spcPts val="1200"/>
              </a:spcAft>
            </a:pPr>
            <a:r>
              <a:rPr lang="en-US" sz="2000" dirty="0">
                <a:solidFill>
                  <a:srgbClr val="161616"/>
                </a:solidFill>
                <a:latin typeface="Segoe UI" panose="020B0502040204020203" pitchFamily="34" charset="0"/>
              </a:rPr>
              <a:t>In overlay networking, only the Kubernetes cluster nodes are assigned IPs from subnets. </a:t>
            </a:r>
          </a:p>
          <a:p>
            <a:pPr>
              <a:spcAft>
                <a:spcPts val="1200"/>
              </a:spcAft>
            </a:pPr>
            <a:r>
              <a:rPr lang="en-US" sz="2000" dirty="0">
                <a:solidFill>
                  <a:srgbClr val="161616"/>
                </a:solidFill>
                <a:latin typeface="Segoe UI" panose="020B0502040204020203" pitchFamily="34" charset="0"/>
              </a:rPr>
              <a:t>Pods receive IPs from a private Classless Inter-Domain Routing (CIDR) range provided at the time of cluster creation. </a:t>
            </a:r>
          </a:p>
          <a:p>
            <a:pPr>
              <a:spcAft>
                <a:spcPts val="1200"/>
              </a:spcAft>
            </a:pPr>
            <a:r>
              <a:rPr lang="en-US" sz="2000" dirty="0">
                <a:solidFill>
                  <a:srgbClr val="161616"/>
                </a:solidFill>
                <a:latin typeface="Segoe UI" panose="020B0502040204020203" pitchFamily="34" charset="0"/>
              </a:rPr>
              <a:t>Each node is assigned a /24 address space carved out from the same CIDR. </a:t>
            </a:r>
          </a:p>
          <a:p>
            <a:pPr>
              <a:spcAft>
                <a:spcPts val="1200"/>
              </a:spcAft>
            </a:pPr>
            <a:r>
              <a:rPr lang="en-US" sz="2000" dirty="0">
                <a:solidFill>
                  <a:srgbClr val="161616"/>
                </a:solidFill>
                <a:latin typeface="Segoe UI" panose="020B0502040204020203" pitchFamily="34" charset="0"/>
              </a:rPr>
              <a:t>Extra nodes created when you scale out a cluster automatically receive /24 address spaces from the same CIDR. </a:t>
            </a:r>
          </a:p>
          <a:p>
            <a:pPr>
              <a:spcAft>
                <a:spcPts val="1200"/>
              </a:spcAft>
            </a:pPr>
            <a:r>
              <a:rPr lang="en-US" sz="2000" dirty="0">
                <a:solidFill>
                  <a:srgbClr val="161616"/>
                </a:solidFill>
                <a:latin typeface="Segoe UI" panose="020B0502040204020203" pitchFamily="34" charset="0"/>
              </a:rPr>
              <a:t>Azure CNI assigns IPs to pods from this /24 space.</a:t>
            </a:r>
          </a:p>
        </p:txBody>
      </p:sp>
    </p:spTree>
    <p:extLst>
      <p:ext uri="{BB962C8B-B14F-4D97-AF65-F5344CB8AC3E}">
        <p14:creationId xmlns:p14="http://schemas.microsoft.com/office/powerpoint/2010/main" val="32874120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677E41-7E79-F9BD-01EA-BF88907C748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7CCA01-3DFA-F258-6756-63167B3B39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1D418F98-C193-9AD4-7C1F-ECB51156EBE1}"/>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EB352BB6-C0E8-EEB4-9845-ADE4FD45D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9FCF29C0-156D-6014-E1FF-69B845ED66D1}"/>
              </a:ext>
            </a:extLst>
          </p:cNvPr>
          <p:cNvSpPr txBox="1"/>
          <p:nvPr/>
        </p:nvSpPr>
        <p:spPr>
          <a:xfrm>
            <a:off x="520754" y="2485384"/>
            <a:ext cx="11147443" cy="3016210"/>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 separate routing domain is created in the Azure networking stack for the pod's private CIDR space. </a:t>
            </a:r>
          </a:p>
          <a:p>
            <a:pPr>
              <a:spcAft>
                <a:spcPts val="1200"/>
              </a:spcAft>
            </a:pPr>
            <a:r>
              <a:rPr lang="en-US" sz="2000" dirty="0">
                <a:solidFill>
                  <a:srgbClr val="161616"/>
                </a:solidFill>
                <a:latin typeface="Segoe UI" panose="020B0502040204020203" pitchFamily="34" charset="0"/>
              </a:rPr>
              <a:t>This domain creates an overlay network for direct communication between pods. </a:t>
            </a:r>
          </a:p>
          <a:p>
            <a:pPr>
              <a:spcAft>
                <a:spcPts val="1200"/>
              </a:spcAft>
            </a:pPr>
            <a:r>
              <a:rPr lang="en-US" sz="2000" dirty="0">
                <a:solidFill>
                  <a:srgbClr val="161616"/>
                </a:solidFill>
                <a:latin typeface="Segoe UI" panose="020B0502040204020203" pitchFamily="34" charset="0"/>
              </a:rPr>
              <a:t>There's no need to provision custom routes on the cluster subnet or use an encapsulation method to tunnel traffic between pods, which provides connectivity performance between pods on par with virtual machines (VMs) in a virtual network. </a:t>
            </a:r>
          </a:p>
          <a:p>
            <a:pPr>
              <a:spcAft>
                <a:spcPts val="1200"/>
              </a:spcAft>
            </a:pPr>
            <a:r>
              <a:rPr lang="en-US" sz="2000" dirty="0">
                <a:solidFill>
                  <a:srgbClr val="161616"/>
                </a:solidFill>
                <a:latin typeface="Segoe UI" panose="020B0502040204020203" pitchFamily="34" charset="0"/>
              </a:rPr>
              <a:t>Workloads running within the pods aren't even aware that network address manipulation is happening.</a:t>
            </a:r>
          </a:p>
        </p:txBody>
      </p:sp>
    </p:spTree>
    <p:extLst>
      <p:ext uri="{BB962C8B-B14F-4D97-AF65-F5344CB8AC3E}">
        <p14:creationId xmlns:p14="http://schemas.microsoft.com/office/powerpoint/2010/main" val="3224470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EFA0CC-86E3-3395-2A9C-739F5D137D5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3DBB13E-5AAC-93B1-88EB-5295CF498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7FB6E0A-617F-776D-670F-4B8B6B8E7B2B}"/>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37317DD6-C21A-2E16-E2A7-8C99B7D88B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3" name="Picture 2" descr="Diagram that shows two nodes with three pods each running in an overlay network. Pod traffic to endpoints outside the cluster is routed via NAT.">
            <a:extLst>
              <a:ext uri="{FF2B5EF4-FFF2-40B4-BE49-F238E27FC236}">
                <a16:creationId xmlns:a16="http://schemas.microsoft.com/office/drawing/2014/main" id="{7BCCF897-6650-2E57-AD9F-21BEC0D6FB37}"/>
              </a:ext>
            </a:extLst>
          </p:cNvPr>
          <p:cNvPicPr>
            <a:picLocks noChangeAspect="1"/>
          </p:cNvPicPr>
          <p:nvPr/>
        </p:nvPicPr>
        <p:blipFill>
          <a:blip r:embed="rId3"/>
          <a:stretch>
            <a:fillRect/>
          </a:stretch>
        </p:blipFill>
        <p:spPr>
          <a:xfrm>
            <a:off x="2604971" y="2055813"/>
            <a:ext cx="6979009" cy="4737343"/>
          </a:xfrm>
          <a:prstGeom prst="rect">
            <a:avLst/>
          </a:prstGeom>
        </p:spPr>
      </p:pic>
    </p:spTree>
    <p:extLst>
      <p:ext uri="{BB962C8B-B14F-4D97-AF65-F5344CB8AC3E}">
        <p14:creationId xmlns:p14="http://schemas.microsoft.com/office/powerpoint/2010/main" val="15882548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B8025-4F07-EF10-16EF-1701B0A7F8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2AB0A7-D869-92BF-BBAD-525516BDFB30}"/>
              </a:ext>
            </a:extLst>
          </p:cNvPr>
          <p:cNvSpPr>
            <a:spLocks noGrp="1"/>
          </p:cNvSpPr>
          <p:nvPr>
            <p:ph type="title"/>
          </p:nvPr>
        </p:nvSpPr>
        <p:spPr>
          <a:xfrm>
            <a:off x="77002" y="856013"/>
            <a:ext cx="3128211" cy="1325563"/>
          </a:xfrm>
        </p:spPr>
        <p:txBody>
          <a:bodyPr/>
          <a:lstStyle/>
          <a:p>
            <a:r>
              <a:rPr lang="en-US" dirty="0"/>
              <a:t>CNI Overlay</a:t>
            </a:r>
            <a:br>
              <a:rPr lang="en-US" dirty="0"/>
            </a:br>
            <a:r>
              <a:rPr lang="en-US" dirty="0"/>
              <a:t>Networking</a:t>
            </a:r>
          </a:p>
        </p:txBody>
      </p:sp>
      <p:pic>
        <p:nvPicPr>
          <p:cNvPr id="4" name="Picture 3">
            <a:extLst>
              <a:ext uri="{FF2B5EF4-FFF2-40B4-BE49-F238E27FC236}">
                <a16:creationId xmlns:a16="http://schemas.microsoft.com/office/drawing/2014/main" id="{969A1478-2553-D480-3E3E-12EB6540BC51}"/>
              </a:ext>
            </a:extLst>
          </p:cNvPr>
          <p:cNvPicPr>
            <a:picLocks noChangeAspect="1"/>
          </p:cNvPicPr>
          <p:nvPr/>
        </p:nvPicPr>
        <p:blipFill>
          <a:blip r:embed="rId2"/>
          <a:stretch>
            <a:fillRect/>
          </a:stretch>
        </p:blipFill>
        <p:spPr>
          <a:xfrm>
            <a:off x="3364049" y="513641"/>
            <a:ext cx="4020111" cy="2848373"/>
          </a:xfrm>
          <a:prstGeom prst="rect">
            <a:avLst/>
          </a:prstGeom>
        </p:spPr>
      </p:pic>
      <p:pic>
        <p:nvPicPr>
          <p:cNvPr id="8" name="Picture 7">
            <a:extLst>
              <a:ext uri="{FF2B5EF4-FFF2-40B4-BE49-F238E27FC236}">
                <a16:creationId xmlns:a16="http://schemas.microsoft.com/office/drawing/2014/main" id="{CA4D20DB-522C-9A25-E741-C5D3DC9CA54B}"/>
              </a:ext>
            </a:extLst>
          </p:cNvPr>
          <p:cNvPicPr>
            <a:picLocks noChangeAspect="1"/>
          </p:cNvPicPr>
          <p:nvPr/>
        </p:nvPicPr>
        <p:blipFill>
          <a:blip r:embed="rId3"/>
          <a:stretch>
            <a:fillRect/>
          </a:stretch>
        </p:blipFill>
        <p:spPr>
          <a:xfrm>
            <a:off x="7640190" y="352544"/>
            <a:ext cx="3820270" cy="3170565"/>
          </a:xfrm>
          <a:prstGeom prst="rect">
            <a:avLst/>
          </a:prstGeom>
        </p:spPr>
      </p:pic>
      <p:pic>
        <p:nvPicPr>
          <p:cNvPr id="11" name="Picture 10">
            <a:extLst>
              <a:ext uri="{FF2B5EF4-FFF2-40B4-BE49-F238E27FC236}">
                <a16:creationId xmlns:a16="http://schemas.microsoft.com/office/drawing/2014/main" id="{C288A7E1-4A8E-9C19-B0E6-A307F1714B40}"/>
              </a:ext>
            </a:extLst>
          </p:cNvPr>
          <p:cNvPicPr>
            <a:picLocks noChangeAspect="1"/>
          </p:cNvPicPr>
          <p:nvPr/>
        </p:nvPicPr>
        <p:blipFill>
          <a:blip r:embed="rId4"/>
          <a:stretch>
            <a:fillRect/>
          </a:stretch>
        </p:blipFill>
        <p:spPr>
          <a:xfrm>
            <a:off x="543238" y="3614739"/>
            <a:ext cx="10917221" cy="3170405"/>
          </a:xfrm>
          <a:prstGeom prst="rect">
            <a:avLst/>
          </a:prstGeom>
        </p:spPr>
      </p:pic>
    </p:spTree>
    <p:extLst>
      <p:ext uri="{BB962C8B-B14F-4D97-AF65-F5344CB8AC3E}">
        <p14:creationId xmlns:p14="http://schemas.microsoft.com/office/powerpoint/2010/main" val="3719679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D09857-F828-3399-7756-F89DBD915CBD}"/>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22B8BC5-317B-2779-5F00-81E4D0E51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2970CA52-60AE-4F27-700A-BFC01FAF895A}"/>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EDCEF90F-72D7-066E-351A-728AD83E40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BCC00D0-5160-D24E-3E0C-ADF6CFBBCBC3}"/>
              </a:ext>
            </a:extLst>
          </p:cNvPr>
          <p:cNvSpPr txBox="1"/>
          <p:nvPr/>
        </p:nvSpPr>
        <p:spPr>
          <a:xfrm>
            <a:off x="520754" y="2485384"/>
            <a:ext cx="11147443" cy="2246769"/>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Communication with endpoints outside the cluster, such as on-premises and peered virtual networks, uses the node IP through network address translation (NAT). </a:t>
            </a:r>
          </a:p>
          <a:p>
            <a:pPr>
              <a:spcAft>
                <a:spcPts val="1200"/>
              </a:spcAft>
            </a:pPr>
            <a:r>
              <a:rPr lang="en-US" sz="2000" dirty="0">
                <a:solidFill>
                  <a:srgbClr val="161616"/>
                </a:solidFill>
                <a:latin typeface="Segoe UI" panose="020B0502040204020203" pitchFamily="34" charset="0"/>
              </a:rPr>
              <a:t>Azure CNI translates the source IP (overlay IP of the pod) of the traffic to the primary IP address of the VM. This translation enables the Azure networking stack to route the traffic to the destination.</a:t>
            </a:r>
          </a:p>
          <a:p>
            <a:pPr>
              <a:spcAft>
                <a:spcPts val="1200"/>
              </a:spcAft>
            </a:pPr>
            <a:r>
              <a:rPr lang="en-US" sz="2000" dirty="0">
                <a:solidFill>
                  <a:srgbClr val="161616"/>
                </a:solidFill>
                <a:latin typeface="Segoe UI" panose="020B0502040204020203" pitchFamily="34" charset="0"/>
              </a:rPr>
              <a:t>Endpoints outside the cluster can't connect to a pod directly. You have to publish the pod's application as a Kubernetes Load Balancer service to make it reachable on the virtual network.</a:t>
            </a:r>
          </a:p>
        </p:txBody>
      </p:sp>
    </p:spTree>
    <p:extLst>
      <p:ext uri="{BB962C8B-B14F-4D97-AF65-F5344CB8AC3E}">
        <p14:creationId xmlns:p14="http://schemas.microsoft.com/office/powerpoint/2010/main" val="1669216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B5E680-745C-D5A7-E307-578E0A6B596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3A8B1B4-EE35-F2ED-FBE6-3E69415A18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5BAE082F-AFEC-D7F0-AFE2-AF91E9C46A1C}"/>
              </a:ext>
            </a:extLst>
          </p:cNvPr>
          <p:cNvSpPr>
            <a:spLocks noGrp="1"/>
          </p:cNvSpPr>
          <p:nvPr>
            <p:ph type="title"/>
          </p:nvPr>
        </p:nvSpPr>
        <p:spPr>
          <a:xfrm>
            <a:off x="838200" y="365125"/>
            <a:ext cx="10515600" cy="1325563"/>
          </a:xfrm>
        </p:spPr>
        <p:txBody>
          <a:bodyPr>
            <a:normAutofit/>
          </a:bodyPr>
          <a:lstStyle/>
          <a:p>
            <a:r>
              <a:rPr lang="en-US" sz="5400" dirty="0"/>
              <a:t>CNI Overlay Networking</a:t>
            </a:r>
          </a:p>
        </p:txBody>
      </p:sp>
      <p:sp>
        <p:nvSpPr>
          <p:cNvPr id="13" name="sketch line">
            <a:extLst>
              <a:ext uri="{FF2B5EF4-FFF2-40B4-BE49-F238E27FC236}">
                <a16:creationId xmlns:a16="http://schemas.microsoft.com/office/drawing/2014/main" id="{974CE84B-6588-E18F-0B82-62A27EF7A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D561650-62E2-A47E-FD90-7D7C4A7A1828}"/>
              </a:ext>
            </a:extLst>
          </p:cNvPr>
          <p:cNvSpPr txBox="1"/>
          <p:nvPr/>
        </p:nvSpPr>
        <p:spPr>
          <a:xfrm>
            <a:off x="520754" y="2485384"/>
            <a:ext cx="11147443" cy="2246769"/>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You can provide outbound (egress) connectivity to the internet for overlay pods by using a standard load balancer or managed NAT gateway. </a:t>
            </a:r>
          </a:p>
          <a:p>
            <a:pPr>
              <a:spcAft>
                <a:spcPts val="1200"/>
              </a:spcAft>
            </a:pPr>
            <a:r>
              <a:rPr lang="en-US" sz="2000" dirty="0">
                <a:solidFill>
                  <a:srgbClr val="161616"/>
                </a:solidFill>
                <a:latin typeface="Segoe UI" panose="020B0502040204020203" pitchFamily="34" charset="0"/>
              </a:rPr>
              <a:t>You can also control egress traffic by directing it to a firewall via user-defined routes on the cluster subnet.</a:t>
            </a:r>
          </a:p>
          <a:p>
            <a:pPr>
              <a:spcAft>
                <a:spcPts val="1200"/>
              </a:spcAft>
            </a:pPr>
            <a:r>
              <a:rPr lang="en-US" sz="2000" dirty="0">
                <a:solidFill>
                  <a:srgbClr val="161616"/>
                </a:solidFill>
                <a:latin typeface="Segoe UI" panose="020B0502040204020203" pitchFamily="34" charset="0"/>
              </a:rPr>
              <a:t>You can configure ingress connectivity to the cluster by using an ingress controller, such as Application Gateway for Containers, NGINX, or the application routing add-on.</a:t>
            </a:r>
          </a:p>
        </p:txBody>
      </p:sp>
    </p:spTree>
    <p:extLst>
      <p:ext uri="{BB962C8B-B14F-4D97-AF65-F5344CB8AC3E}">
        <p14:creationId xmlns:p14="http://schemas.microsoft.com/office/powerpoint/2010/main" val="11109463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258A0B-FD2D-868C-6B41-527CCCF9F34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3E75CB2-8453-489D-5907-348286B7C4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FCC2568C-1E54-6F65-2C97-9D003C383E6F}"/>
              </a:ext>
            </a:extLst>
          </p:cNvPr>
          <p:cNvSpPr>
            <a:spLocks noGrp="1"/>
          </p:cNvSpPr>
          <p:nvPr>
            <p:ph type="title"/>
          </p:nvPr>
        </p:nvSpPr>
        <p:spPr>
          <a:xfrm>
            <a:off x="838200" y="365125"/>
            <a:ext cx="10515600" cy="1325563"/>
          </a:xfrm>
        </p:spPr>
        <p:txBody>
          <a:bodyPr>
            <a:normAutofit/>
          </a:bodyPr>
          <a:lstStyle/>
          <a:p>
            <a:r>
              <a:rPr lang="en-US" sz="5400" dirty="0"/>
              <a:t>CNI Overlay &amp; </a:t>
            </a:r>
            <a:r>
              <a:rPr lang="en-US" sz="5400" dirty="0" err="1"/>
              <a:t>kubenet</a:t>
            </a:r>
            <a:r>
              <a:rPr lang="en-US" sz="5400" dirty="0"/>
              <a:t> specifications</a:t>
            </a:r>
          </a:p>
        </p:txBody>
      </p:sp>
      <p:sp>
        <p:nvSpPr>
          <p:cNvPr id="13" name="sketch line">
            <a:extLst>
              <a:ext uri="{FF2B5EF4-FFF2-40B4-BE49-F238E27FC236}">
                <a16:creationId xmlns:a16="http://schemas.microsoft.com/office/drawing/2014/main" id="{710AB082-50F9-8C8A-5EE9-95BD2DEBA9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B3E91EF8-6AD3-7840-EA3C-77C934B9B131}"/>
              </a:ext>
            </a:extLst>
          </p:cNvPr>
          <p:cNvGraphicFramePr>
            <a:graphicFrameLocks noGrp="1"/>
          </p:cNvGraphicFramePr>
          <p:nvPr>
            <p:extLst>
              <p:ext uri="{D42A27DB-BD31-4B8C-83A1-F6EECF244321}">
                <p14:modId xmlns:p14="http://schemas.microsoft.com/office/powerpoint/2010/main" val="2852328893"/>
              </p:ext>
            </p:extLst>
          </p:nvPr>
        </p:nvGraphicFramePr>
        <p:xfrm>
          <a:off x="669035" y="1984557"/>
          <a:ext cx="11292055" cy="3315684"/>
        </p:xfrm>
        <a:graphic>
          <a:graphicData uri="http://schemas.openxmlformats.org/drawingml/2006/table">
            <a:tbl>
              <a:tblPr/>
              <a:tblGrid>
                <a:gridCol w="2545220">
                  <a:extLst>
                    <a:ext uri="{9D8B030D-6E8A-4147-A177-3AD203B41FA5}">
                      <a16:colId xmlns:a16="http://schemas.microsoft.com/office/drawing/2014/main" val="3056523075"/>
                    </a:ext>
                  </a:extLst>
                </a:gridCol>
                <a:gridCol w="4082472">
                  <a:extLst>
                    <a:ext uri="{9D8B030D-6E8A-4147-A177-3AD203B41FA5}">
                      <a16:colId xmlns:a16="http://schemas.microsoft.com/office/drawing/2014/main" val="3551315733"/>
                    </a:ext>
                  </a:extLst>
                </a:gridCol>
                <a:gridCol w="4664363">
                  <a:extLst>
                    <a:ext uri="{9D8B030D-6E8A-4147-A177-3AD203B41FA5}">
                      <a16:colId xmlns:a16="http://schemas.microsoft.com/office/drawing/2014/main" val="3241485921"/>
                    </a:ext>
                  </a:extLst>
                </a:gridCol>
              </a:tblGrid>
              <a:tr h="198778">
                <a:tc>
                  <a:txBody>
                    <a:bodyPr/>
                    <a:lstStyle/>
                    <a:p>
                      <a:pPr algn="l" fontAlgn="t">
                        <a:buNone/>
                      </a:pPr>
                      <a:r>
                        <a:rPr lang="en-US" sz="1800" b="1">
                          <a:effectLst/>
                        </a:rPr>
                        <a:t>Area</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Azure CNI Overlay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dirty="0" err="1">
                          <a:effectLst/>
                        </a:rPr>
                        <a:t>kubenet</a:t>
                      </a:r>
                      <a:endParaRPr lang="en-US" sz="1800" b="1" dirty="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2873386336"/>
                  </a:ext>
                </a:extLst>
              </a:tr>
              <a:tr h="198778">
                <a:tc>
                  <a:txBody>
                    <a:bodyPr/>
                    <a:lstStyle/>
                    <a:p>
                      <a:pPr algn="l" fontAlgn="t">
                        <a:buNone/>
                      </a:pPr>
                      <a:r>
                        <a:rPr lang="en-US" sz="1800">
                          <a:effectLst/>
                        </a:rPr>
                        <a:t>Cluster scale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5,000 nodes and 250 pods per node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400 nodes and 250 pods per node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8354268"/>
                  </a:ext>
                </a:extLst>
              </a:tr>
              <a:tr h="347861">
                <a:tc>
                  <a:txBody>
                    <a:bodyPr/>
                    <a:lstStyle/>
                    <a:p>
                      <a:pPr algn="l" fontAlgn="t">
                        <a:buNone/>
                      </a:pPr>
                      <a:r>
                        <a:rPr lang="en-US" sz="1800">
                          <a:effectLst/>
                        </a:rPr>
                        <a:t>Network configuration</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Simple - no extra configurations required for pod networking</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Complex - requires route tables and user-defined routes on the cluster subnet for pod networking</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897154194"/>
                  </a:ext>
                </a:extLst>
              </a:tr>
              <a:tr h="198778">
                <a:tc>
                  <a:txBody>
                    <a:bodyPr/>
                    <a:lstStyle/>
                    <a:p>
                      <a:pPr algn="l" fontAlgn="t">
                        <a:buNone/>
                      </a:pPr>
                      <a:r>
                        <a:rPr lang="en-US" sz="1800">
                          <a:effectLst/>
                        </a:rPr>
                        <a:t>Pod connectivity performance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Performance on par with VMs in a virtual network</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Extra hop adds latency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884778890"/>
                  </a:ext>
                </a:extLst>
              </a:tr>
              <a:tr h="198778">
                <a:tc>
                  <a:txBody>
                    <a:bodyPr/>
                    <a:lstStyle/>
                    <a:p>
                      <a:pPr algn="l" fontAlgn="t">
                        <a:buNone/>
                      </a:pPr>
                      <a:r>
                        <a:rPr lang="en-US" sz="1800">
                          <a:effectLst/>
                        </a:rPr>
                        <a:t>Kubernetes network policies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Azure network policies, Calico, Cilium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Calico</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4172892419"/>
                  </a:ext>
                </a:extLst>
              </a:tr>
              <a:tr h="198778">
                <a:tc>
                  <a:txBody>
                    <a:bodyPr/>
                    <a:lstStyle/>
                    <a:p>
                      <a:pPr algn="l" fontAlgn="t">
                        <a:buNone/>
                      </a:pPr>
                      <a:r>
                        <a:rPr lang="en-US" sz="1800">
                          <a:effectLst/>
                        </a:rPr>
                        <a:t>OS platforms supported</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Linux, Windows Server 2022, Windows Server 2019</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Linux only</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392829616"/>
                  </a:ext>
                </a:extLst>
              </a:tr>
            </a:tbl>
          </a:graphicData>
        </a:graphic>
      </p:graphicFrame>
    </p:spTree>
    <p:extLst>
      <p:ext uri="{BB962C8B-B14F-4D97-AF65-F5344CB8AC3E}">
        <p14:creationId xmlns:p14="http://schemas.microsoft.com/office/powerpoint/2010/main" val="3615482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F7F30E-0D57-D3B4-9BE4-C6B76FF0317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22DE1DB-7398-36C8-72E1-E1D1A53327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ED503E6-D740-AC0C-6DCD-24A1DA2227EA}"/>
              </a:ext>
            </a:extLst>
          </p:cNvPr>
          <p:cNvSpPr>
            <a:spLocks noGrp="1"/>
          </p:cNvSpPr>
          <p:nvPr>
            <p:ph type="title"/>
          </p:nvPr>
        </p:nvSpPr>
        <p:spPr>
          <a:xfrm>
            <a:off x="838200" y="365125"/>
            <a:ext cx="10515600" cy="1325563"/>
          </a:xfrm>
        </p:spPr>
        <p:txBody>
          <a:bodyPr>
            <a:normAutofit/>
          </a:bodyPr>
          <a:lstStyle/>
          <a:p>
            <a:r>
              <a:rPr lang="en-US" sz="5400" dirty="0"/>
              <a:t>IP Address Availability</a:t>
            </a:r>
          </a:p>
        </p:txBody>
      </p:sp>
      <p:sp>
        <p:nvSpPr>
          <p:cNvPr id="13" name="sketch line">
            <a:extLst>
              <a:ext uri="{FF2B5EF4-FFF2-40B4-BE49-F238E27FC236}">
                <a16:creationId xmlns:a16="http://schemas.microsoft.com/office/drawing/2014/main" id="{3E2A8BCF-91B9-5A5B-6D6D-7E3E92B912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28978E5-0BBE-B2B7-B63E-14D9F6D2EE0D}"/>
              </a:ext>
            </a:extLst>
          </p:cNvPr>
          <p:cNvSpPr txBox="1"/>
          <p:nvPr/>
        </p:nvSpPr>
        <p:spPr>
          <a:xfrm>
            <a:off x="669036" y="2523885"/>
            <a:ext cx="11174930" cy="2092881"/>
          </a:xfrm>
          <a:prstGeom prst="rect">
            <a:avLst/>
          </a:prstGeom>
          <a:noFill/>
        </p:spPr>
        <p:txBody>
          <a:bodyPr wrap="square">
            <a:spAutoFit/>
          </a:bodyPr>
          <a:lstStyle/>
          <a:p>
            <a:pPr>
              <a:spcAft>
                <a:spcPts val="1200"/>
              </a:spcAft>
            </a:pPr>
            <a:r>
              <a:rPr lang="en-US" sz="2000" b="1" dirty="0" err="1">
                <a:solidFill>
                  <a:srgbClr val="161616"/>
                </a:solidFill>
                <a:latin typeface="Segoe UI" panose="020B0502040204020203" pitchFamily="34" charset="0"/>
              </a:rPr>
              <a:t>kubenet</a:t>
            </a:r>
            <a:r>
              <a:rPr lang="en-US" sz="2000" b="1" dirty="0">
                <a:solidFill>
                  <a:srgbClr val="161616"/>
                </a:solidFill>
                <a:latin typeface="Segoe UI" panose="020B0502040204020203" pitchFamily="34" charset="0"/>
              </a:rPr>
              <a:t>:</a:t>
            </a:r>
            <a:r>
              <a:rPr lang="en-US" sz="2000" dirty="0">
                <a:solidFill>
                  <a:srgbClr val="161616"/>
                </a:solidFill>
                <a:latin typeface="Segoe UI" panose="020B0502040204020203" pitchFamily="34" charset="0"/>
              </a:rPr>
              <a:t> A simple /24 IP address range can support up to 251 nodes in the cluster. Each Azure virtual network subnet reserves the first three IP addresses for management operations. This node count can support up to 27,610 pods, with a default maximum of 110 pods per node.</a:t>
            </a:r>
          </a:p>
          <a:p>
            <a:pPr>
              <a:spcAft>
                <a:spcPts val="1200"/>
              </a:spcAft>
            </a:pPr>
            <a:r>
              <a:rPr lang="en-US" sz="2000" b="1" dirty="0">
                <a:solidFill>
                  <a:srgbClr val="161616"/>
                </a:solidFill>
                <a:latin typeface="Segoe UI" panose="020B0502040204020203" pitchFamily="34" charset="0"/>
              </a:rPr>
              <a:t>Azure CNI:</a:t>
            </a:r>
            <a:r>
              <a:rPr lang="en-US" sz="2000" dirty="0">
                <a:solidFill>
                  <a:srgbClr val="161616"/>
                </a:solidFill>
                <a:latin typeface="Segoe UI" panose="020B0502040204020203" pitchFamily="34" charset="0"/>
              </a:rPr>
              <a:t> That same basic /24 subnet range can only support a maximum of eight nodes in the cluster. This node count can only support up to 240 pods, with a default maximum of 30 pods per node.</a:t>
            </a:r>
            <a:endParaRPr lang="en-US" sz="2000" dirty="0"/>
          </a:p>
        </p:txBody>
      </p:sp>
    </p:spTree>
    <p:extLst>
      <p:ext uri="{BB962C8B-B14F-4D97-AF65-F5344CB8AC3E}">
        <p14:creationId xmlns:p14="http://schemas.microsoft.com/office/powerpoint/2010/main" val="23003552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AD85F3-A9F4-CC64-6341-A3753ABBCEE7}"/>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B750A25-9A9B-9A8C-CB43-03806DE539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6F847A2-D7F1-9652-EDF4-3F0325B4C203}"/>
              </a:ext>
            </a:extLst>
          </p:cNvPr>
          <p:cNvSpPr>
            <a:spLocks noGrp="1"/>
          </p:cNvSpPr>
          <p:nvPr>
            <p:ph type="title"/>
          </p:nvPr>
        </p:nvSpPr>
        <p:spPr>
          <a:xfrm>
            <a:off x="838200" y="365125"/>
            <a:ext cx="10515600" cy="1325563"/>
          </a:xfrm>
        </p:spPr>
        <p:txBody>
          <a:bodyPr>
            <a:normAutofit/>
          </a:bodyPr>
          <a:lstStyle/>
          <a:p>
            <a:r>
              <a:rPr lang="en-US" sz="5400" dirty="0"/>
              <a:t>Choose a network model to use</a:t>
            </a:r>
          </a:p>
        </p:txBody>
      </p:sp>
      <p:sp>
        <p:nvSpPr>
          <p:cNvPr id="13" name="sketch line">
            <a:extLst>
              <a:ext uri="{FF2B5EF4-FFF2-40B4-BE49-F238E27FC236}">
                <a16:creationId xmlns:a16="http://schemas.microsoft.com/office/drawing/2014/main" id="{EED26317-0C68-7BE9-01C5-38046596EF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AE95AF3A-03B1-7B6D-26BB-364BA2D65306}"/>
              </a:ext>
            </a:extLst>
          </p:cNvPr>
          <p:cNvSpPr txBox="1"/>
          <p:nvPr/>
        </p:nvSpPr>
        <p:spPr>
          <a:xfrm>
            <a:off x="669036" y="2055813"/>
            <a:ext cx="11174930" cy="4555093"/>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Use </a:t>
            </a:r>
            <a:r>
              <a:rPr lang="en-US" sz="2000" b="1"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when: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have limited IP address space.</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Most of the pod communication is within the cluster.</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don't need advanced AKS features, such as virtual nodes or Azure Network Policy.</a:t>
            </a:r>
          </a:p>
          <a:p>
            <a:pPr>
              <a:spcAft>
                <a:spcPts val="1200"/>
              </a:spcAft>
            </a:pPr>
            <a:endParaRPr lang="en-US" sz="2000" dirty="0">
              <a:solidFill>
                <a:srgbClr val="161616"/>
              </a:solidFill>
              <a:latin typeface="Segoe UI" panose="020B0502040204020203" pitchFamily="34" charset="0"/>
            </a:endParaRPr>
          </a:p>
          <a:p>
            <a:pPr>
              <a:spcAft>
                <a:spcPts val="1200"/>
              </a:spcAft>
            </a:pPr>
            <a:r>
              <a:rPr lang="en-US" sz="2000" dirty="0">
                <a:solidFill>
                  <a:srgbClr val="161616"/>
                </a:solidFill>
                <a:latin typeface="Segoe UI" panose="020B0502040204020203" pitchFamily="34" charset="0"/>
              </a:rPr>
              <a:t>Use </a:t>
            </a:r>
            <a:r>
              <a:rPr lang="en-US" sz="2000" b="1" dirty="0">
                <a:solidFill>
                  <a:srgbClr val="161616"/>
                </a:solidFill>
                <a:latin typeface="Segoe UI" panose="020B0502040204020203" pitchFamily="34" charset="0"/>
              </a:rPr>
              <a:t>Azure CNI</a:t>
            </a:r>
            <a:r>
              <a:rPr lang="en-US" sz="2000" dirty="0">
                <a:solidFill>
                  <a:srgbClr val="161616"/>
                </a:solidFill>
                <a:latin typeface="Segoe UI" panose="020B0502040204020203" pitchFamily="34" charset="0"/>
              </a:rPr>
              <a:t> when: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have available IP address space.</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Most of the pod communication is to resources outside of the cluster.</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don't want to manage user defined routes for pod connectivity.</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need AKS advanced features, such as virtual nodes or Azure Network Policy.</a:t>
            </a:r>
            <a:endParaRPr lang="en-US" sz="2000" dirty="0"/>
          </a:p>
        </p:txBody>
      </p:sp>
    </p:spTree>
    <p:extLst>
      <p:ext uri="{BB962C8B-B14F-4D97-AF65-F5344CB8AC3E}">
        <p14:creationId xmlns:p14="http://schemas.microsoft.com/office/powerpoint/2010/main" val="38300318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74C1C5-F766-5FDA-CFE4-E8EAD34196D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8E5A1C68-FFC3-F1D4-5CD1-4AFEF22B0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C7910174-6DEE-C347-8AF2-3D4C260D0F22}"/>
              </a:ext>
            </a:extLst>
          </p:cNvPr>
          <p:cNvSpPr>
            <a:spLocks noGrp="1"/>
          </p:cNvSpPr>
          <p:nvPr>
            <p:ph type="title"/>
          </p:nvPr>
        </p:nvSpPr>
        <p:spPr>
          <a:xfrm>
            <a:off x="838200" y="365125"/>
            <a:ext cx="10515600" cy="1325563"/>
          </a:xfrm>
        </p:spPr>
        <p:txBody>
          <a:bodyPr>
            <a:normAutofit/>
          </a:bodyPr>
          <a:lstStyle/>
          <a:p>
            <a:r>
              <a:rPr lang="en-US" sz="5400" dirty="0"/>
              <a:t>Choosing a CNI plugin</a:t>
            </a:r>
          </a:p>
        </p:txBody>
      </p:sp>
      <p:sp>
        <p:nvSpPr>
          <p:cNvPr id="13" name="sketch line">
            <a:extLst>
              <a:ext uri="{FF2B5EF4-FFF2-40B4-BE49-F238E27FC236}">
                <a16:creationId xmlns:a16="http://schemas.microsoft.com/office/drawing/2014/main" id="{DA72F66F-DEC4-FCE3-8C6C-F4F8D5C11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5CCFC38D-FA6B-FF46-79DC-C014A42A173F}"/>
              </a:ext>
            </a:extLst>
          </p:cNvPr>
          <p:cNvSpPr txBox="1"/>
          <p:nvPr/>
        </p:nvSpPr>
        <p:spPr>
          <a:xfrm>
            <a:off x="669036" y="2055813"/>
            <a:ext cx="11174930" cy="4555093"/>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Use </a:t>
            </a:r>
            <a:r>
              <a:rPr lang="en-US" sz="2000" b="1" dirty="0" err="1">
                <a:solidFill>
                  <a:srgbClr val="161616"/>
                </a:solidFill>
                <a:latin typeface="Segoe UI" panose="020B0502040204020203" pitchFamily="34" charset="0"/>
              </a:rPr>
              <a:t>kubenet</a:t>
            </a:r>
            <a:r>
              <a:rPr lang="en-US" sz="2000" dirty="0">
                <a:solidFill>
                  <a:srgbClr val="161616"/>
                </a:solidFill>
                <a:latin typeface="Segoe UI" panose="020B0502040204020203" pitchFamily="34" charset="0"/>
              </a:rPr>
              <a:t> when: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have limited IP address space.</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Most of the pod communication is within the cluster.</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don't need advanced AKS features, such as virtual nodes or Azure Network Policy.</a:t>
            </a:r>
          </a:p>
          <a:p>
            <a:pPr>
              <a:spcAft>
                <a:spcPts val="1200"/>
              </a:spcAft>
            </a:pPr>
            <a:endParaRPr lang="en-US" sz="2000" dirty="0">
              <a:solidFill>
                <a:srgbClr val="161616"/>
              </a:solidFill>
              <a:latin typeface="Segoe UI" panose="020B0502040204020203" pitchFamily="34" charset="0"/>
            </a:endParaRPr>
          </a:p>
          <a:p>
            <a:pPr>
              <a:spcAft>
                <a:spcPts val="1200"/>
              </a:spcAft>
            </a:pPr>
            <a:r>
              <a:rPr lang="en-US" sz="2000" dirty="0">
                <a:solidFill>
                  <a:srgbClr val="161616"/>
                </a:solidFill>
                <a:latin typeface="Segoe UI" panose="020B0502040204020203" pitchFamily="34" charset="0"/>
              </a:rPr>
              <a:t>Use </a:t>
            </a:r>
            <a:r>
              <a:rPr lang="en-US" sz="2000" b="1" dirty="0">
                <a:solidFill>
                  <a:srgbClr val="161616"/>
                </a:solidFill>
                <a:latin typeface="Segoe UI" panose="020B0502040204020203" pitchFamily="34" charset="0"/>
              </a:rPr>
              <a:t>Azure CNI</a:t>
            </a:r>
            <a:r>
              <a:rPr lang="en-US" sz="2000" dirty="0">
                <a:solidFill>
                  <a:srgbClr val="161616"/>
                </a:solidFill>
                <a:latin typeface="Segoe UI" panose="020B0502040204020203" pitchFamily="34" charset="0"/>
              </a:rPr>
              <a:t> when:</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have available IP address space.</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Most of the pod communication is to resources outside of the cluster.</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don't want to manage user defined routes for pod connectivity.</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You need AKS advanced features, such as virtual nodes or Azure Network Policy.</a:t>
            </a:r>
            <a:endParaRPr lang="en-US" sz="2000" dirty="0"/>
          </a:p>
        </p:txBody>
      </p:sp>
    </p:spTree>
    <p:extLst>
      <p:ext uri="{BB962C8B-B14F-4D97-AF65-F5344CB8AC3E}">
        <p14:creationId xmlns:p14="http://schemas.microsoft.com/office/powerpoint/2010/main" val="15458108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4411DC-571D-EEA0-DAAE-62A798CBBCE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E52C66D-9CBE-CDA1-8A1B-F3F75D829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9" name="Freeform: Shape 8">
            <a:extLst>
              <a:ext uri="{FF2B5EF4-FFF2-40B4-BE49-F238E27FC236}">
                <a16:creationId xmlns:a16="http://schemas.microsoft.com/office/drawing/2014/main" id="{29C41E52-F333-8F92-4155-17A054849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0DEC7D58-B0A5-2470-BF9C-A2C89ED2F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B59189-FA76-FDB9-91A2-870A6F4C8099}"/>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Network Policies</a:t>
            </a:r>
          </a:p>
        </p:txBody>
      </p:sp>
      <p:sp>
        <p:nvSpPr>
          <p:cNvPr id="13" name="Rectangle 12">
            <a:extLst>
              <a:ext uri="{FF2B5EF4-FFF2-40B4-BE49-F238E27FC236}">
                <a16:creationId xmlns:a16="http://schemas.microsoft.com/office/drawing/2014/main" id="{D4943BCF-03CF-DEAD-34C2-E87E7FD88B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3265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F4DA40C-6865-2733-70DB-421E28B22AA3}"/>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4C607AC-B574-7D5A-6FD5-F4B16EF19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42B016B-E67F-0166-6533-DB981E3973A4}"/>
              </a:ext>
            </a:extLst>
          </p:cNvPr>
          <p:cNvSpPr>
            <a:spLocks noGrp="1"/>
          </p:cNvSpPr>
          <p:nvPr>
            <p:ph type="title"/>
          </p:nvPr>
        </p:nvSpPr>
        <p:spPr>
          <a:xfrm>
            <a:off x="838200" y="365125"/>
            <a:ext cx="10515600" cy="1325563"/>
          </a:xfrm>
        </p:spPr>
        <p:txBody>
          <a:bodyPr>
            <a:normAutofit/>
          </a:bodyPr>
          <a:lstStyle/>
          <a:p>
            <a:r>
              <a:rPr lang="en-US" sz="5400" dirty="0"/>
              <a:t>Overview of Network Policy</a:t>
            </a:r>
          </a:p>
        </p:txBody>
      </p:sp>
      <p:sp>
        <p:nvSpPr>
          <p:cNvPr id="13" name="sketch line">
            <a:extLst>
              <a:ext uri="{FF2B5EF4-FFF2-40B4-BE49-F238E27FC236}">
                <a16:creationId xmlns:a16="http://schemas.microsoft.com/office/drawing/2014/main" id="{1B059FEC-F6C4-5503-B25F-12250F95AE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0160EC1C-B841-070F-918A-2C47B671C9DD}"/>
              </a:ext>
            </a:extLst>
          </p:cNvPr>
          <p:cNvSpPr txBox="1"/>
          <p:nvPr/>
        </p:nvSpPr>
        <p:spPr>
          <a:xfrm>
            <a:off x="669036" y="2055813"/>
            <a:ext cx="11174930" cy="2554545"/>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By default, all pods in an AKS cluster can send and receive traffic without limitations. To improve security, you can define rules that control the flow of traffic.</a:t>
            </a:r>
          </a:p>
          <a:p>
            <a:pPr>
              <a:spcAft>
                <a:spcPts val="1200"/>
              </a:spcAft>
            </a:pPr>
            <a:r>
              <a:rPr lang="en-US" sz="2000" dirty="0">
                <a:solidFill>
                  <a:srgbClr val="161616"/>
                </a:solidFill>
                <a:latin typeface="Segoe UI" panose="020B0502040204020203" pitchFamily="34" charset="0"/>
              </a:rPr>
              <a:t>Network policy is a Kubernetes specification that defines access policies for communication between pods. When you use network policies, you define an ordered set of rules to send and receive traffic. You apply the rules to a collection of pods that match one or more label selectors.</a:t>
            </a:r>
          </a:p>
          <a:p>
            <a:pPr>
              <a:spcAft>
                <a:spcPts val="1200"/>
              </a:spcAft>
            </a:pPr>
            <a:r>
              <a:rPr lang="en-US" sz="2000" dirty="0">
                <a:solidFill>
                  <a:srgbClr val="161616"/>
                </a:solidFill>
                <a:latin typeface="Segoe UI" panose="020B0502040204020203" pitchFamily="34" charset="0"/>
              </a:rPr>
              <a:t>You define the network policy rules as YAML manifests, and you can include them in wider manifests that also create a deployment or service.</a:t>
            </a:r>
            <a:endParaRPr lang="en-US" sz="2000" dirty="0"/>
          </a:p>
        </p:txBody>
      </p:sp>
    </p:spTree>
    <p:extLst>
      <p:ext uri="{BB962C8B-B14F-4D97-AF65-F5344CB8AC3E}">
        <p14:creationId xmlns:p14="http://schemas.microsoft.com/office/powerpoint/2010/main" val="3219863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F18DEC-0FB7-E0C0-0121-B4906063BDD2}"/>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B5166831-FD5B-08EE-1306-F20C5E1FA4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DB2259BD-F500-E6A4-D1AE-BED61570EAF2}"/>
              </a:ext>
            </a:extLst>
          </p:cNvPr>
          <p:cNvSpPr>
            <a:spLocks noGrp="1"/>
          </p:cNvSpPr>
          <p:nvPr>
            <p:ph type="title"/>
          </p:nvPr>
        </p:nvSpPr>
        <p:spPr>
          <a:xfrm>
            <a:off x="838200" y="365125"/>
            <a:ext cx="10515600" cy="1325563"/>
          </a:xfrm>
        </p:spPr>
        <p:txBody>
          <a:bodyPr>
            <a:normAutofit/>
          </a:bodyPr>
          <a:lstStyle/>
          <a:p>
            <a:r>
              <a:rPr lang="en-US" sz="5400" dirty="0"/>
              <a:t>Network policy options in AKS</a:t>
            </a:r>
          </a:p>
        </p:txBody>
      </p:sp>
      <p:sp>
        <p:nvSpPr>
          <p:cNvPr id="13" name="sketch line">
            <a:extLst>
              <a:ext uri="{FF2B5EF4-FFF2-40B4-BE49-F238E27FC236}">
                <a16:creationId xmlns:a16="http://schemas.microsoft.com/office/drawing/2014/main" id="{690C52DC-DC63-F76F-5618-C5703ECC56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TextBox 3">
            <a:extLst>
              <a:ext uri="{FF2B5EF4-FFF2-40B4-BE49-F238E27FC236}">
                <a16:creationId xmlns:a16="http://schemas.microsoft.com/office/drawing/2014/main" id="{6C52D58B-FB3E-4619-7E2D-46C96E85EA30}"/>
              </a:ext>
            </a:extLst>
          </p:cNvPr>
          <p:cNvSpPr txBox="1"/>
          <p:nvPr/>
        </p:nvSpPr>
        <p:spPr>
          <a:xfrm>
            <a:off x="669036" y="2055813"/>
            <a:ext cx="11174930" cy="4093428"/>
          </a:xfrm>
          <a:prstGeom prst="rect">
            <a:avLst/>
          </a:prstGeom>
          <a:noFill/>
        </p:spPr>
        <p:txBody>
          <a:bodyPr wrap="square">
            <a:spAutoFit/>
          </a:bodyPr>
          <a:lstStyle/>
          <a:p>
            <a:pPr>
              <a:spcAft>
                <a:spcPts val="1200"/>
              </a:spcAft>
            </a:pPr>
            <a:r>
              <a:rPr lang="en-US" sz="2000" dirty="0">
                <a:solidFill>
                  <a:srgbClr val="161616"/>
                </a:solidFill>
                <a:latin typeface="Segoe UI" panose="020B0502040204020203" pitchFamily="34" charset="0"/>
              </a:rPr>
              <a:t>Azure provides three network policy engines for enforcing network policies:</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Cilium (for AKS clusters using Azure CNI Powered by Cilium)</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Azure Network Policy Manager (NPM)</a:t>
            </a:r>
          </a:p>
          <a:p>
            <a:pPr marL="342900" indent="-342900">
              <a:spcAft>
                <a:spcPts val="1200"/>
              </a:spcAft>
              <a:buFont typeface="Arial" panose="020B0604020202020204" pitchFamily="34" charset="0"/>
              <a:buChar char="•"/>
            </a:pPr>
            <a:r>
              <a:rPr lang="en-US" sz="2000" dirty="0">
                <a:solidFill>
                  <a:srgbClr val="161616"/>
                </a:solidFill>
                <a:latin typeface="Segoe UI" panose="020B0502040204020203" pitchFamily="34" charset="0"/>
              </a:rPr>
              <a:t>Calico (an open-source network and network security solution founded by </a:t>
            </a:r>
            <a:r>
              <a:rPr lang="en-US" sz="2000" dirty="0" err="1">
                <a:solidFill>
                  <a:srgbClr val="161616"/>
                </a:solidFill>
                <a:latin typeface="Segoe UI" panose="020B0502040204020203" pitchFamily="34" charset="0"/>
              </a:rPr>
              <a:t>Tigera</a:t>
            </a:r>
            <a:r>
              <a:rPr lang="en-US" sz="2000" dirty="0">
                <a:solidFill>
                  <a:srgbClr val="161616"/>
                </a:solidFill>
                <a:latin typeface="Segoe UI" panose="020B0502040204020203" pitchFamily="34" charset="0"/>
              </a:rPr>
              <a:t>)</a:t>
            </a:r>
          </a:p>
          <a:p>
            <a:pPr>
              <a:spcAft>
                <a:spcPts val="1200"/>
              </a:spcAft>
            </a:pPr>
            <a:endParaRPr lang="en-US" sz="2000" dirty="0">
              <a:solidFill>
                <a:srgbClr val="161616"/>
              </a:solidFill>
              <a:latin typeface="Segoe UI" panose="020B0502040204020203" pitchFamily="34" charset="0"/>
            </a:endParaRPr>
          </a:p>
          <a:p>
            <a:pPr>
              <a:spcAft>
                <a:spcPts val="1200"/>
              </a:spcAft>
            </a:pPr>
            <a:r>
              <a:rPr lang="en-US" sz="2000" dirty="0">
                <a:solidFill>
                  <a:srgbClr val="161616"/>
                </a:solidFill>
                <a:latin typeface="Segoe UI" panose="020B0502040204020203" pitchFamily="34" charset="0"/>
              </a:rPr>
              <a:t>We recommend using </a:t>
            </a:r>
            <a:r>
              <a:rPr lang="en-US" sz="2000" b="1" dirty="0">
                <a:solidFill>
                  <a:srgbClr val="161616"/>
                </a:solidFill>
                <a:latin typeface="Segoe UI" panose="020B0502040204020203" pitchFamily="34" charset="0"/>
              </a:rPr>
              <a:t>Cilium</a:t>
            </a:r>
            <a:r>
              <a:rPr lang="en-US" sz="2000" dirty="0">
                <a:solidFill>
                  <a:srgbClr val="161616"/>
                </a:solidFill>
                <a:latin typeface="Segoe UI" panose="020B0502040204020203" pitchFamily="34" charset="0"/>
              </a:rPr>
              <a:t>. Cilium enforces network policy on the traffic using Linux Berkeley Packet Filter (BPF), which is </a:t>
            </a:r>
            <a:r>
              <a:rPr lang="en-US" sz="2000" b="1" dirty="0">
                <a:solidFill>
                  <a:srgbClr val="161616"/>
                </a:solidFill>
                <a:latin typeface="Segoe UI" panose="020B0502040204020203" pitchFamily="34" charset="0"/>
              </a:rPr>
              <a:t>more efficient </a:t>
            </a:r>
            <a:r>
              <a:rPr lang="en-US" sz="2000" dirty="0">
                <a:solidFill>
                  <a:srgbClr val="161616"/>
                </a:solidFill>
                <a:latin typeface="Segoe UI" panose="020B0502040204020203" pitchFamily="34" charset="0"/>
              </a:rPr>
              <a:t>than </a:t>
            </a:r>
            <a:r>
              <a:rPr lang="en-US" sz="2000" dirty="0" err="1">
                <a:solidFill>
                  <a:srgbClr val="161616"/>
                </a:solidFill>
                <a:latin typeface="Segoe UI" panose="020B0502040204020203" pitchFamily="34" charset="0"/>
              </a:rPr>
              <a:t>IPTables</a:t>
            </a:r>
            <a:r>
              <a:rPr lang="en-US" sz="2000" dirty="0">
                <a:solidFill>
                  <a:srgbClr val="161616"/>
                </a:solidFill>
                <a:latin typeface="Segoe UI" panose="020B0502040204020203" pitchFamily="34" charset="0"/>
              </a:rPr>
              <a:t>.</a:t>
            </a:r>
          </a:p>
          <a:p>
            <a:pPr>
              <a:spcAft>
                <a:spcPts val="1200"/>
              </a:spcAft>
            </a:pPr>
            <a:r>
              <a:rPr lang="en-US" sz="2000" dirty="0">
                <a:solidFill>
                  <a:srgbClr val="161616"/>
                </a:solidFill>
                <a:latin typeface="Segoe UI" panose="020B0502040204020203" pitchFamily="34" charset="0"/>
              </a:rPr>
              <a:t>To enforce the specified policies, Azure NPM uses </a:t>
            </a:r>
            <a:r>
              <a:rPr lang="en-US" sz="2000" dirty="0" err="1">
                <a:solidFill>
                  <a:srgbClr val="161616"/>
                </a:solidFill>
                <a:latin typeface="Segoe UI" panose="020B0502040204020203" pitchFamily="34" charset="0"/>
              </a:rPr>
              <a:t>IPTables</a:t>
            </a:r>
            <a:r>
              <a:rPr lang="en-US" sz="2000" dirty="0">
                <a:solidFill>
                  <a:srgbClr val="161616"/>
                </a:solidFill>
                <a:latin typeface="Segoe UI" panose="020B0502040204020203" pitchFamily="34" charset="0"/>
              </a:rPr>
              <a:t> for Linux and Host Network Service (HNS) </a:t>
            </a:r>
            <a:r>
              <a:rPr lang="en-US" sz="2000" dirty="0" err="1">
                <a:solidFill>
                  <a:srgbClr val="161616"/>
                </a:solidFill>
                <a:latin typeface="Segoe UI" panose="020B0502040204020203" pitchFamily="34" charset="0"/>
              </a:rPr>
              <a:t>ACLPolicies</a:t>
            </a:r>
            <a:r>
              <a:rPr lang="en-US" sz="2000" dirty="0">
                <a:solidFill>
                  <a:srgbClr val="161616"/>
                </a:solidFill>
                <a:latin typeface="Segoe UI" panose="020B0502040204020203" pitchFamily="34" charset="0"/>
              </a:rPr>
              <a:t> for Windows. Policies are translated into sets of allowed and disallowed IP pairs. These pairs are then programmed as </a:t>
            </a:r>
            <a:r>
              <a:rPr lang="en-US" sz="2000" dirty="0" err="1">
                <a:solidFill>
                  <a:srgbClr val="161616"/>
                </a:solidFill>
                <a:latin typeface="Segoe UI" panose="020B0502040204020203" pitchFamily="34" charset="0"/>
              </a:rPr>
              <a:t>IPTable</a:t>
            </a:r>
            <a:r>
              <a:rPr lang="en-US" sz="2000" dirty="0">
                <a:solidFill>
                  <a:srgbClr val="161616"/>
                </a:solidFill>
                <a:latin typeface="Segoe UI" panose="020B0502040204020203" pitchFamily="34" charset="0"/>
              </a:rPr>
              <a:t> or HNS </a:t>
            </a:r>
            <a:r>
              <a:rPr lang="en-US" sz="2000" dirty="0" err="1">
                <a:solidFill>
                  <a:srgbClr val="161616"/>
                </a:solidFill>
                <a:latin typeface="Segoe UI" panose="020B0502040204020203" pitchFamily="34" charset="0"/>
              </a:rPr>
              <a:t>ACLPolicy</a:t>
            </a:r>
            <a:r>
              <a:rPr lang="en-US" sz="2000" dirty="0">
                <a:solidFill>
                  <a:srgbClr val="161616"/>
                </a:solidFill>
                <a:latin typeface="Segoe UI" panose="020B0502040204020203" pitchFamily="34" charset="0"/>
              </a:rPr>
              <a:t> filter rules.</a:t>
            </a:r>
            <a:endParaRPr lang="en-US" sz="2000" dirty="0"/>
          </a:p>
        </p:txBody>
      </p:sp>
    </p:spTree>
    <p:extLst>
      <p:ext uri="{BB962C8B-B14F-4D97-AF65-F5344CB8AC3E}">
        <p14:creationId xmlns:p14="http://schemas.microsoft.com/office/powerpoint/2010/main" val="26521720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0D97FC-9EC4-BFE0-4715-7B04D772BAE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732049F-A2B8-FE3B-4F1F-D15502C10B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A815365B-2BCA-ADA7-C904-1FBF325FBBBA}"/>
              </a:ext>
            </a:extLst>
          </p:cNvPr>
          <p:cNvSpPr>
            <a:spLocks noGrp="1"/>
          </p:cNvSpPr>
          <p:nvPr>
            <p:ph type="title"/>
          </p:nvPr>
        </p:nvSpPr>
        <p:spPr>
          <a:xfrm>
            <a:off x="838200" y="365125"/>
            <a:ext cx="10515600" cy="1325563"/>
          </a:xfrm>
        </p:spPr>
        <p:txBody>
          <a:bodyPr>
            <a:normAutofit/>
          </a:bodyPr>
          <a:lstStyle/>
          <a:p>
            <a:r>
              <a:rPr lang="en-US" sz="5400" dirty="0"/>
              <a:t>Network policy options in AKS</a:t>
            </a:r>
          </a:p>
        </p:txBody>
      </p:sp>
      <p:sp>
        <p:nvSpPr>
          <p:cNvPr id="13" name="sketch line">
            <a:extLst>
              <a:ext uri="{FF2B5EF4-FFF2-40B4-BE49-F238E27FC236}">
                <a16:creationId xmlns:a16="http://schemas.microsoft.com/office/drawing/2014/main" id="{C26088FA-09ED-CA75-2E62-F9EEA2923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3" name="Table 2">
            <a:extLst>
              <a:ext uri="{FF2B5EF4-FFF2-40B4-BE49-F238E27FC236}">
                <a16:creationId xmlns:a16="http://schemas.microsoft.com/office/drawing/2014/main" id="{FA4DFEF2-EF5D-D783-89ED-1DFE5F269631}"/>
              </a:ext>
            </a:extLst>
          </p:cNvPr>
          <p:cNvGraphicFramePr>
            <a:graphicFrameLocks noGrp="1"/>
          </p:cNvGraphicFramePr>
          <p:nvPr>
            <p:extLst>
              <p:ext uri="{D42A27DB-BD31-4B8C-83A1-F6EECF244321}">
                <p14:modId xmlns:p14="http://schemas.microsoft.com/office/powerpoint/2010/main" val="3847169754"/>
              </p:ext>
            </p:extLst>
          </p:nvPr>
        </p:nvGraphicFramePr>
        <p:xfrm>
          <a:off x="669036" y="1870267"/>
          <a:ext cx="11264347" cy="4862216"/>
        </p:xfrm>
        <a:graphic>
          <a:graphicData uri="http://schemas.openxmlformats.org/drawingml/2006/table">
            <a:tbl>
              <a:tblPr/>
              <a:tblGrid>
                <a:gridCol w="1450118">
                  <a:extLst>
                    <a:ext uri="{9D8B030D-6E8A-4147-A177-3AD203B41FA5}">
                      <a16:colId xmlns:a16="http://schemas.microsoft.com/office/drawing/2014/main" val="4027913663"/>
                    </a:ext>
                  </a:extLst>
                </a:gridCol>
                <a:gridCol w="1780924">
                  <a:extLst>
                    <a:ext uri="{9D8B030D-6E8A-4147-A177-3AD203B41FA5}">
                      <a16:colId xmlns:a16="http://schemas.microsoft.com/office/drawing/2014/main" val="3319238817"/>
                    </a:ext>
                  </a:extLst>
                </a:gridCol>
                <a:gridCol w="1869971">
                  <a:extLst>
                    <a:ext uri="{9D8B030D-6E8A-4147-A177-3AD203B41FA5}">
                      <a16:colId xmlns:a16="http://schemas.microsoft.com/office/drawing/2014/main" val="523601427"/>
                    </a:ext>
                  </a:extLst>
                </a:gridCol>
                <a:gridCol w="2048063">
                  <a:extLst>
                    <a:ext uri="{9D8B030D-6E8A-4147-A177-3AD203B41FA5}">
                      <a16:colId xmlns:a16="http://schemas.microsoft.com/office/drawing/2014/main" val="2803417807"/>
                    </a:ext>
                  </a:extLst>
                </a:gridCol>
                <a:gridCol w="2295413">
                  <a:extLst>
                    <a:ext uri="{9D8B030D-6E8A-4147-A177-3AD203B41FA5}">
                      <a16:colId xmlns:a16="http://schemas.microsoft.com/office/drawing/2014/main" val="3463660722"/>
                    </a:ext>
                  </a:extLst>
                </a:gridCol>
                <a:gridCol w="1819858">
                  <a:extLst>
                    <a:ext uri="{9D8B030D-6E8A-4147-A177-3AD203B41FA5}">
                      <a16:colId xmlns:a16="http://schemas.microsoft.com/office/drawing/2014/main" val="348353217"/>
                    </a:ext>
                  </a:extLst>
                </a:gridCol>
              </a:tblGrid>
              <a:tr h="347861">
                <a:tc>
                  <a:txBody>
                    <a:bodyPr/>
                    <a:lstStyle/>
                    <a:p>
                      <a:pPr algn="l" fontAlgn="t">
                        <a:buNone/>
                      </a:pPr>
                      <a:r>
                        <a:rPr lang="en-US" sz="1800" b="1">
                          <a:effectLst/>
                        </a:rPr>
                        <a:t>Network policy engine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Supported platforms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Supported networking options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Kubernetes specification compliance</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a:effectLst/>
                        </a:rPr>
                        <a:t>Other features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b="1" dirty="0">
                          <a:effectLst/>
                        </a:rPr>
                        <a:t>Support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36579789"/>
                  </a:ext>
                </a:extLst>
              </a:tr>
              <a:tr h="347861">
                <a:tc>
                  <a:txBody>
                    <a:bodyPr/>
                    <a:lstStyle/>
                    <a:p>
                      <a:pPr algn="l" fontAlgn="t">
                        <a:buNone/>
                      </a:pPr>
                      <a:r>
                        <a:rPr lang="en-US" sz="1800">
                          <a:effectLst/>
                        </a:rPr>
                        <a:t>Cilium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Linux</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Azure CNI</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Supports all policy types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u="none" strike="noStrike">
                          <a:solidFill>
                            <a:srgbClr val="0065B3"/>
                          </a:solidFill>
                          <a:effectLst/>
                          <a:hlinkClick r:id="rId3"/>
                        </a:rPr>
                        <a:t>FQDN</a:t>
                      </a:r>
                      <a:r>
                        <a:rPr lang="en-US" sz="1800">
                          <a:effectLst/>
                        </a:rPr>
                        <a:t>, L3/4, </a:t>
                      </a:r>
                      <a:r>
                        <a:rPr lang="en-US" sz="1800" u="none" strike="noStrike">
                          <a:solidFill>
                            <a:srgbClr val="0065B3"/>
                          </a:solidFill>
                          <a:effectLst/>
                          <a:hlinkClick r:id="rId4"/>
                        </a:rPr>
                        <a:t>L7</a:t>
                      </a:r>
                      <a:endParaRPr lang="en-US" sz="1800">
                        <a:effectLst/>
                      </a:endParaRP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Azure support and engineering team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1024281862"/>
                  </a:ext>
                </a:extLst>
              </a:tr>
              <a:tr h="347861">
                <a:tc>
                  <a:txBody>
                    <a:bodyPr/>
                    <a:lstStyle/>
                    <a:p>
                      <a:pPr algn="l" fontAlgn="t">
                        <a:buNone/>
                      </a:pPr>
                      <a:r>
                        <a:rPr lang="en-US" sz="1800">
                          <a:effectLst/>
                        </a:rPr>
                        <a:t>Azure NPM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Linux, Windows Server 2022</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Azure CNI</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Supports all policy types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N/A</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Azure support and engineering team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362670783"/>
                  </a:ext>
                </a:extLst>
              </a:tr>
              <a:tr h="944194">
                <a:tc>
                  <a:txBody>
                    <a:bodyPr/>
                    <a:lstStyle/>
                    <a:p>
                      <a:pPr algn="l" fontAlgn="t">
                        <a:buNone/>
                      </a:pPr>
                      <a:r>
                        <a:rPr lang="en-US" sz="1800">
                          <a:effectLst/>
                        </a:rPr>
                        <a:t>Calico</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Linux, Windows Server 2019, Windows Server 2022</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Azure CNI (Linux, Windows Server 2019, Windows Server 2022) and kubenet (Linux)</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Supports all policy types</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a:effectLst/>
                        </a:rPr>
                        <a:t>While Calico has many features that AKS doesn't block, AKS doesn't test or support them. For more information, see </a:t>
                      </a:r>
                      <a:r>
                        <a:rPr lang="en-US" sz="1800" u="none" strike="noStrike">
                          <a:solidFill>
                            <a:srgbClr val="0065B3"/>
                          </a:solidFill>
                          <a:effectLst/>
                          <a:hlinkClick r:id="rId5"/>
                        </a:rPr>
                        <a:t>Calico Network Policy issue</a:t>
                      </a:r>
                      <a:r>
                        <a:rPr lang="en-US" sz="1800">
                          <a:effectLst/>
                        </a:rPr>
                        <a:t>.</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tc>
                  <a:txBody>
                    <a:bodyPr/>
                    <a:lstStyle/>
                    <a:p>
                      <a:pPr algn="l" fontAlgn="t">
                        <a:buNone/>
                      </a:pPr>
                      <a:r>
                        <a:rPr lang="en-US" sz="1800" dirty="0">
                          <a:effectLst/>
                        </a:rPr>
                        <a:t>Azure support and engineering team</a:t>
                      </a:r>
                    </a:p>
                  </a:txBody>
                  <a:tcPr marL="49694" marR="49694" marT="24847" marB="24847">
                    <a:lnL w="10582" cap="flat" cmpd="sng" algn="ctr">
                      <a:solidFill>
                        <a:srgbClr val="D1D1D1"/>
                      </a:solidFill>
                      <a:prstDash val="solid"/>
                      <a:round/>
                      <a:headEnd type="none" w="med" len="med"/>
                      <a:tailEnd type="none" w="med" len="med"/>
                    </a:lnL>
                    <a:lnR w="10582" cap="flat" cmpd="sng" algn="ctr">
                      <a:solidFill>
                        <a:srgbClr val="D1D1D1"/>
                      </a:solidFill>
                      <a:prstDash val="solid"/>
                      <a:round/>
                      <a:headEnd type="none" w="med" len="med"/>
                      <a:tailEnd type="none" w="med" len="med"/>
                    </a:lnR>
                    <a:lnT w="10582" cap="flat" cmpd="sng" algn="ctr">
                      <a:solidFill>
                        <a:srgbClr val="D1D1D1"/>
                      </a:solidFill>
                      <a:prstDash val="solid"/>
                      <a:round/>
                      <a:headEnd type="none" w="med" len="med"/>
                      <a:tailEnd type="none" w="med" len="med"/>
                    </a:lnT>
                    <a:lnB w="10582" cap="flat" cmpd="sng" algn="ctr">
                      <a:solidFill>
                        <a:srgbClr val="D1D1D1"/>
                      </a:solidFill>
                      <a:prstDash val="solid"/>
                      <a:round/>
                      <a:headEnd type="none" w="med" len="med"/>
                      <a:tailEnd type="none" w="med" len="med"/>
                    </a:lnB>
                    <a:solidFill>
                      <a:srgbClr val="FFFFFF"/>
                    </a:solidFill>
                  </a:tcPr>
                </a:tc>
                <a:extLst>
                  <a:ext uri="{0D108BD9-81ED-4DB2-BD59-A6C34878D82A}">
                    <a16:rowId xmlns:a16="http://schemas.microsoft.com/office/drawing/2014/main" val="3225108245"/>
                  </a:ext>
                </a:extLst>
              </a:tr>
            </a:tbl>
          </a:graphicData>
        </a:graphic>
      </p:graphicFrame>
    </p:spTree>
    <p:extLst>
      <p:ext uri="{BB962C8B-B14F-4D97-AF65-F5344CB8AC3E}">
        <p14:creationId xmlns:p14="http://schemas.microsoft.com/office/powerpoint/2010/main" val="41086194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4D6CF36-9193-8F05-C35B-447DA5F8EEDE}"/>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F252346-E6B2-B70E-3EDD-05B265407C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0808A107-7ECB-F82A-0B78-CDFEB50FBB06}"/>
              </a:ext>
            </a:extLst>
          </p:cNvPr>
          <p:cNvSpPr>
            <a:spLocks noGrp="1"/>
          </p:cNvSpPr>
          <p:nvPr>
            <p:ph type="title"/>
          </p:nvPr>
        </p:nvSpPr>
        <p:spPr>
          <a:xfrm>
            <a:off x="838200" y="365125"/>
            <a:ext cx="10515600" cy="1325563"/>
          </a:xfrm>
        </p:spPr>
        <p:txBody>
          <a:bodyPr>
            <a:normAutofit/>
          </a:bodyPr>
          <a:lstStyle/>
          <a:p>
            <a:r>
              <a:rPr lang="en-US" sz="5400" dirty="0"/>
              <a:t>Network policy options in AKS</a:t>
            </a:r>
          </a:p>
        </p:txBody>
      </p:sp>
      <p:sp>
        <p:nvSpPr>
          <p:cNvPr id="13" name="sketch line">
            <a:extLst>
              <a:ext uri="{FF2B5EF4-FFF2-40B4-BE49-F238E27FC236}">
                <a16:creationId xmlns:a16="http://schemas.microsoft.com/office/drawing/2014/main" id="{5CDF8FE6-870D-11DC-9E17-8FD5B71B2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2424B2CF-A14A-FA6D-9B5B-E016D9C9C3D3}"/>
              </a:ext>
            </a:extLst>
          </p:cNvPr>
          <p:cNvPicPr>
            <a:picLocks noChangeAspect="1"/>
          </p:cNvPicPr>
          <p:nvPr/>
        </p:nvPicPr>
        <p:blipFill>
          <a:blip r:embed="rId3"/>
          <a:stretch>
            <a:fillRect/>
          </a:stretch>
        </p:blipFill>
        <p:spPr>
          <a:xfrm>
            <a:off x="1726398" y="1907495"/>
            <a:ext cx="8304291" cy="4637461"/>
          </a:xfrm>
          <a:prstGeom prst="rect">
            <a:avLst/>
          </a:prstGeom>
        </p:spPr>
      </p:pic>
    </p:spTree>
    <p:extLst>
      <p:ext uri="{BB962C8B-B14F-4D97-AF65-F5344CB8AC3E}">
        <p14:creationId xmlns:p14="http://schemas.microsoft.com/office/powerpoint/2010/main" val="4102811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DE916B-7905-BAD3-E256-96A78899EB4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11F0C2E-4F15-926F-1DEF-05DBF996D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E4E8325F-BDB3-0641-9AE3-58AC56B5CBC9}"/>
              </a:ext>
            </a:extLst>
          </p:cNvPr>
          <p:cNvSpPr>
            <a:spLocks noGrp="1"/>
          </p:cNvSpPr>
          <p:nvPr>
            <p:ph type="title"/>
          </p:nvPr>
        </p:nvSpPr>
        <p:spPr>
          <a:xfrm>
            <a:off x="838200" y="365125"/>
            <a:ext cx="10515600" cy="1325563"/>
          </a:xfrm>
        </p:spPr>
        <p:txBody>
          <a:bodyPr>
            <a:normAutofit/>
          </a:bodyPr>
          <a:lstStyle/>
          <a:p>
            <a:r>
              <a:rPr lang="en-US" sz="5400" dirty="0"/>
              <a:t>Network policy options in AKS</a:t>
            </a:r>
          </a:p>
        </p:txBody>
      </p:sp>
      <p:sp>
        <p:nvSpPr>
          <p:cNvPr id="13" name="sketch line">
            <a:extLst>
              <a:ext uri="{FF2B5EF4-FFF2-40B4-BE49-F238E27FC236}">
                <a16:creationId xmlns:a16="http://schemas.microsoft.com/office/drawing/2014/main" id="{4776670F-3000-6D5D-3784-6764F8930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sX0" fmla="*/ 0 w 10853928"/>
              <a:gd name="csY0" fmla="*/ 0 h 18288"/>
              <a:gd name="csX1" fmla="*/ 461292 w 10853928"/>
              <a:gd name="csY1" fmla="*/ 0 h 18288"/>
              <a:gd name="csX2" fmla="*/ 1139662 w 10853928"/>
              <a:gd name="csY2" fmla="*/ 0 h 18288"/>
              <a:gd name="csX3" fmla="*/ 1926572 w 10853928"/>
              <a:gd name="csY3" fmla="*/ 0 h 18288"/>
              <a:gd name="csX4" fmla="*/ 2279325 w 10853928"/>
              <a:gd name="csY4" fmla="*/ 0 h 18288"/>
              <a:gd name="csX5" fmla="*/ 2632078 w 10853928"/>
              <a:gd name="csY5" fmla="*/ 0 h 18288"/>
              <a:gd name="csX6" fmla="*/ 3527527 w 10853928"/>
              <a:gd name="csY6" fmla="*/ 0 h 18288"/>
              <a:gd name="csX7" fmla="*/ 4205897 w 10853928"/>
              <a:gd name="csY7" fmla="*/ 0 h 18288"/>
              <a:gd name="csX8" fmla="*/ 4558650 w 10853928"/>
              <a:gd name="csY8" fmla="*/ 0 h 18288"/>
              <a:gd name="csX9" fmla="*/ 5237020 w 10853928"/>
              <a:gd name="csY9" fmla="*/ 0 h 18288"/>
              <a:gd name="csX10" fmla="*/ 6132469 w 10853928"/>
              <a:gd name="csY10" fmla="*/ 0 h 18288"/>
              <a:gd name="csX11" fmla="*/ 6702301 w 10853928"/>
              <a:gd name="csY11" fmla="*/ 0 h 18288"/>
              <a:gd name="csX12" fmla="*/ 7272132 w 10853928"/>
              <a:gd name="csY12" fmla="*/ 0 h 18288"/>
              <a:gd name="csX13" fmla="*/ 7950502 w 10853928"/>
              <a:gd name="csY13" fmla="*/ 0 h 18288"/>
              <a:gd name="csX14" fmla="*/ 8737412 w 10853928"/>
              <a:gd name="csY14" fmla="*/ 0 h 18288"/>
              <a:gd name="csX15" fmla="*/ 9524322 w 10853928"/>
              <a:gd name="csY15" fmla="*/ 0 h 18288"/>
              <a:gd name="csX16" fmla="*/ 10853928 w 10853928"/>
              <a:gd name="csY16" fmla="*/ 0 h 18288"/>
              <a:gd name="csX17" fmla="*/ 10853928 w 10853928"/>
              <a:gd name="csY17" fmla="*/ 18288 h 18288"/>
              <a:gd name="csX18" fmla="*/ 10392636 w 10853928"/>
              <a:gd name="csY18" fmla="*/ 18288 h 18288"/>
              <a:gd name="csX19" fmla="*/ 9497187 w 10853928"/>
              <a:gd name="csY19" fmla="*/ 18288 h 18288"/>
              <a:gd name="csX20" fmla="*/ 8818817 w 10853928"/>
              <a:gd name="csY20" fmla="*/ 18288 h 18288"/>
              <a:gd name="csX21" fmla="*/ 8466064 w 10853928"/>
              <a:gd name="csY21" fmla="*/ 18288 h 18288"/>
              <a:gd name="csX22" fmla="*/ 7787693 w 10853928"/>
              <a:gd name="csY22" fmla="*/ 18288 h 18288"/>
              <a:gd name="csX23" fmla="*/ 7217862 w 10853928"/>
              <a:gd name="csY23" fmla="*/ 18288 h 18288"/>
              <a:gd name="csX24" fmla="*/ 6648031 w 10853928"/>
              <a:gd name="csY24" fmla="*/ 18288 h 18288"/>
              <a:gd name="csX25" fmla="*/ 6078200 w 10853928"/>
              <a:gd name="csY25" fmla="*/ 18288 h 18288"/>
              <a:gd name="csX26" fmla="*/ 5508368 w 10853928"/>
              <a:gd name="csY26" fmla="*/ 18288 h 18288"/>
              <a:gd name="csX27" fmla="*/ 4721459 w 10853928"/>
              <a:gd name="csY27" fmla="*/ 18288 h 18288"/>
              <a:gd name="csX28" fmla="*/ 4043088 w 10853928"/>
              <a:gd name="csY28" fmla="*/ 18288 h 18288"/>
              <a:gd name="csX29" fmla="*/ 3690336 w 10853928"/>
              <a:gd name="csY29" fmla="*/ 18288 h 18288"/>
              <a:gd name="csX30" fmla="*/ 3120504 w 10853928"/>
              <a:gd name="csY30" fmla="*/ 18288 h 18288"/>
              <a:gd name="csX31" fmla="*/ 2333595 w 10853928"/>
              <a:gd name="csY31" fmla="*/ 18288 h 18288"/>
              <a:gd name="csX32" fmla="*/ 1872303 w 10853928"/>
              <a:gd name="csY32" fmla="*/ 18288 h 18288"/>
              <a:gd name="csX33" fmla="*/ 976854 w 10853928"/>
              <a:gd name="csY33" fmla="*/ 18288 h 18288"/>
              <a:gd name="csX34" fmla="*/ 0 w 10853928"/>
              <a:gd name="csY34" fmla="*/ 18288 h 18288"/>
              <a:gd name="csX35" fmla="*/ 0 w 10853928"/>
              <a:gd name="csY35"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pic>
        <p:nvPicPr>
          <p:cNvPr id="5" name="Picture 4">
            <a:extLst>
              <a:ext uri="{FF2B5EF4-FFF2-40B4-BE49-F238E27FC236}">
                <a16:creationId xmlns:a16="http://schemas.microsoft.com/office/drawing/2014/main" id="{32930905-B334-CECC-959A-B522C3DEE443}"/>
              </a:ext>
            </a:extLst>
          </p:cNvPr>
          <p:cNvPicPr>
            <a:picLocks noChangeAspect="1"/>
          </p:cNvPicPr>
          <p:nvPr/>
        </p:nvPicPr>
        <p:blipFill>
          <a:blip r:embed="rId3"/>
          <a:stretch>
            <a:fillRect/>
          </a:stretch>
        </p:blipFill>
        <p:spPr>
          <a:xfrm>
            <a:off x="1726398" y="1907495"/>
            <a:ext cx="8304291" cy="4637461"/>
          </a:xfrm>
          <a:prstGeom prst="rect">
            <a:avLst/>
          </a:prstGeom>
        </p:spPr>
      </p:pic>
    </p:spTree>
    <p:extLst>
      <p:ext uri="{BB962C8B-B14F-4D97-AF65-F5344CB8AC3E}">
        <p14:creationId xmlns:p14="http://schemas.microsoft.com/office/powerpoint/2010/main" val="250771364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89575E1-3389-451A-A5F7-27854C25C5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A53CCC5C-D88E-40FB-B30B-23DCDBD0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Arc 2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354F4E26-D1F3-EC07-4782-463CFD06FAD1}"/>
              </a:ext>
            </a:extLst>
          </p:cNvPr>
          <p:cNvSpPr>
            <a:spLocks noGrp="1"/>
          </p:cNvSpPr>
          <p:nvPr>
            <p:ph idx="1"/>
          </p:nvPr>
        </p:nvSpPr>
        <p:spPr>
          <a:xfrm>
            <a:off x="4447308" y="591344"/>
            <a:ext cx="6906491" cy="5585619"/>
          </a:xfrm>
        </p:spPr>
        <p:txBody>
          <a:bodyPr anchor="ctr">
            <a:normAutofit/>
          </a:bodyPr>
          <a:lstStyle/>
          <a:p>
            <a:pPr marL="0" indent="0">
              <a:buNone/>
            </a:pPr>
            <a:r>
              <a:rPr lang="en-US"/>
              <a:t>Questions ?</a:t>
            </a:r>
          </a:p>
        </p:txBody>
      </p:sp>
    </p:spTree>
    <p:extLst>
      <p:ext uri="{BB962C8B-B14F-4D97-AF65-F5344CB8AC3E}">
        <p14:creationId xmlns:p14="http://schemas.microsoft.com/office/powerpoint/2010/main" val="19363687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8299C4-A57F-F76F-A252-0BDFCC66E676}"/>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79EAD09-A52B-3F40-20A0-992FD5B02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4293"/>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5" name="Rectangle 24">
            <a:extLst>
              <a:ext uri="{FF2B5EF4-FFF2-40B4-BE49-F238E27FC236}">
                <a16:creationId xmlns:a16="http://schemas.microsoft.com/office/drawing/2014/main" id="{E3C6766D-7230-6D6A-2178-AFEA6D3E88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4167268" cy="685800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Arc 25">
            <a:extLst>
              <a:ext uri="{FF2B5EF4-FFF2-40B4-BE49-F238E27FC236}">
                <a16:creationId xmlns:a16="http://schemas.microsoft.com/office/drawing/2014/main" id="{7098CF42-3639-BD0B-AB92-5E94C9F7FB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3" name="Content Placeholder 2">
            <a:extLst>
              <a:ext uri="{FF2B5EF4-FFF2-40B4-BE49-F238E27FC236}">
                <a16:creationId xmlns:a16="http://schemas.microsoft.com/office/drawing/2014/main" id="{19BE6953-44A8-E351-F8C5-9B2D6522B55D}"/>
              </a:ext>
            </a:extLst>
          </p:cNvPr>
          <p:cNvSpPr>
            <a:spLocks noGrp="1"/>
          </p:cNvSpPr>
          <p:nvPr>
            <p:ph idx="1"/>
          </p:nvPr>
        </p:nvSpPr>
        <p:spPr>
          <a:xfrm>
            <a:off x="4447308" y="591344"/>
            <a:ext cx="6906491" cy="5585619"/>
          </a:xfrm>
        </p:spPr>
        <p:txBody>
          <a:bodyPr anchor="ctr">
            <a:normAutofit/>
          </a:bodyPr>
          <a:lstStyle/>
          <a:p>
            <a:pPr marL="0" indent="0">
              <a:buNone/>
            </a:pPr>
            <a:r>
              <a:rPr lang="en-US" dirty="0"/>
              <a:t>Thank you</a:t>
            </a:r>
          </a:p>
        </p:txBody>
      </p:sp>
    </p:spTree>
    <p:extLst>
      <p:ext uri="{BB962C8B-B14F-4D97-AF65-F5344CB8AC3E}">
        <p14:creationId xmlns:p14="http://schemas.microsoft.com/office/powerpoint/2010/main" val="1409184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862</TotalTime>
  <Words>3034</Words>
  <Application>Microsoft Office PowerPoint</Application>
  <PresentationFormat>Widescreen</PresentationFormat>
  <Paragraphs>283</Paragraphs>
  <Slides>50</Slides>
  <Notes>34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50</vt:i4>
      </vt:variant>
    </vt:vector>
  </HeadingPairs>
  <TitlesOfParts>
    <vt:vector size="57" baseType="lpstr">
      <vt:lpstr>Aptos</vt:lpstr>
      <vt:lpstr>Aptos Display</vt:lpstr>
      <vt:lpstr>Arial</vt:lpstr>
      <vt:lpstr>Calibri</vt:lpstr>
      <vt:lpstr>Segoe UI</vt:lpstr>
      <vt:lpstr>Office Theme</vt:lpstr>
      <vt:lpstr>1_Office Theme</vt:lpstr>
      <vt:lpstr>AKS Workshop</vt:lpstr>
      <vt:lpstr>Networking</vt:lpstr>
      <vt:lpstr>Networking for applications in AKS</vt:lpstr>
      <vt:lpstr>Kubernetes Networking Basics</vt:lpstr>
      <vt:lpstr>Kubernetes Networking Basics</vt:lpstr>
      <vt:lpstr>Kubernetes Networking Basics</vt:lpstr>
      <vt:lpstr>Networking Basics</vt:lpstr>
      <vt:lpstr>DEMO</vt:lpstr>
      <vt:lpstr>AKS Container Network Interface (CNI) Networking</vt:lpstr>
      <vt:lpstr>CNI Overview</vt:lpstr>
      <vt:lpstr>Networking Models in AKS</vt:lpstr>
      <vt:lpstr>Overlay Network Model -default</vt:lpstr>
      <vt:lpstr>Flat Networks</vt:lpstr>
      <vt:lpstr>CNI Pod Subnet</vt:lpstr>
      <vt:lpstr>CNI Pod Subnet</vt:lpstr>
      <vt:lpstr>CNI  Networking (Pod Subnet)</vt:lpstr>
      <vt:lpstr>CNI Node Subnet (Legacy)</vt:lpstr>
      <vt:lpstr>CNI Node Subnet (Legacy)</vt:lpstr>
      <vt:lpstr>CNI Node Subnet (Legacy)</vt:lpstr>
      <vt:lpstr>CNI Node Subnet (Legacy)</vt:lpstr>
      <vt:lpstr>CNI  Networking (Legacy)</vt:lpstr>
      <vt:lpstr>kubenet</vt:lpstr>
      <vt:lpstr>kubenet Networking</vt:lpstr>
      <vt:lpstr>kubenet Networking</vt:lpstr>
      <vt:lpstr>kubenet Networking</vt:lpstr>
      <vt:lpstr>kubenet Networking</vt:lpstr>
      <vt:lpstr>kubenet Networking Limitations</vt:lpstr>
      <vt:lpstr>kubenet Networking Limitations</vt:lpstr>
      <vt:lpstr>kubenet Networking</vt:lpstr>
      <vt:lpstr>kubenet Networking</vt:lpstr>
      <vt:lpstr>Azure CNI Overlay</vt:lpstr>
      <vt:lpstr>CNI Overlay Networking</vt:lpstr>
      <vt:lpstr>CNI Overlay Networking</vt:lpstr>
      <vt:lpstr>CNI Overlay Networking</vt:lpstr>
      <vt:lpstr>CNI Overlay Networking</vt:lpstr>
      <vt:lpstr>CNI Overlay Networking</vt:lpstr>
      <vt:lpstr>CNI Overlay Networking</vt:lpstr>
      <vt:lpstr>CNI Overlay Networking</vt:lpstr>
      <vt:lpstr>CNI Overlay &amp; kubenet specifications</vt:lpstr>
      <vt:lpstr>IP Address Availability</vt:lpstr>
      <vt:lpstr>Choose a network model to use</vt:lpstr>
      <vt:lpstr>Choosing a CNI plugin</vt:lpstr>
      <vt:lpstr>Network Policies</vt:lpstr>
      <vt:lpstr>Overview of Network Policy</vt:lpstr>
      <vt:lpstr>Network policy options in AKS</vt:lpstr>
      <vt:lpstr>Network policy options in AKS</vt:lpstr>
      <vt:lpstr>Network policy options in AKS</vt:lpstr>
      <vt:lpstr>Network policy options in AKS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Faik Hakan Bilgen</dc:creator>
  <cp:lastModifiedBy>Faik Hakan Bilgen</cp:lastModifiedBy>
  <cp:revision>1</cp:revision>
  <dcterms:created xsi:type="dcterms:W3CDTF">2026-02-01T11:40:26Z</dcterms:created>
  <dcterms:modified xsi:type="dcterms:W3CDTF">2026-02-04T06:52:43Z</dcterms:modified>
</cp:coreProperties>
</file>