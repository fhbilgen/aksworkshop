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2"/>
  </p:notesMasterIdLst>
  <p:sldIdLst>
    <p:sldId id="256" r:id="rId3"/>
    <p:sldId id="282" r:id="rId4"/>
    <p:sldId id="274" r:id="rId5"/>
    <p:sldId id="337" r:id="rId6"/>
    <p:sldId id="336" r:id="rId7"/>
    <p:sldId id="338" r:id="rId8"/>
    <p:sldId id="279" r:id="rId9"/>
    <p:sldId id="334" r:id="rId10"/>
    <p:sldId id="33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B96E70-969F-46D9-AD3D-3D2BF050D83C}" v="14" dt="2026-02-01T12:03:25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ik bilgen" userId="9fcb1696e65a161f" providerId="LiveId" clId="{0C3A4C9E-717D-4ADE-97E0-B0AD580B3355}"/>
    <pc:docChg chg="undo custSel addSld modSld sldOrd">
      <pc:chgData name="faik bilgen" userId="9fcb1696e65a161f" providerId="LiveId" clId="{0C3A4C9E-717D-4ADE-97E0-B0AD580B3355}" dt="2026-02-01T12:04:21.006" v="91" actId="113"/>
      <pc:docMkLst>
        <pc:docMk/>
      </pc:docMkLst>
      <pc:sldChg chg="add">
        <pc:chgData name="faik bilgen" userId="9fcb1696e65a161f" providerId="LiveId" clId="{0C3A4C9E-717D-4ADE-97E0-B0AD580B3355}" dt="2026-02-01T11:40:56.469" v="0"/>
        <pc:sldMkLst>
          <pc:docMk/>
          <pc:sldMk cId="1785283873" sldId="256"/>
        </pc:sldMkLst>
      </pc:sldChg>
      <pc:sldChg chg="modSp add mod modNotesTx">
        <pc:chgData name="faik bilgen" userId="9fcb1696e65a161f" providerId="LiveId" clId="{0C3A4C9E-717D-4ADE-97E0-B0AD580B3355}" dt="2026-02-01T11:55:38.686" v="54"/>
        <pc:sldMkLst>
          <pc:docMk/>
          <pc:sldMk cId="612358189" sldId="274"/>
        </pc:sldMkLst>
        <pc:spChg chg="mod">
          <ac:chgData name="faik bilgen" userId="9fcb1696e65a161f" providerId="LiveId" clId="{0C3A4C9E-717D-4ADE-97E0-B0AD580B3355}" dt="2026-02-01T11:49:32.763" v="16" actId="27636"/>
          <ac:spMkLst>
            <pc:docMk/>
            <pc:sldMk cId="612358189" sldId="274"/>
            <ac:spMk id="2" creationId="{CC9149DD-8BB7-1EAE-4C79-A44E2E30068A}"/>
          </ac:spMkLst>
        </pc:spChg>
        <pc:spChg chg="mod">
          <ac:chgData name="faik bilgen" userId="9fcb1696e65a161f" providerId="LiveId" clId="{0C3A4C9E-717D-4ADE-97E0-B0AD580B3355}" dt="2026-02-01T11:52:00.932" v="30" actId="113"/>
          <ac:spMkLst>
            <pc:docMk/>
            <pc:sldMk cId="612358189" sldId="274"/>
            <ac:spMk id="3" creationId="{3832FE40-9216-3877-8297-23F75598F452}"/>
          </ac:spMkLst>
        </pc:spChg>
      </pc:sldChg>
      <pc:sldChg chg="add">
        <pc:chgData name="faik bilgen" userId="9fcb1696e65a161f" providerId="LiveId" clId="{0C3A4C9E-717D-4ADE-97E0-B0AD580B3355}" dt="2026-02-01T11:56:00.452" v="56"/>
        <pc:sldMkLst>
          <pc:docMk/>
          <pc:sldMk cId="2540744057" sldId="279"/>
        </pc:sldMkLst>
      </pc:sldChg>
      <pc:sldChg chg="modSp add mod">
        <pc:chgData name="faik bilgen" userId="9fcb1696e65a161f" providerId="LiveId" clId="{0C3A4C9E-717D-4ADE-97E0-B0AD580B3355}" dt="2026-02-01T11:41:06.538" v="10" actId="20577"/>
        <pc:sldMkLst>
          <pc:docMk/>
          <pc:sldMk cId="4292313360" sldId="282"/>
        </pc:sldMkLst>
        <pc:spChg chg="mod">
          <ac:chgData name="faik bilgen" userId="9fcb1696e65a161f" providerId="LiveId" clId="{0C3A4C9E-717D-4ADE-97E0-B0AD580B3355}" dt="2026-02-01T11:41:06.538" v="10" actId="20577"/>
          <ac:spMkLst>
            <pc:docMk/>
            <pc:sldMk cId="4292313360" sldId="282"/>
            <ac:spMk id="2" creationId="{DD27CCCF-AE7A-25E7-BFFF-0DA25929D339}"/>
          </ac:spMkLst>
        </pc:spChg>
      </pc:sldChg>
      <pc:sldChg chg="add">
        <pc:chgData name="faik bilgen" userId="9fcb1696e65a161f" providerId="LiveId" clId="{0C3A4C9E-717D-4ADE-97E0-B0AD580B3355}" dt="2026-02-01T11:41:20.173" v="11"/>
        <pc:sldMkLst>
          <pc:docMk/>
          <pc:sldMk cId="1936368771" sldId="334"/>
        </pc:sldMkLst>
      </pc:sldChg>
      <pc:sldChg chg="add">
        <pc:chgData name="faik bilgen" userId="9fcb1696e65a161f" providerId="LiveId" clId="{0C3A4C9E-717D-4ADE-97E0-B0AD580B3355}" dt="2026-02-01T11:41:20.173" v="11"/>
        <pc:sldMkLst>
          <pc:docMk/>
          <pc:sldMk cId="1409184322" sldId="335"/>
        </pc:sldMkLst>
      </pc:sldChg>
      <pc:sldChg chg="modSp add mod modNotesTx">
        <pc:chgData name="faik bilgen" userId="9fcb1696e65a161f" providerId="LiveId" clId="{0C3A4C9E-717D-4ADE-97E0-B0AD580B3355}" dt="2026-02-01T11:59:05.750" v="82" actId="113"/>
        <pc:sldMkLst>
          <pc:docMk/>
          <pc:sldMk cId="3271061646" sldId="336"/>
        </pc:sldMkLst>
        <pc:spChg chg="mod">
          <ac:chgData name="faik bilgen" userId="9fcb1696e65a161f" providerId="LiveId" clId="{0C3A4C9E-717D-4ADE-97E0-B0AD580B3355}" dt="2026-02-01T11:54:59.428" v="49" actId="20577"/>
          <ac:spMkLst>
            <pc:docMk/>
            <pc:sldMk cId="3271061646" sldId="336"/>
            <ac:spMk id="2" creationId="{87B8481D-78BF-3FAE-A093-7B7D52B15AEA}"/>
          </ac:spMkLst>
        </pc:spChg>
        <pc:spChg chg="mod">
          <ac:chgData name="faik bilgen" userId="9fcb1696e65a161f" providerId="LiveId" clId="{0C3A4C9E-717D-4ADE-97E0-B0AD580B3355}" dt="2026-02-01T11:59:05.750" v="82" actId="113"/>
          <ac:spMkLst>
            <pc:docMk/>
            <pc:sldMk cId="3271061646" sldId="336"/>
            <ac:spMk id="3" creationId="{A5A6B60B-DBBC-2739-752F-6FDD9AA89A87}"/>
          </ac:spMkLst>
        </pc:spChg>
      </pc:sldChg>
      <pc:sldChg chg="modSp add mod ord modNotesTx">
        <pc:chgData name="faik bilgen" userId="9fcb1696e65a161f" providerId="LiveId" clId="{0C3A4C9E-717D-4ADE-97E0-B0AD580B3355}" dt="2026-02-01T11:58:13.067" v="72" actId="113"/>
        <pc:sldMkLst>
          <pc:docMk/>
          <pc:sldMk cId="2287551965" sldId="337"/>
        </pc:sldMkLst>
        <pc:spChg chg="mod">
          <ac:chgData name="faik bilgen" userId="9fcb1696e65a161f" providerId="LiveId" clId="{0C3A4C9E-717D-4ADE-97E0-B0AD580B3355}" dt="2026-02-01T11:58:13.067" v="72" actId="113"/>
          <ac:spMkLst>
            <pc:docMk/>
            <pc:sldMk cId="2287551965" sldId="337"/>
            <ac:spMk id="3" creationId="{E07BABDB-4407-E86C-6FB3-5E7A8C25C451}"/>
          </ac:spMkLst>
        </pc:spChg>
      </pc:sldChg>
      <pc:sldChg chg="modSp add mod modNotesTx">
        <pc:chgData name="faik bilgen" userId="9fcb1696e65a161f" providerId="LiveId" clId="{0C3A4C9E-717D-4ADE-97E0-B0AD580B3355}" dt="2026-02-01T12:04:21.006" v="91" actId="113"/>
        <pc:sldMkLst>
          <pc:docMk/>
          <pc:sldMk cId="3517484827" sldId="338"/>
        </pc:sldMkLst>
        <pc:spChg chg="mod">
          <ac:chgData name="faik bilgen" userId="9fcb1696e65a161f" providerId="LiveId" clId="{0C3A4C9E-717D-4ADE-97E0-B0AD580B3355}" dt="2026-02-01T12:04:21.006" v="91" actId="113"/>
          <ac:spMkLst>
            <pc:docMk/>
            <pc:sldMk cId="3517484827" sldId="338"/>
            <ac:spMk id="3" creationId="{D5099ADD-E2F5-9471-6B1A-91CF9AEA4BD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308A92-B98F-4EFC-AFB3-8EC3A22CF98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5A177-4F81-46F5-8B40-3F72A2FB8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977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https://learn.microsoft.com/en-us/azure/aks/concepts-network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5A177-4F81-46F5-8B40-3F72A2FB8C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2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https://learn.microsoft.com/en-us/azure/aks/concepts-network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5A177-4F81-46F5-8B40-3F72A2FB8C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012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https://learn.microsoft.com/en-us/azure/aks/concepts-network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5A177-4F81-46F5-8B40-3F72A2FB8C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4417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https://learn.microsoft.com/en-us/azure/aks/concepts-network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5A177-4F81-46F5-8B40-3F72A2FB8C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227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84594-992E-2ED1-444D-22009BAE8B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3909CA-BD99-DAE6-9791-6FF4CC783C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25BE7-3AED-99D2-D3DC-3DB3E58D3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78078-0A70-C51D-06D0-E51954D5A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4E2F39-072A-5BDC-1233-97D8BA7AD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0335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094B-8753-9A18-1688-CE03A0F4D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8B1EA-B04B-4F99-7E50-E81FFD187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801E5-91DD-5F54-2B2E-916E84FE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60AAA-595A-1BDB-3D85-0CE1D46A9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8BEE1C-0082-9E2C-01ED-253F68997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233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9BAC1-3730-51EF-C3D2-D0AE4FA62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F5436F-D398-F990-39AA-66B1E5A79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2D5065-14B1-F1B7-F4FF-A5608A00E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AC3A9-3745-FEEC-7CF3-ADDC6B38D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E9AC1-1835-0ECA-FB55-9C0EEAC26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5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C41CF-5858-EE15-E1DA-CE116602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6F7E6-728B-2285-EDA7-2E14D5B651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84652E-40B8-D61A-9D4C-127531DDA8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81196-19C0-8AE9-6718-690687DCD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AC52AD-F92C-3C4C-A865-39C74827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766194-F1F3-8524-004A-DC9C864BB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602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18EEC-8D1D-1B9F-56D2-5F601BD82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C17386-4BB2-61A6-124D-B7D82CEAE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D9B975-B98F-6D2C-B063-B8F821CCD0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F5308C-8B0D-04D3-002A-23449E5CEB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F21780-5E01-35AE-0DBC-1CA5851593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B96E31-34F3-42A8-56D8-BE54B4AD2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185DBB-5ADB-C40F-4575-81A8B315D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2DC007-5299-A780-21F3-565D374E7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279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ED133-FE34-68EC-BDFE-746CDA7E1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435F77-A3D2-53D7-78FF-8AFEC6680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253006-AFAF-98F5-ED47-274D117F1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5417D-F851-DFF8-B6D8-44F863E21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2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601CE-BDD5-97CF-DB1F-746605D82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E5F205-34EB-7FC3-0C2E-0011F8E85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49BD2-B179-7586-1E4D-40CB3458A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84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588AF-3293-B28B-7A73-EB1BF7415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BD22A-8A9B-4455-0C90-0C18BC9CC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1A379-0A36-1DF0-2CAC-792B4E78A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4237A0-3103-3A04-F07A-CC8281C5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E84E8-F1B1-CC00-CD12-C7BCDBA04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2E265-E7C3-64DF-D381-15F2DD70A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212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2CE71-A077-18B9-0554-758A2C0F5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968985-C580-EE11-D4DC-1E9B692007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F6B4C0-7A57-07E9-72CC-D3E69476F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24ADCB-F261-133D-1DA7-07C171683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FB622-2B23-9001-ABBF-4868132A2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B75962-1823-28AD-9A3B-63746B20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96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A5131-BCEF-CB36-0EC3-7809FE308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BF05C5-682D-63B3-E005-7072FAA90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AC265-0C1B-9EFB-AE6A-1DA20C2CF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4A261-5C24-30F2-D8CE-C45500E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ACD250-C8E7-E438-72F6-F1E77E26F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3075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5451A6-A335-4570-7A0F-67043220A1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DF9C9A-75ED-F729-A616-ECF3E6DC47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075AF-9088-B6F9-F7BA-78AEF89F2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C500BD-3227-F9C6-DC49-7F2BFADDE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9782E-6557-82C2-6666-DC7801FD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1018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7A376-8521-6577-2D07-990054A88E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01D1AD-C5AE-D5D5-8AEB-3CF00915DA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218E4-0D79-BDF6-8381-F4230E4C1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1445C-3C43-0979-3BC3-3C50A3764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8579E-F99E-72F7-92FC-E65D1F06D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7206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A3A46-966F-0889-0D6C-46EF223F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90CF1-7AE8-CB01-72A6-3E5EC146C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82178-CB10-3C0D-9F26-FF03AA7D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6E56D-AAF0-53B1-2EB3-2B05DB7BE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8C5A6-8A41-BFE5-5181-AD86B0150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1833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4A1F-F392-185D-224B-A830DD235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378F9-DE95-A055-2AC6-E7157142E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3784-AC7B-9035-BD5F-CA457D8D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98C38-8659-E5D3-AA01-9DBE632E3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600AF-5C3D-1998-F8D6-2A1AD0195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18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FF7E-5293-08F1-D9A1-3A1680CEE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6F6F1-FDCC-6B3B-E060-DBA64E0B8A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95A3E-2804-E8CE-36A7-16F0D67A0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2C1A7-880C-CD35-6519-B44C1C001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7389A-7BA7-00F2-9F0C-3FF625C3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9FFEB-E07F-475A-DC43-D784B049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177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5AF15-66DF-0200-BF84-20E7FCAE1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C9DF7-FFE2-ACA5-598F-2E8D05F024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1AC6B-6EB4-8880-6CF2-B757060F0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F57C6A-70C4-5D49-7AA6-6162923068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BEDBF-9DCC-3C70-9011-CC3E8927C1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2DCA26-C658-60E2-1424-45272CAB1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DD7996-8661-7137-DBB1-48A6E8A73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E27E70-8897-E13C-10F1-24FFB6B1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2476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E71C0-5D8F-1D28-606D-4024F95F3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450D43-A793-90E4-6A35-09A203BFF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43902-4D2D-7893-9F50-76AD33027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0BBF6F-A580-C66C-7FD8-0CD657578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0662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9A4C65-793A-0452-3B22-EF9BAA6AB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B1979F-ACA8-3AB5-9C5B-FFA463C1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4F9D8-209E-4082-0939-7461D157A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37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90A0C-21B5-5B1E-1A71-72C64E1C5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10992-4A91-CA9A-6790-69C97B74C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D8F628-8009-4622-AD04-87974ADF9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9F7B8-21E1-FDBD-DF34-35B77CC99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FEC55-0B6B-4ADF-137A-EDE9BBC3C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617AA9-A09D-95A1-845A-002841584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6947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A1C2-1457-BA97-E02B-7478A5F75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5BB29C-956B-CB9A-82C7-D1A75368EA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1E78F4-29DC-15C6-EB91-0CB176A9F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62D2E-911E-E254-4D20-F879D0105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72F32-771C-2443-DCDF-49353E280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3AD2F7-6465-65FF-9CBC-7F6BF4705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102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E70-A6AC-9EA6-A861-3E9FAA9E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81546D-E49F-3CBD-23CB-6B06B2C4F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91AD8-77DA-E023-CE62-8DB5F66E0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C62C2-A50D-B686-F94E-63E71CD7A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FBBC1-AC3E-2F70-80F3-F31F052F8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281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98C326-4850-1342-F77B-8A9CFA2B5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17BE1D-65FF-135C-6662-09A7BCF03C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94B37-9ED6-9087-1C2A-E654A453F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920E9-EEE5-167B-DD70-3972F6A3C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2915-24C5-13A7-5B23-4A192DA24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312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A2D9B1-0C51-826E-EF55-AD1B5CEF8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AAD16-C008-67A3-489E-A6B990932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39488-DCC2-AB83-B528-74FE108A36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CC0EA2-B25A-4ADA-B504-AB404FE4BF8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44D4A-B9B6-6672-B61B-1E864262F8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71B53-6614-462D-B49C-B136F9E11E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52F2E7-2823-408A-8B63-415194F4DD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385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10354D-51EE-E6D6-CC86-FEEF104B1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5FF8-2273-6FDB-FD37-C132E518F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069AE-095C-7EFB-19E6-EB28335555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3A893-A31D-AEFC-084A-9F7122082C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53884-7504-3E14-2818-7885D9532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642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92AE-673E-92C5-303F-25E8450BD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AKS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0EBB44-02B4-0E0C-DADA-EC740183DF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Faik Hakan Bilgen, </a:t>
            </a:r>
          </a:p>
          <a:p>
            <a:r>
              <a:rPr lang="en-US" dirty="0"/>
              <a:t>Sr. CSA, Microsoft</a:t>
            </a:r>
          </a:p>
        </p:txBody>
      </p:sp>
    </p:spTree>
    <p:extLst>
      <p:ext uri="{BB962C8B-B14F-4D97-AF65-F5344CB8AC3E}">
        <p14:creationId xmlns:p14="http://schemas.microsoft.com/office/powerpoint/2010/main" val="1785283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5C7DB3-6261-13BA-CFB6-51B82A8A7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EA9B969-ADD1-69B6-086B-02182DCFD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40BBD310-98A1-006F-FA3E-62BF86561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9D7232A9-8766-5242-39EC-AD57E25F1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27CCCF-AE7A-25E7-BFFF-0DA2592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Networking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43F645-2985-4A7F-5C56-219710EC8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2313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9149DD-8BB7-1EAE-4C79-A44E2E300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Networking for applications in AKS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2FE40-9216-3877-8297-23F75598F4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774"/>
            <a:ext cx="10515600" cy="4251960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You can </a:t>
            </a:r>
            <a:r>
              <a:rPr lang="en-US" sz="2400" b="1" dirty="0"/>
              <a:t>connect</a:t>
            </a:r>
            <a:r>
              <a:rPr lang="en-US" sz="2400" dirty="0"/>
              <a:t> to and </a:t>
            </a:r>
            <a:r>
              <a:rPr lang="en-US" sz="2400" b="1" dirty="0"/>
              <a:t>expose</a:t>
            </a:r>
            <a:r>
              <a:rPr lang="en-US" sz="2400" dirty="0"/>
              <a:t> applications </a:t>
            </a:r>
            <a:r>
              <a:rPr lang="en-US" sz="2400" b="1" dirty="0"/>
              <a:t>internally</a:t>
            </a:r>
            <a:r>
              <a:rPr lang="en-US" sz="2400" dirty="0"/>
              <a:t> or </a:t>
            </a:r>
            <a:r>
              <a:rPr lang="en-US" sz="2400" b="1" dirty="0"/>
              <a:t>externally</a:t>
            </a:r>
            <a:r>
              <a:rPr lang="en-US" sz="24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You can build </a:t>
            </a:r>
            <a:r>
              <a:rPr lang="en-US" sz="2400" b="1" dirty="0"/>
              <a:t>highly available </a:t>
            </a:r>
            <a:r>
              <a:rPr lang="en-US" sz="2400" dirty="0"/>
              <a:t>applications by load balancing your applications.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You can </a:t>
            </a:r>
            <a:r>
              <a:rPr lang="en-US" sz="2400" b="1" dirty="0"/>
              <a:t>restrict</a:t>
            </a:r>
            <a:r>
              <a:rPr lang="en-US" sz="2400" dirty="0"/>
              <a:t> the flow of network </a:t>
            </a:r>
            <a:r>
              <a:rPr lang="en-US" sz="2400" b="1" dirty="0"/>
              <a:t>traffic</a:t>
            </a:r>
            <a:r>
              <a:rPr lang="en-US" sz="2400" dirty="0"/>
              <a:t> into or between </a:t>
            </a:r>
            <a:r>
              <a:rPr lang="en-US" sz="2400" b="1" dirty="0"/>
              <a:t>pods</a:t>
            </a:r>
            <a:r>
              <a:rPr lang="en-US" sz="2400" dirty="0"/>
              <a:t> and </a:t>
            </a:r>
            <a:r>
              <a:rPr lang="en-US" sz="2400" b="1" dirty="0"/>
              <a:t>nodes</a:t>
            </a:r>
            <a:r>
              <a:rPr lang="en-US" sz="2400" dirty="0"/>
              <a:t> to improve security.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You can </a:t>
            </a:r>
            <a:r>
              <a:rPr lang="en-US" sz="2400" b="1" dirty="0"/>
              <a:t>configure</a:t>
            </a:r>
            <a:r>
              <a:rPr lang="en-US" sz="2400" dirty="0"/>
              <a:t> </a:t>
            </a:r>
            <a:r>
              <a:rPr lang="en-US" sz="2400" b="1" dirty="0"/>
              <a:t>Ingress</a:t>
            </a:r>
            <a:r>
              <a:rPr lang="en-US" sz="2400" dirty="0"/>
              <a:t> traffic for SSL/TLS termination or routing of multiple components for your more complex applications.</a:t>
            </a:r>
          </a:p>
        </p:txBody>
      </p:sp>
    </p:spTree>
    <p:extLst>
      <p:ext uri="{BB962C8B-B14F-4D97-AF65-F5344CB8AC3E}">
        <p14:creationId xmlns:p14="http://schemas.microsoft.com/office/powerpoint/2010/main" val="612358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DB0F9D-A334-B3CC-8444-0C3E945F3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D2C040A-1BA7-89AC-75A3-C4EB4D700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0FB430-FAF0-D303-F34B-6A1AEC1B0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Kubernetes Networking Basics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06A3664F-71F2-D012-DD22-332A321E2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BABDB-4407-E86C-6FB3-5E7A8C25C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77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Kubernetes nodes and virtual network:</a:t>
            </a:r>
            <a:r>
              <a:rPr lang="en-US" dirty="0"/>
              <a:t> Kubernetes nodes are connected to a virtual network. This setup enables pods to have both inbound and outbound connectivity.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Kube-proxy component:</a:t>
            </a:r>
            <a:r>
              <a:rPr lang="en-US" dirty="0"/>
              <a:t> </a:t>
            </a:r>
            <a:r>
              <a:rPr lang="en-US" dirty="0" err="1"/>
              <a:t>kube</a:t>
            </a:r>
            <a:r>
              <a:rPr lang="en-US" dirty="0"/>
              <a:t>-proxy runs on each node and is responsible for providing the necessary network features.</a:t>
            </a:r>
          </a:p>
        </p:txBody>
      </p:sp>
    </p:spTree>
    <p:extLst>
      <p:ext uri="{BB962C8B-B14F-4D97-AF65-F5344CB8AC3E}">
        <p14:creationId xmlns:p14="http://schemas.microsoft.com/office/powerpoint/2010/main" val="2287551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04599-4481-6F6F-8FA6-966CF961D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EBFB2B8-2E21-0A2D-B995-F708A8D60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B8481D-78BF-3FAE-A093-7B7D52B1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Kubernetes Networking Basics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1D5AC8A-A1DB-0888-F892-4C6665754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6B60B-DBBC-2739-752F-6FDD9AA89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77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Load balancer:</a:t>
            </a:r>
            <a:r>
              <a:rPr lang="en-US" dirty="0"/>
              <a:t> You can use a load balancer to distribute network traffic evenly across various resources.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Ingress controllers: </a:t>
            </a:r>
            <a:r>
              <a:rPr lang="en-US" dirty="0"/>
              <a:t>These facilitate Layer 7 routing, which is essential for directing application traffic.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Egress traffic control: </a:t>
            </a:r>
            <a:r>
              <a:rPr lang="en-US" dirty="0"/>
              <a:t>Kubernetes allows you to manage and control outbound traffic from cluster nodes.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b="1" dirty="0"/>
              <a:t>Network policies: </a:t>
            </a:r>
            <a:r>
              <a:rPr lang="en-US" dirty="0"/>
              <a:t>These policies enable security measures and filtering for network traffic in pods. </a:t>
            </a:r>
          </a:p>
        </p:txBody>
      </p:sp>
    </p:spTree>
    <p:extLst>
      <p:ext uri="{BB962C8B-B14F-4D97-AF65-F5344CB8AC3E}">
        <p14:creationId xmlns:p14="http://schemas.microsoft.com/office/powerpoint/2010/main" val="3271061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87208F-0D83-F84C-29E3-AA1C6B29A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24D5707-7A30-DC0C-DD2C-51EEF9F0EC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05C2B5-04CD-30A2-F79E-13F5838AB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Kubernetes Networking Basics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233746C-4BD2-29D3-9370-83F4E47A7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99ADD-E2F5-9471-6B1A-91CF9AEA4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77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dirty="0"/>
              <a:t>Azure streamlines </a:t>
            </a:r>
            <a:r>
              <a:rPr lang="en-US" b="1" dirty="0"/>
              <a:t>virtual networking </a:t>
            </a:r>
            <a:r>
              <a:rPr lang="en-US" dirty="0"/>
              <a:t>for AKS clusters.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dirty="0"/>
              <a:t>Creating a Kubernetes load balancer on Azure simultaneously sets up the corresponding </a:t>
            </a:r>
            <a:r>
              <a:rPr lang="en-US" b="1" dirty="0"/>
              <a:t>Azure load balancer </a:t>
            </a:r>
            <a:r>
              <a:rPr lang="en-US" dirty="0"/>
              <a:t>resource.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dirty="0"/>
              <a:t>As you open network ports to pods, Azure automatically configures the necessary </a:t>
            </a:r>
            <a:r>
              <a:rPr lang="en-US" b="1" dirty="0"/>
              <a:t>network security group </a:t>
            </a:r>
            <a:r>
              <a:rPr lang="en-US" dirty="0"/>
              <a:t>rules.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dirty="0"/>
              <a:t>Azure can also manage external DNS configurations for HTTP application routing as new </a:t>
            </a:r>
            <a:r>
              <a:rPr lang="en-US" b="1" dirty="0"/>
              <a:t>Ingress routes </a:t>
            </a:r>
            <a:r>
              <a:rPr lang="en-US" dirty="0"/>
              <a:t>are established.</a:t>
            </a:r>
          </a:p>
        </p:txBody>
      </p:sp>
    </p:spTree>
    <p:extLst>
      <p:ext uri="{BB962C8B-B14F-4D97-AF65-F5344CB8AC3E}">
        <p14:creationId xmlns:p14="http://schemas.microsoft.com/office/powerpoint/2010/main" val="3517484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108BA-CE66-2908-88CD-284D3F554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0EBD9-543C-DF01-01FB-128713202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Creating Node Pools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0744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F4E26-D1F3-EC07-4782-463CFD06F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1936368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8299C4-A57F-F76F-A252-0BDFCC66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79EAD09-A52B-3F40-20A0-992FD5B02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3C6766D-7230-6D6A-2178-AFEA6D3E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7098CF42-3639-BD0B-AB92-5E94C9F7F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E6953-44A8-E351-F8C5-9B2D6522B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409184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334</Words>
  <Application>Microsoft Office PowerPoint</Application>
  <PresentationFormat>Widescreen</PresentationFormat>
  <Paragraphs>34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1_Office Theme</vt:lpstr>
      <vt:lpstr>AKS Workshop</vt:lpstr>
      <vt:lpstr>Networking</vt:lpstr>
      <vt:lpstr>Networking for applications in AKS</vt:lpstr>
      <vt:lpstr>Kubernetes Networking Basics</vt:lpstr>
      <vt:lpstr>Kubernetes Networking Basics</vt:lpstr>
      <vt:lpstr>Kubernetes Networking Basics</vt:lpstr>
      <vt:lpstr>DEMO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Faik Hakan Bilgen</dc:creator>
  <cp:lastModifiedBy>Faik Hakan Bilgen</cp:lastModifiedBy>
  <cp:revision>1</cp:revision>
  <dcterms:created xsi:type="dcterms:W3CDTF">2026-02-01T11:40:26Z</dcterms:created>
  <dcterms:modified xsi:type="dcterms:W3CDTF">2026-02-01T12:04:23Z</dcterms:modified>
</cp:coreProperties>
</file>