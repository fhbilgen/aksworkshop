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82" r:id="rId3"/>
    <p:sldId id="283" r:id="rId4"/>
    <p:sldId id="337" r:id="rId5"/>
    <p:sldId id="338" r:id="rId6"/>
    <p:sldId id="340" r:id="rId7"/>
    <p:sldId id="342" r:id="rId8"/>
    <p:sldId id="343" r:id="rId9"/>
    <p:sldId id="344" r:id="rId10"/>
    <p:sldId id="345" r:id="rId11"/>
    <p:sldId id="346" r:id="rId12"/>
    <p:sldId id="347" r:id="rId13"/>
    <p:sldId id="279" r:id="rId14"/>
    <p:sldId id="349" r:id="rId15"/>
    <p:sldId id="350" r:id="rId16"/>
    <p:sldId id="351" r:id="rId17"/>
    <p:sldId id="352" r:id="rId18"/>
    <p:sldId id="353" r:id="rId19"/>
    <p:sldId id="354" r:id="rId20"/>
    <p:sldId id="355" r:id="rId21"/>
    <p:sldId id="356" r:id="rId22"/>
    <p:sldId id="365" r:id="rId23"/>
    <p:sldId id="357" r:id="rId24"/>
    <p:sldId id="358" r:id="rId25"/>
    <p:sldId id="359" r:id="rId26"/>
    <p:sldId id="360" r:id="rId27"/>
    <p:sldId id="361" r:id="rId28"/>
    <p:sldId id="362" r:id="rId29"/>
    <p:sldId id="363" r:id="rId30"/>
    <p:sldId id="364" r:id="rId31"/>
    <p:sldId id="334" r:id="rId32"/>
    <p:sldId id="33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A1915-CA71-4F43-B1C7-7BA77CA30EDA}" v="101" dt="2026-01-19T13:08:27.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15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1-19T13:31:06.491" v="5582" actId="20577"/>
      <pc:docMkLst>
        <pc:docMk/>
      </pc:docMkLst>
      <pc:sldChg chg="modSp add mod ord">
        <pc:chgData name="faik bilgen" userId="9fcb1696e65a161f" providerId="LiveId" clId="{0C3A4C9E-717D-4ADE-97E0-B0AD580B3355}" dt="2026-01-18T12:11:24.596" v="4939"/>
        <pc:sldMkLst>
          <pc:docMk/>
          <pc:sldMk cId="2540744057" sldId="279"/>
        </pc:sldMkLst>
        <pc:spChg chg="mod">
          <ac:chgData name="faik bilgen" userId="9fcb1696e65a161f" providerId="LiveId" clId="{0C3A4C9E-717D-4ADE-97E0-B0AD580B3355}" dt="2026-01-18T12:11:24.596" v="4939"/>
          <ac:spMkLst>
            <pc:docMk/>
            <pc:sldMk cId="2540744057" sldId="279"/>
            <ac:spMk id="3" creationId="{ABE0EBD9-543C-DF01-01FB-128713202535}"/>
          </ac:spMkLst>
        </pc:spChg>
      </pc:sldChg>
      <pc:sldChg chg="modSp mod">
        <pc:chgData name="faik bilgen" userId="9fcb1696e65a161f" providerId="LiveId" clId="{0C3A4C9E-717D-4ADE-97E0-B0AD580B3355}" dt="2026-01-18T07:50:28.024" v="4236" actId="20577"/>
        <pc:sldMkLst>
          <pc:docMk/>
          <pc:sldMk cId="4292313360" sldId="282"/>
        </pc:sldMkLst>
        <pc:spChg chg="mod">
          <ac:chgData name="faik bilgen" userId="9fcb1696e65a161f" providerId="LiveId" clId="{0C3A4C9E-717D-4ADE-97E0-B0AD580B3355}" dt="2026-01-18T07:50:28.024" v="4236" actId="20577"/>
          <ac:spMkLst>
            <pc:docMk/>
            <pc:sldMk cId="4292313360" sldId="282"/>
            <ac:spMk id="2" creationId="{DD27CCCF-AE7A-25E7-BFFF-0DA25929D339}"/>
          </ac:spMkLst>
        </pc:spChg>
      </pc:sldChg>
      <pc:sldChg chg="modSp mod">
        <pc:chgData name="faik bilgen" userId="9fcb1696e65a161f" providerId="LiveId" clId="{0C3A4C9E-717D-4ADE-97E0-B0AD580B3355}" dt="2026-01-18T08:04:54.022" v="4275" actId="948"/>
        <pc:sldMkLst>
          <pc:docMk/>
          <pc:sldMk cId="1827053775" sldId="283"/>
        </pc:sldMkLst>
        <pc:spChg chg="mod">
          <ac:chgData name="faik bilgen" userId="9fcb1696e65a161f" providerId="LiveId" clId="{0C3A4C9E-717D-4ADE-97E0-B0AD580B3355}" dt="2026-01-18T08:02:22.874" v="4265" actId="20577"/>
          <ac:spMkLst>
            <pc:docMk/>
            <pc:sldMk cId="1827053775" sldId="283"/>
            <ac:spMk id="2" creationId="{9B04EC62-3031-7072-16EC-B397A472F0CE}"/>
          </ac:spMkLst>
        </pc:spChg>
        <pc:spChg chg="mod">
          <ac:chgData name="faik bilgen" userId="9fcb1696e65a161f" providerId="LiveId" clId="{0C3A4C9E-717D-4ADE-97E0-B0AD580B3355}" dt="2026-01-18T08:04:54.022" v="4275" actId="948"/>
          <ac:spMkLst>
            <pc:docMk/>
            <pc:sldMk cId="1827053775" sldId="283"/>
            <ac:spMk id="3" creationId="{CF269636-5A48-605F-5D7F-D02783CEAB36}"/>
          </ac:spMkLst>
        </pc:spChg>
      </pc:sldChg>
      <pc:sldChg chg="del">
        <pc:chgData name="faik bilgen" userId="9fcb1696e65a161f" providerId="LiveId" clId="{0C3A4C9E-717D-4ADE-97E0-B0AD580B3355}" dt="2026-01-19T08:30:12.240" v="4976" actId="47"/>
        <pc:sldMkLst>
          <pc:docMk/>
          <pc:sldMk cId="1280037439" sldId="284"/>
        </pc:sldMkLst>
      </pc:sldChg>
      <pc:sldChg chg="modSp del mod">
        <pc:chgData name="faik bilgen" userId="9fcb1696e65a161f" providerId="LiveId" clId="{0C3A4C9E-717D-4ADE-97E0-B0AD580B3355}" dt="2026-01-19T08:30:12.240" v="4976" actId="47"/>
        <pc:sldMkLst>
          <pc:docMk/>
          <pc:sldMk cId="413130814" sldId="285"/>
        </pc:sldMkLst>
      </pc:sldChg>
      <pc:sldChg chg="del">
        <pc:chgData name="faik bilgen" userId="9fcb1696e65a161f" providerId="LiveId" clId="{0C3A4C9E-717D-4ADE-97E0-B0AD580B3355}" dt="2026-01-19T08:30:12.240" v="4976" actId="47"/>
        <pc:sldMkLst>
          <pc:docMk/>
          <pc:sldMk cId="3038040624" sldId="286"/>
        </pc:sldMkLst>
      </pc:sldChg>
      <pc:sldChg chg="del">
        <pc:chgData name="faik bilgen" userId="9fcb1696e65a161f" providerId="LiveId" clId="{0C3A4C9E-717D-4ADE-97E0-B0AD580B3355}" dt="2026-01-19T08:30:12.240" v="4976" actId="47"/>
        <pc:sldMkLst>
          <pc:docMk/>
          <pc:sldMk cId="3043854610" sldId="287"/>
        </pc:sldMkLst>
      </pc:sldChg>
      <pc:sldChg chg="del">
        <pc:chgData name="faik bilgen" userId="9fcb1696e65a161f" providerId="LiveId" clId="{0C3A4C9E-717D-4ADE-97E0-B0AD580B3355}" dt="2026-01-19T08:30:12.240" v="4976" actId="47"/>
        <pc:sldMkLst>
          <pc:docMk/>
          <pc:sldMk cId="2666904521" sldId="288"/>
        </pc:sldMkLst>
      </pc:sldChg>
      <pc:sldChg chg="del">
        <pc:chgData name="faik bilgen" userId="9fcb1696e65a161f" providerId="LiveId" clId="{0C3A4C9E-717D-4ADE-97E0-B0AD580B3355}" dt="2026-01-19T08:30:12.240" v="4976" actId="47"/>
        <pc:sldMkLst>
          <pc:docMk/>
          <pc:sldMk cId="4201830527" sldId="289"/>
        </pc:sldMkLst>
      </pc:sldChg>
      <pc:sldChg chg="del">
        <pc:chgData name="faik bilgen" userId="9fcb1696e65a161f" providerId="LiveId" clId="{0C3A4C9E-717D-4ADE-97E0-B0AD580B3355}" dt="2026-01-19T08:30:12.240" v="4976" actId="47"/>
        <pc:sldMkLst>
          <pc:docMk/>
          <pc:sldMk cId="2001816398" sldId="290"/>
        </pc:sldMkLst>
      </pc:sldChg>
      <pc:sldChg chg="del">
        <pc:chgData name="faik bilgen" userId="9fcb1696e65a161f" providerId="LiveId" clId="{0C3A4C9E-717D-4ADE-97E0-B0AD580B3355}" dt="2026-01-19T08:30:12.240" v="4976" actId="47"/>
        <pc:sldMkLst>
          <pc:docMk/>
          <pc:sldMk cId="3701918185" sldId="292"/>
        </pc:sldMkLst>
      </pc:sldChg>
      <pc:sldChg chg="del">
        <pc:chgData name="faik bilgen" userId="9fcb1696e65a161f" providerId="LiveId" clId="{0C3A4C9E-717D-4ADE-97E0-B0AD580B3355}" dt="2026-01-19T08:30:12.240" v="4976" actId="47"/>
        <pc:sldMkLst>
          <pc:docMk/>
          <pc:sldMk cId="903027820" sldId="293"/>
        </pc:sldMkLst>
      </pc:sldChg>
      <pc:sldChg chg="del">
        <pc:chgData name="faik bilgen" userId="9fcb1696e65a161f" providerId="LiveId" clId="{0C3A4C9E-717D-4ADE-97E0-B0AD580B3355}" dt="2026-01-19T08:30:12.240" v="4976" actId="47"/>
        <pc:sldMkLst>
          <pc:docMk/>
          <pc:sldMk cId="1985601365" sldId="294"/>
        </pc:sldMkLst>
      </pc:sldChg>
      <pc:sldChg chg="del">
        <pc:chgData name="faik bilgen" userId="9fcb1696e65a161f" providerId="LiveId" clId="{0C3A4C9E-717D-4ADE-97E0-B0AD580B3355}" dt="2026-01-19T08:30:12.240" v="4976" actId="47"/>
        <pc:sldMkLst>
          <pc:docMk/>
          <pc:sldMk cId="1779925364" sldId="295"/>
        </pc:sldMkLst>
      </pc:sldChg>
      <pc:sldChg chg="del">
        <pc:chgData name="faik bilgen" userId="9fcb1696e65a161f" providerId="LiveId" clId="{0C3A4C9E-717D-4ADE-97E0-B0AD580B3355}" dt="2026-01-19T08:30:12.240" v="4976" actId="47"/>
        <pc:sldMkLst>
          <pc:docMk/>
          <pc:sldMk cId="2337829577" sldId="296"/>
        </pc:sldMkLst>
      </pc:sldChg>
      <pc:sldChg chg="del">
        <pc:chgData name="faik bilgen" userId="9fcb1696e65a161f" providerId="LiveId" clId="{0C3A4C9E-717D-4ADE-97E0-B0AD580B3355}" dt="2026-01-19T08:30:12.240" v="4976" actId="47"/>
        <pc:sldMkLst>
          <pc:docMk/>
          <pc:sldMk cId="2758371294" sldId="297"/>
        </pc:sldMkLst>
      </pc:sldChg>
      <pc:sldChg chg="del">
        <pc:chgData name="faik bilgen" userId="9fcb1696e65a161f" providerId="LiveId" clId="{0C3A4C9E-717D-4ADE-97E0-B0AD580B3355}" dt="2026-01-19T08:30:12.240" v="4976" actId="47"/>
        <pc:sldMkLst>
          <pc:docMk/>
          <pc:sldMk cId="827202394" sldId="298"/>
        </pc:sldMkLst>
      </pc:sldChg>
      <pc:sldChg chg="addSp delSp modSp add del mod ord">
        <pc:chgData name="faik bilgen" userId="9fcb1696e65a161f" providerId="LiveId" clId="{0C3A4C9E-717D-4ADE-97E0-B0AD580B3355}" dt="2026-01-19T08:30:12.240" v="4976" actId="47"/>
        <pc:sldMkLst>
          <pc:docMk/>
          <pc:sldMk cId="2895140611" sldId="299"/>
        </pc:sldMkLst>
      </pc:sldChg>
      <pc:sldChg chg="addSp modSp add del mod ord">
        <pc:chgData name="faik bilgen" userId="9fcb1696e65a161f" providerId="LiveId" clId="{0C3A4C9E-717D-4ADE-97E0-B0AD580B3355}" dt="2026-01-19T08:30:12.240" v="4976" actId="47"/>
        <pc:sldMkLst>
          <pc:docMk/>
          <pc:sldMk cId="3092654538" sldId="300"/>
        </pc:sldMkLst>
      </pc:sldChg>
      <pc:sldChg chg="addSp modSp add del mod">
        <pc:chgData name="faik bilgen" userId="9fcb1696e65a161f" providerId="LiveId" clId="{0C3A4C9E-717D-4ADE-97E0-B0AD580B3355}" dt="2026-01-19T08:30:12.240" v="4976" actId="47"/>
        <pc:sldMkLst>
          <pc:docMk/>
          <pc:sldMk cId="4067351338" sldId="301"/>
        </pc:sldMkLst>
      </pc:sldChg>
      <pc:sldChg chg="addSp delSp modSp add del mod">
        <pc:chgData name="faik bilgen" userId="9fcb1696e65a161f" providerId="LiveId" clId="{0C3A4C9E-717D-4ADE-97E0-B0AD580B3355}" dt="2026-01-19T08:30:12.240" v="4976" actId="47"/>
        <pc:sldMkLst>
          <pc:docMk/>
          <pc:sldMk cId="583957781" sldId="302"/>
        </pc:sldMkLst>
      </pc:sldChg>
      <pc:sldChg chg="delSp modSp add del mod">
        <pc:chgData name="faik bilgen" userId="9fcb1696e65a161f" providerId="LiveId" clId="{0C3A4C9E-717D-4ADE-97E0-B0AD580B3355}" dt="2026-01-19T08:30:12.240" v="4976" actId="47"/>
        <pc:sldMkLst>
          <pc:docMk/>
          <pc:sldMk cId="3950170324" sldId="303"/>
        </pc:sldMkLst>
      </pc:sldChg>
      <pc:sldChg chg="addSp delSp modSp add del mod">
        <pc:chgData name="faik bilgen" userId="9fcb1696e65a161f" providerId="LiveId" clId="{0C3A4C9E-717D-4ADE-97E0-B0AD580B3355}" dt="2026-01-19T08:30:12.240" v="4976" actId="47"/>
        <pc:sldMkLst>
          <pc:docMk/>
          <pc:sldMk cId="2540071051" sldId="304"/>
        </pc:sldMkLst>
      </pc:sldChg>
      <pc:sldChg chg="addSp delSp modSp add del mod">
        <pc:chgData name="faik bilgen" userId="9fcb1696e65a161f" providerId="LiveId" clId="{0C3A4C9E-717D-4ADE-97E0-B0AD580B3355}" dt="2026-01-19T08:30:12.240" v="4976" actId="47"/>
        <pc:sldMkLst>
          <pc:docMk/>
          <pc:sldMk cId="165835781" sldId="305"/>
        </pc:sldMkLst>
      </pc:sldChg>
      <pc:sldChg chg="modSp new del mod">
        <pc:chgData name="faik bilgen" userId="9fcb1696e65a161f" providerId="LiveId" clId="{0C3A4C9E-717D-4ADE-97E0-B0AD580B3355}" dt="2026-01-19T08:30:12.240" v="4976" actId="47"/>
        <pc:sldMkLst>
          <pc:docMk/>
          <pc:sldMk cId="3058817951" sldId="306"/>
        </pc:sldMkLst>
      </pc:sldChg>
      <pc:sldChg chg="modSp add del mod">
        <pc:chgData name="faik bilgen" userId="9fcb1696e65a161f" providerId="LiveId" clId="{0C3A4C9E-717D-4ADE-97E0-B0AD580B3355}" dt="2026-01-19T08:30:12.240" v="4976" actId="47"/>
        <pc:sldMkLst>
          <pc:docMk/>
          <pc:sldMk cId="2278978057" sldId="307"/>
        </pc:sldMkLst>
      </pc:sldChg>
      <pc:sldChg chg="modSp add del mod ord">
        <pc:chgData name="faik bilgen" userId="9fcb1696e65a161f" providerId="LiveId" clId="{0C3A4C9E-717D-4ADE-97E0-B0AD580B3355}" dt="2026-01-19T08:30:12.240" v="4976" actId="47"/>
        <pc:sldMkLst>
          <pc:docMk/>
          <pc:sldMk cId="4056952954" sldId="308"/>
        </pc:sldMkLst>
      </pc:sldChg>
      <pc:sldChg chg="addSp delSp modSp add del mod ord">
        <pc:chgData name="faik bilgen" userId="9fcb1696e65a161f" providerId="LiveId" clId="{0C3A4C9E-717D-4ADE-97E0-B0AD580B3355}" dt="2026-01-19T08:30:12.240" v="4976" actId="47"/>
        <pc:sldMkLst>
          <pc:docMk/>
          <pc:sldMk cId="1816987502" sldId="309"/>
        </pc:sldMkLst>
      </pc:sldChg>
      <pc:sldChg chg="modSp add del mod">
        <pc:chgData name="faik bilgen" userId="9fcb1696e65a161f" providerId="LiveId" clId="{0C3A4C9E-717D-4ADE-97E0-B0AD580B3355}" dt="2026-01-19T08:30:12.240" v="4976" actId="47"/>
        <pc:sldMkLst>
          <pc:docMk/>
          <pc:sldMk cId="3225331830" sldId="310"/>
        </pc:sldMkLst>
      </pc:sldChg>
      <pc:sldChg chg="addSp modSp add del mod">
        <pc:chgData name="faik bilgen" userId="9fcb1696e65a161f" providerId="LiveId" clId="{0C3A4C9E-717D-4ADE-97E0-B0AD580B3355}" dt="2026-01-19T08:30:12.240" v="4976" actId="47"/>
        <pc:sldMkLst>
          <pc:docMk/>
          <pc:sldMk cId="1400754023" sldId="311"/>
        </pc:sldMkLst>
      </pc:sldChg>
      <pc:sldChg chg="modSp add del mod">
        <pc:chgData name="faik bilgen" userId="9fcb1696e65a161f" providerId="LiveId" clId="{0C3A4C9E-717D-4ADE-97E0-B0AD580B3355}" dt="2026-01-19T08:30:12.240" v="4976" actId="47"/>
        <pc:sldMkLst>
          <pc:docMk/>
          <pc:sldMk cId="1349980952" sldId="312"/>
        </pc:sldMkLst>
      </pc:sldChg>
      <pc:sldChg chg="delSp modSp add del mod">
        <pc:chgData name="faik bilgen" userId="9fcb1696e65a161f" providerId="LiveId" clId="{0C3A4C9E-717D-4ADE-97E0-B0AD580B3355}" dt="2026-01-19T08:30:12.240" v="4976" actId="47"/>
        <pc:sldMkLst>
          <pc:docMk/>
          <pc:sldMk cId="101886985" sldId="313"/>
        </pc:sldMkLst>
      </pc:sldChg>
      <pc:sldChg chg="delSp modSp add del mod">
        <pc:chgData name="faik bilgen" userId="9fcb1696e65a161f" providerId="LiveId" clId="{0C3A4C9E-717D-4ADE-97E0-B0AD580B3355}" dt="2026-01-19T08:30:12.240" v="4976" actId="47"/>
        <pc:sldMkLst>
          <pc:docMk/>
          <pc:sldMk cId="1302287135" sldId="314"/>
        </pc:sldMkLst>
      </pc:sldChg>
      <pc:sldChg chg="delSp modSp add del mod ord">
        <pc:chgData name="faik bilgen" userId="9fcb1696e65a161f" providerId="LiveId" clId="{0C3A4C9E-717D-4ADE-97E0-B0AD580B3355}" dt="2026-01-19T08:30:12.240" v="4976" actId="47"/>
        <pc:sldMkLst>
          <pc:docMk/>
          <pc:sldMk cId="3907425655" sldId="315"/>
        </pc:sldMkLst>
      </pc:sldChg>
      <pc:sldChg chg="addSp delSp modSp add del mod">
        <pc:chgData name="faik bilgen" userId="9fcb1696e65a161f" providerId="LiveId" clId="{0C3A4C9E-717D-4ADE-97E0-B0AD580B3355}" dt="2026-01-19T08:30:12.240" v="4976" actId="47"/>
        <pc:sldMkLst>
          <pc:docMk/>
          <pc:sldMk cId="3575770827" sldId="316"/>
        </pc:sldMkLst>
      </pc:sldChg>
      <pc:sldChg chg="addSp delSp modSp add del mod">
        <pc:chgData name="faik bilgen" userId="9fcb1696e65a161f" providerId="LiveId" clId="{0C3A4C9E-717D-4ADE-97E0-B0AD580B3355}" dt="2026-01-19T08:30:12.240" v="4976" actId="47"/>
        <pc:sldMkLst>
          <pc:docMk/>
          <pc:sldMk cId="3596573651" sldId="317"/>
        </pc:sldMkLst>
      </pc:sldChg>
      <pc:sldChg chg="modSp add del mod">
        <pc:chgData name="faik bilgen" userId="9fcb1696e65a161f" providerId="LiveId" clId="{0C3A4C9E-717D-4ADE-97E0-B0AD580B3355}" dt="2026-01-19T08:30:12.240" v="4976" actId="47"/>
        <pc:sldMkLst>
          <pc:docMk/>
          <pc:sldMk cId="186061912" sldId="318"/>
        </pc:sldMkLst>
      </pc:sldChg>
      <pc:sldChg chg="modSp add del mod ord">
        <pc:chgData name="faik bilgen" userId="9fcb1696e65a161f" providerId="LiveId" clId="{0C3A4C9E-717D-4ADE-97E0-B0AD580B3355}" dt="2026-01-19T08:30:12.240" v="4976" actId="47"/>
        <pc:sldMkLst>
          <pc:docMk/>
          <pc:sldMk cId="3228626609" sldId="319"/>
        </pc:sldMkLst>
      </pc:sldChg>
      <pc:sldChg chg="add del">
        <pc:chgData name="faik bilgen" userId="9fcb1696e65a161f" providerId="LiveId" clId="{0C3A4C9E-717D-4ADE-97E0-B0AD580B3355}" dt="2026-01-19T08:30:12.240" v="4976" actId="47"/>
        <pc:sldMkLst>
          <pc:docMk/>
          <pc:sldMk cId="2519155230" sldId="320"/>
        </pc:sldMkLst>
      </pc:sldChg>
      <pc:sldChg chg="modSp add del mod ord">
        <pc:chgData name="faik bilgen" userId="9fcb1696e65a161f" providerId="LiveId" clId="{0C3A4C9E-717D-4ADE-97E0-B0AD580B3355}" dt="2026-01-19T08:30:12.240" v="4976" actId="47"/>
        <pc:sldMkLst>
          <pc:docMk/>
          <pc:sldMk cId="1623904069" sldId="321"/>
        </pc:sldMkLst>
      </pc:sldChg>
      <pc:sldChg chg="addSp delSp modSp new del mod setBg">
        <pc:chgData name="faik bilgen" userId="9fcb1696e65a161f" providerId="LiveId" clId="{0C3A4C9E-717D-4ADE-97E0-B0AD580B3355}" dt="2026-01-19T08:30:12.240" v="4976" actId="47"/>
        <pc:sldMkLst>
          <pc:docMk/>
          <pc:sldMk cId="2699443842" sldId="322"/>
        </pc:sldMkLst>
      </pc:sldChg>
      <pc:sldChg chg="addSp delSp modSp add del mod addAnim delAnim">
        <pc:chgData name="faik bilgen" userId="9fcb1696e65a161f" providerId="LiveId" clId="{0C3A4C9E-717D-4ADE-97E0-B0AD580B3355}" dt="2026-01-19T08:30:12.240" v="4976" actId="47"/>
        <pc:sldMkLst>
          <pc:docMk/>
          <pc:sldMk cId="815583536" sldId="323"/>
        </pc:sldMkLst>
      </pc:sldChg>
      <pc:sldChg chg="addSp delSp modSp new del mod">
        <pc:chgData name="faik bilgen" userId="9fcb1696e65a161f" providerId="LiveId" clId="{0C3A4C9E-717D-4ADE-97E0-B0AD580B3355}" dt="2026-01-19T08:30:12.240" v="4976" actId="47"/>
        <pc:sldMkLst>
          <pc:docMk/>
          <pc:sldMk cId="4116732816" sldId="324"/>
        </pc:sldMkLst>
      </pc:sldChg>
      <pc:sldChg chg="modSp add del mod">
        <pc:chgData name="faik bilgen" userId="9fcb1696e65a161f" providerId="LiveId" clId="{0C3A4C9E-717D-4ADE-97E0-B0AD580B3355}" dt="2026-01-19T08:30:12.240" v="4976" actId="47"/>
        <pc:sldMkLst>
          <pc:docMk/>
          <pc:sldMk cId="3698575162" sldId="325"/>
        </pc:sldMkLst>
      </pc:sldChg>
      <pc:sldChg chg="modSp add del mod">
        <pc:chgData name="faik bilgen" userId="9fcb1696e65a161f" providerId="LiveId" clId="{0C3A4C9E-717D-4ADE-97E0-B0AD580B3355}" dt="2026-01-19T08:30:12.240" v="4976" actId="47"/>
        <pc:sldMkLst>
          <pc:docMk/>
          <pc:sldMk cId="2449768822" sldId="326"/>
        </pc:sldMkLst>
      </pc:sldChg>
      <pc:sldChg chg="addSp delSp modSp add del mod">
        <pc:chgData name="faik bilgen" userId="9fcb1696e65a161f" providerId="LiveId" clId="{0C3A4C9E-717D-4ADE-97E0-B0AD580B3355}" dt="2026-01-19T08:30:12.240" v="4976" actId="47"/>
        <pc:sldMkLst>
          <pc:docMk/>
          <pc:sldMk cId="1258146300" sldId="327"/>
        </pc:sldMkLst>
      </pc:sldChg>
      <pc:sldChg chg="addSp delSp modSp add del mod">
        <pc:chgData name="faik bilgen" userId="9fcb1696e65a161f" providerId="LiveId" clId="{0C3A4C9E-717D-4ADE-97E0-B0AD580B3355}" dt="2026-01-19T08:30:12.240" v="4976" actId="47"/>
        <pc:sldMkLst>
          <pc:docMk/>
          <pc:sldMk cId="992742952" sldId="328"/>
        </pc:sldMkLst>
      </pc:sldChg>
      <pc:sldChg chg="add del">
        <pc:chgData name="faik bilgen" userId="9fcb1696e65a161f" providerId="LiveId" clId="{0C3A4C9E-717D-4ADE-97E0-B0AD580B3355}" dt="2026-01-19T08:30:12.240" v="4976" actId="47"/>
        <pc:sldMkLst>
          <pc:docMk/>
          <pc:sldMk cId="2074219807" sldId="329"/>
        </pc:sldMkLst>
      </pc:sldChg>
      <pc:sldChg chg="addSp delSp modSp add del mod">
        <pc:chgData name="faik bilgen" userId="9fcb1696e65a161f" providerId="LiveId" clId="{0C3A4C9E-717D-4ADE-97E0-B0AD580B3355}" dt="2026-01-19T08:30:12.240" v="4976" actId="47"/>
        <pc:sldMkLst>
          <pc:docMk/>
          <pc:sldMk cId="413828327" sldId="330"/>
        </pc:sldMkLst>
      </pc:sldChg>
      <pc:sldChg chg="addSp delSp modSp add del mod">
        <pc:chgData name="faik bilgen" userId="9fcb1696e65a161f" providerId="LiveId" clId="{0C3A4C9E-717D-4ADE-97E0-B0AD580B3355}" dt="2026-01-19T08:30:12.240" v="4976" actId="47"/>
        <pc:sldMkLst>
          <pc:docMk/>
          <pc:sldMk cId="3049912915" sldId="331"/>
        </pc:sldMkLst>
      </pc:sldChg>
      <pc:sldChg chg="addSp delSp modSp new del mod">
        <pc:chgData name="faik bilgen" userId="9fcb1696e65a161f" providerId="LiveId" clId="{0C3A4C9E-717D-4ADE-97E0-B0AD580B3355}" dt="2026-01-19T08:30:12.240" v="4976" actId="47"/>
        <pc:sldMkLst>
          <pc:docMk/>
          <pc:sldMk cId="4037468409" sldId="333"/>
        </pc:sldMkLst>
      </pc:sldChg>
      <pc:sldChg chg="addSp delSp modSp new mod setBg">
        <pc:chgData name="faik bilgen" userId="9fcb1696e65a161f" providerId="LiveId" clId="{0C3A4C9E-717D-4ADE-97E0-B0AD580B3355}" dt="2026-01-17T12:38:38.133" v="4157" actId="26606"/>
        <pc:sldMkLst>
          <pc:docMk/>
          <pc:sldMk cId="1936368771" sldId="334"/>
        </pc:sldMkLst>
        <pc:spChg chg="mod">
          <ac:chgData name="faik bilgen" userId="9fcb1696e65a161f" providerId="LiveId" clId="{0C3A4C9E-717D-4ADE-97E0-B0AD580B3355}" dt="2026-01-17T12:38:38.133" v="4157" actId="26606"/>
          <ac:spMkLst>
            <pc:docMk/>
            <pc:sldMk cId="1936368771" sldId="334"/>
            <ac:spMk id="3" creationId="{354F4E26-D1F3-EC07-4782-463CFD06FAD1}"/>
          </ac:spMkLst>
        </pc:spChg>
        <pc:spChg chg="add">
          <ac:chgData name="faik bilgen" userId="9fcb1696e65a161f" providerId="LiveId" clId="{0C3A4C9E-717D-4ADE-97E0-B0AD580B3355}" dt="2026-01-17T12:38:38.133" v="4157" actId="26606"/>
          <ac:spMkLst>
            <pc:docMk/>
            <pc:sldMk cId="1936368771" sldId="334"/>
            <ac:spMk id="24" creationId="{389575E1-3389-451A-A5F7-27854C25C599}"/>
          </ac:spMkLst>
        </pc:spChg>
        <pc:spChg chg="add">
          <ac:chgData name="faik bilgen" userId="9fcb1696e65a161f" providerId="LiveId" clId="{0C3A4C9E-717D-4ADE-97E0-B0AD580B3355}" dt="2026-01-17T12:38:38.133" v="4157" actId="26606"/>
          <ac:spMkLst>
            <pc:docMk/>
            <pc:sldMk cId="1936368771" sldId="334"/>
            <ac:spMk id="25" creationId="{A53CCC5C-D88E-40FB-B30B-23DCDBD01D37}"/>
          </ac:spMkLst>
        </pc:spChg>
        <pc:spChg chg="add">
          <ac:chgData name="faik bilgen" userId="9fcb1696e65a161f" providerId="LiveId" clId="{0C3A4C9E-717D-4ADE-97E0-B0AD580B3355}" dt="2026-01-17T12:38:38.133" v="4157" actId="26606"/>
          <ac:spMkLst>
            <pc:docMk/>
            <pc:sldMk cId="1936368771" sldId="334"/>
            <ac:spMk id="26" creationId="{081E4A58-353D-44AE-B2FC-2A74E2E400F7}"/>
          </ac:spMkLst>
        </pc:spChg>
      </pc:sldChg>
      <pc:sldChg chg="modSp add mod">
        <pc:chgData name="faik bilgen" userId="9fcb1696e65a161f" providerId="LiveId" clId="{0C3A4C9E-717D-4ADE-97E0-B0AD580B3355}" dt="2026-01-17T12:39:00.985" v="4167" actId="20577"/>
        <pc:sldMkLst>
          <pc:docMk/>
          <pc:sldMk cId="1409184322" sldId="335"/>
        </pc:sldMkLst>
        <pc:spChg chg="mod">
          <ac:chgData name="faik bilgen" userId="9fcb1696e65a161f" providerId="LiveId" clId="{0C3A4C9E-717D-4ADE-97E0-B0AD580B3355}" dt="2026-01-17T12:39:00.985" v="4167" actId="20577"/>
          <ac:spMkLst>
            <pc:docMk/>
            <pc:sldMk cId="1409184322" sldId="335"/>
            <ac:spMk id="3" creationId="{19BE6953-44A8-E351-F8C5-9B2D6522B55D}"/>
          </ac:spMkLst>
        </pc:spChg>
      </pc:sldChg>
      <pc:sldChg chg="modSp add del mod ord">
        <pc:chgData name="faik bilgen" userId="9fcb1696e65a161f" providerId="LiveId" clId="{0C3A4C9E-717D-4ADE-97E0-B0AD580B3355}" dt="2026-01-19T08:30:12.240" v="4976" actId="47"/>
        <pc:sldMkLst>
          <pc:docMk/>
          <pc:sldMk cId="3793066071" sldId="336"/>
        </pc:sldMkLst>
      </pc:sldChg>
      <pc:sldChg chg="modSp add mod">
        <pc:chgData name="faik bilgen" userId="9fcb1696e65a161f" providerId="LiveId" clId="{0C3A4C9E-717D-4ADE-97E0-B0AD580B3355}" dt="2026-01-18T08:08:00.427" v="4282" actId="14100"/>
        <pc:sldMkLst>
          <pc:docMk/>
          <pc:sldMk cId="1027240615" sldId="337"/>
        </pc:sldMkLst>
        <pc:spChg chg="mod">
          <ac:chgData name="faik bilgen" userId="9fcb1696e65a161f" providerId="LiveId" clId="{0C3A4C9E-717D-4ADE-97E0-B0AD580B3355}" dt="2026-01-18T08:08:00.427" v="4282" actId="14100"/>
          <ac:spMkLst>
            <pc:docMk/>
            <pc:sldMk cId="1027240615" sldId="337"/>
            <ac:spMk id="3" creationId="{3787B3DE-5DCD-FC19-616B-5E6BE8B42A42}"/>
          </ac:spMkLst>
        </pc:spChg>
      </pc:sldChg>
      <pc:sldChg chg="addSp delSp modSp add mod">
        <pc:chgData name="faik bilgen" userId="9fcb1696e65a161f" providerId="LiveId" clId="{0C3A4C9E-717D-4ADE-97E0-B0AD580B3355}" dt="2026-01-18T08:16:41.435" v="4355" actId="108"/>
        <pc:sldMkLst>
          <pc:docMk/>
          <pc:sldMk cId="3728687266" sldId="338"/>
        </pc:sldMkLst>
        <pc:spChg chg="del">
          <ac:chgData name="faik bilgen" userId="9fcb1696e65a161f" providerId="LiveId" clId="{0C3A4C9E-717D-4ADE-97E0-B0AD580B3355}" dt="2026-01-18T08:08:09.631" v="4284" actId="478"/>
          <ac:spMkLst>
            <pc:docMk/>
            <pc:sldMk cId="3728687266" sldId="338"/>
            <ac:spMk id="3" creationId="{D5709801-9022-F16A-B610-4A98C3B29C1F}"/>
          </ac:spMkLst>
        </pc:spChg>
        <pc:spChg chg="add del mod">
          <ac:chgData name="faik bilgen" userId="9fcb1696e65a161f" providerId="LiveId" clId="{0C3A4C9E-717D-4ADE-97E0-B0AD580B3355}" dt="2026-01-18T08:08:25.001" v="4285" actId="478"/>
          <ac:spMkLst>
            <pc:docMk/>
            <pc:sldMk cId="3728687266" sldId="338"/>
            <ac:spMk id="5" creationId="{7564D6AD-6697-11F8-92BD-0B654482457D}"/>
          </ac:spMkLst>
        </pc:spChg>
        <pc:spChg chg="add mod">
          <ac:chgData name="faik bilgen" userId="9fcb1696e65a161f" providerId="LiveId" clId="{0C3A4C9E-717D-4ADE-97E0-B0AD580B3355}" dt="2026-01-18T08:16:27.585" v="4352" actId="108"/>
          <ac:spMkLst>
            <pc:docMk/>
            <pc:sldMk cId="3728687266" sldId="338"/>
            <ac:spMk id="7" creationId="{2F63206D-E739-6FB7-38D3-4E3AF57E06EC}"/>
          </ac:spMkLst>
        </pc:spChg>
        <pc:spChg chg="add mod">
          <ac:chgData name="faik bilgen" userId="9fcb1696e65a161f" providerId="LiveId" clId="{0C3A4C9E-717D-4ADE-97E0-B0AD580B3355}" dt="2026-01-18T08:16:41.435" v="4355" actId="108"/>
          <ac:spMkLst>
            <pc:docMk/>
            <pc:sldMk cId="3728687266" sldId="338"/>
            <ac:spMk id="11" creationId="{81200CD9-EF60-0550-71DE-64C70CBDEE74}"/>
          </ac:spMkLst>
        </pc:spChg>
        <pc:spChg chg="add mod">
          <ac:chgData name="faik bilgen" userId="9fcb1696e65a161f" providerId="LiveId" clId="{0C3A4C9E-717D-4ADE-97E0-B0AD580B3355}" dt="2026-01-18T08:11:27.234" v="4308" actId="14100"/>
          <ac:spMkLst>
            <pc:docMk/>
            <pc:sldMk cId="3728687266" sldId="338"/>
            <ac:spMk id="15" creationId="{4FBB8ACE-66B4-1A82-EE32-0B2075AED2BE}"/>
          </ac:spMkLst>
        </pc:spChg>
        <pc:spChg chg="add mod">
          <ac:chgData name="faik bilgen" userId="9fcb1696e65a161f" providerId="LiveId" clId="{0C3A4C9E-717D-4ADE-97E0-B0AD580B3355}" dt="2026-01-18T08:12:13.199" v="4320" actId="14100"/>
          <ac:spMkLst>
            <pc:docMk/>
            <pc:sldMk cId="3728687266" sldId="338"/>
            <ac:spMk id="17" creationId="{874C6C01-EC4A-F6BF-8974-C8263B7415F2}"/>
          </ac:spMkLst>
        </pc:spChg>
      </pc:sldChg>
      <pc:sldChg chg="addSp delSp modSp add del mod">
        <pc:chgData name="faik bilgen" userId="9fcb1696e65a161f" providerId="LiveId" clId="{0C3A4C9E-717D-4ADE-97E0-B0AD580B3355}" dt="2026-01-18T08:25:37.146" v="4537" actId="47"/>
        <pc:sldMkLst>
          <pc:docMk/>
          <pc:sldMk cId="227589672" sldId="339"/>
        </pc:sldMkLst>
        <pc:spChg chg="mod">
          <ac:chgData name="faik bilgen" userId="9fcb1696e65a161f" providerId="LiveId" clId="{0C3A4C9E-717D-4ADE-97E0-B0AD580B3355}" dt="2026-01-18T08:18:07.406" v="4376" actId="20577"/>
          <ac:spMkLst>
            <pc:docMk/>
            <pc:sldMk cId="227589672" sldId="339"/>
            <ac:spMk id="2" creationId="{F1540A67-E7A2-A3E8-8DC1-52E4FA315472}"/>
          </ac:spMkLst>
        </pc:spChg>
        <pc:spChg chg="del">
          <ac:chgData name="faik bilgen" userId="9fcb1696e65a161f" providerId="LiveId" clId="{0C3A4C9E-717D-4ADE-97E0-B0AD580B3355}" dt="2026-01-18T08:18:17.540" v="4377" actId="478"/>
          <ac:spMkLst>
            <pc:docMk/>
            <pc:sldMk cId="227589672" sldId="339"/>
            <ac:spMk id="7" creationId="{615E9E1E-4E64-63B0-E97E-382F11D1E063}"/>
          </ac:spMkLst>
        </pc:spChg>
        <pc:spChg chg="del">
          <ac:chgData name="faik bilgen" userId="9fcb1696e65a161f" providerId="LiveId" clId="{0C3A4C9E-717D-4ADE-97E0-B0AD580B3355}" dt="2026-01-18T08:18:17.540" v="4377" actId="478"/>
          <ac:spMkLst>
            <pc:docMk/>
            <pc:sldMk cId="227589672" sldId="339"/>
            <ac:spMk id="11" creationId="{D606F8C2-0515-C8E2-B525-7258FCE94C4C}"/>
          </ac:spMkLst>
        </pc:spChg>
        <pc:spChg chg="del">
          <ac:chgData name="faik bilgen" userId="9fcb1696e65a161f" providerId="LiveId" clId="{0C3A4C9E-717D-4ADE-97E0-B0AD580B3355}" dt="2026-01-18T08:18:17.540" v="4377" actId="478"/>
          <ac:spMkLst>
            <pc:docMk/>
            <pc:sldMk cId="227589672" sldId="339"/>
            <ac:spMk id="15" creationId="{6D21BDE3-4CA6-E29D-CA26-A1F4F6EBB191}"/>
          </ac:spMkLst>
        </pc:spChg>
        <pc:spChg chg="del">
          <ac:chgData name="faik bilgen" userId="9fcb1696e65a161f" providerId="LiveId" clId="{0C3A4C9E-717D-4ADE-97E0-B0AD580B3355}" dt="2026-01-18T08:18:17.540" v="4377" actId="478"/>
          <ac:spMkLst>
            <pc:docMk/>
            <pc:sldMk cId="227589672" sldId="339"/>
            <ac:spMk id="17" creationId="{9177F673-1A0A-F7A4-4AF3-5752C5A2921C}"/>
          </ac:spMkLst>
        </pc:spChg>
        <pc:picChg chg="add mod">
          <ac:chgData name="faik bilgen" userId="9fcb1696e65a161f" providerId="LiveId" clId="{0C3A4C9E-717D-4ADE-97E0-B0AD580B3355}" dt="2026-01-18T08:19:41.350" v="4381" actId="1076"/>
          <ac:picMkLst>
            <pc:docMk/>
            <pc:sldMk cId="227589672" sldId="339"/>
            <ac:picMk id="3" creationId="{C8CDB606-14C3-526C-B27C-75A4D4576B9A}"/>
          </ac:picMkLst>
        </pc:picChg>
      </pc:sldChg>
      <pc:sldChg chg="addSp delSp modSp new mod setBg">
        <pc:chgData name="faik bilgen" userId="9fcb1696e65a161f" providerId="LiveId" clId="{0C3A4C9E-717D-4ADE-97E0-B0AD580B3355}" dt="2026-01-18T08:24:54.156" v="4536" actId="1037"/>
        <pc:sldMkLst>
          <pc:docMk/>
          <pc:sldMk cId="1338012161" sldId="340"/>
        </pc:sldMkLst>
        <pc:spChg chg="del">
          <ac:chgData name="faik bilgen" userId="9fcb1696e65a161f" providerId="LiveId" clId="{0C3A4C9E-717D-4ADE-97E0-B0AD580B3355}" dt="2026-01-18T08:20:19.402" v="4383" actId="478"/>
          <ac:spMkLst>
            <pc:docMk/>
            <pc:sldMk cId="1338012161" sldId="340"/>
            <ac:spMk id="2" creationId="{AE85AC49-70F7-3B1C-CEAB-7998F19FC48C}"/>
          </ac:spMkLst>
        </pc:spChg>
        <pc:spChg chg="del">
          <ac:chgData name="faik bilgen" userId="9fcb1696e65a161f" providerId="LiveId" clId="{0C3A4C9E-717D-4ADE-97E0-B0AD580B3355}" dt="2026-01-18T08:20:22.060" v="4384" actId="478"/>
          <ac:spMkLst>
            <pc:docMk/>
            <pc:sldMk cId="1338012161" sldId="340"/>
            <ac:spMk id="3" creationId="{B24AE5F0-36CD-FFA9-9487-538E424E4677}"/>
          </ac:spMkLst>
        </pc:spChg>
        <pc:spChg chg="add mod ord">
          <ac:chgData name="faik bilgen" userId="9fcb1696e65a161f" providerId="LiveId" clId="{0C3A4C9E-717D-4ADE-97E0-B0AD580B3355}" dt="2026-01-18T08:24:38.330" v="4480" actId="948"/>
          <ac:spMkLst>
            <pc:docMk/>
            <pc:sldMk cId="1338012161" sldId="340"/>
            <ac:spMk id="6" creationId="{D2CF2C99-3EEA-C445-2547-DC63E64FD4B3}"/>
          </ac:spMkLst>
        </pc:spChg>
        <pc:spChg chg="add mod">
          <ac:chgData name="faik bilgen" userId="9fcb1696e65a161f" providerId="LiveId" clId="{0C3A4C9E-717D-4ADE-97E0-B0AD580B3355}" dt="2026-01-18T08:24:00.988" v="4449" actId="14100"/>
          <ac:spMkLst>
            <pc:docMk/>
            <pc:sldMk cId="1338012161" sldId="340"/>
            <ac:spMk id="7" creationId="{1FCD82E3-B46D-E980-D577-D230A357CD92}"/>
          </ac:spMkLst>
        </pc:spChg>
        <pc:spChg chg="add">
          <ac:chgData name="faik bilgen" userId="9fcb1696e65a161f" providerId="LiveId" clId="{0C3A4C9E-717D-4ADE-97E0-B0AD580B3355}" dt="2026-01-18T08:23:36.382" v="4443" actId="26606"/>
          <ac:spMkLst>
            <pc:docMk/>
            <pc:sldMk cId="1338012161" sldId="340"/>
            <ac:spMk id="12" creationId="{743AA782-23D1-4521-8CAD-47662984AA08}"/>
          </ac:spMkLst>
        </pc:spChg>
        <pc:spChg chg="add">
          <ac:chgData name="faik bilgen" userId="9fcb1696e65a161f" providerId="LiveId" clId="{0C3A4C9E-717D-4ADE-97E0-B0AD580B3355}" dt="2026-01-18T08:23:36.382" v="4443" actId="26606"/>
          <ac:spMkLst>
            <pc:docMk/>
            <pc:sldMk cId="1338012161" sldId="340"/>
            <ac:spMk id="14" creationId="{71877DBC-BB60-40F0-AC93-2ACDBAAE60CE}"/>
          </ac:spMkLst>
        </pc:spChg>
        <pc:picChg chg="add mod ord">
          <ac:chgData name="faik bilgen" userId="9fcb1696e65a161f" providerId="LiveId" clId="{0C3A4C9E-717D-4ADE-97E0-B0AD580B3355}" dt="2026-01-18T08:24:54.156" v="4536" actId="1037"/>
          <ac:picMkLst>
            <pc:docMk/>
            <pc:sldMk cId="1338012161" sldId="340"/>
            <ac:picMk id="4" creationId="{9E2DE0D2-DC6E-C2FA-8481-BFEFBF672943}"/>
          </ac:picMkLst>
        </pc:picChg>
      </pc:sldChg>
      <pc:sldChg chg="delSp modSp add del mod">
        <pc:chgData name="faik bilgen" userId="9fcb1696e65a161f" providerId="LiveId" clId="{0C3A4C9E-717D-4ADE-97E0-B0AD580B3355}" dt="2026-01-18T11:40:17.488" v="4619" actId="47"/>
        <pc:sldMkLst>
          <pc:docMk/>
          <pc:sldMk cId="3069926188" sldId="341"/>
        </pc:sldMkLst>
        <pc:spChg chg="del">
          <ac:chgData name="faik bilgen" userId="9fcb1696e65a161f" providerId="LiveId" clId="{0C3A4C9E-717D-4ADE-97E0-B0AD580B3355}" dt="2026-01-18T11:38:35.746" v="4572" actId="478"/>
          <ac:spMkLst>
            <pc:docMk/>
            <pc:sldMk cId="3069926188" sldId="341"/>
            <ac:spMk id="6" creationId="{454E369C-8D4C-2CFF-EDB2-818873FDCF1F}"/>
          </ac:spMkLst>
        </pc:spChg>
        <pc:spChg chg="mod">
          <ac:chgData name="faik bilgen" userId="9fcb1696e65a161f" providerId="LiveId" clId="{0C3A4C9E-717D-4ADE-97E0-B0AD580B3355}" dt="2026-01-18T11:38:57.846" v="4578" actId="27636"/>
          <ac:spMkLst>
            <pc:docMk/>
            <pc:sldMk cId="3069926188" sldId="341"/>
            <ac:spMk id="7" creationId="{6BDFB1D7-FA6F-E3E6-7B04-877B562AF122}"/>
          </ac:spMkLst>
        </pc:spChg>
        <pc:picChg chg="del">
          <ac:chgData name="faik bilgen" userId="9fcb1696e65a161f" providerId="LiveId" clId="{0C3A4C9E-717D-4ADE-97E0-B0AD580B3355}" dt="2026-01-18T11:38:38.618" v="4573" actId="478"/>
          <ac:picMkLst>
            <pc:docMk/>
            <pc:sldMk cId="3069926188" sldId="341"/>
            <ac:picMk id="4" creationId="{95008092-44B9-EDB1-7508-DA3A149EED05}"/>
          </ac:picMkLst>
        </pc:picChg>
      </pc:sldChg>
      <pc:sldChg chg="addSp delSp modSp new mod setBg addAnim">
        <pc:chgData name="faik bilgen" userId="9fcb1696e65a161f" providerId="LiveId" clId="{0C3A4C9E-717D-4ADE-97E0-B0AD580B3355}" dt="2026-01-18T11:51:55.718" v="4714" actId="14100"/>
        <pc:sldMkLst>
          <pc:docMk/>
          <pc:sldMk cId="3293302071" sldId="342"/>
        </pc:sldMkLst>
        <pc:spChg chg="mod">
          <ac:chgData name="faik bilgen" userId="9fcb1696e65a161f" providerId="LiveId" clId="{0C3A4C9E-717D-4ADE-97E0-B0AD580B3355}" dt="2026-01-18T11:39:48.068" v="4613" actId="26606"/>
          <ac:spMkLst>
            <pc:docMk/>
            <pc:sldMk cId="3293302071" sldId="342"/>
            <ac:spMk id="2" creationId="{3CEFA974-4C98-9B69-D243-3F864748CE23}"/>
          </ac:spMkLst>
        </pc:spChg>
        <pc:spChg chg="del">
          <ac:chgData name="faik bilgen" userId="9fcb1696e65a161f" providerId="LiveId" clId="{0C3A4C9E-717D-4ADE-97E0-B0AD580B3355}" dt="2026-01-18T11:39:16.329" v="4580" actId="478"/>
          <ac:spMkLst>
            <pc:docMk/>
            <pc:sldMk cId="3293302071" sldId="342"/>
            <ac:spMk id="3" creationId="{7A89CADB-BFFA-48AB-68C5-7C55F96D7700}"/>
          </ac:spMkLst>
        </pc:spChg>
        <pc:spChg chg="add">
          <ac:chgData name="faik bilgen" userId="9fcb1696e65a161f" providerId="LiveId" clId="{0C3A4C9E-717D-4ADE-97E0-B0AD580B3355}" dt="2026-01-18T11:39:48.068" v="4613" actId="26606"/>
          <ac:spMkLst>
            <pc:docMk/>
            <pc:sldMk cId="3293302071" sldId="342"/>
            <ac:spMk id="9" creationId="{9B7AD9F6-8CE7-4299-8FC6-328F4DCD3FF9}"/>
          </ac:spMkLst>
        </pc:spChg>
        <pc:spChg chg="add">
          <ac:chgData name="faik bilgen" userId="9fcb1696e65a161f" providerId="LiveId" clId="{0C3A4C9E-717D-4ADE-97E0-B0AD580B3355}" dt="2026-01-18T11:39:48.068" v="4613" actId="26606"/>
          <ac:spMkLst>
            <pc:docMk/>
            <pc:sldMk cId="3293302071" sldId="342"/>
            <ac:spMk id="11" creationId="{F49775AF-8896-43EE-92C6-83497D6DC56F}"/>
          </ac:spMkLst>
        </pc:spChg>
        <pc:picChg chg="add del mod">
          <ac:chgData name="faik bilgen" userId="9fcb1696e65a161f" providerId="LiveId" clId="{0C3A4C9E-717D-4ADE-97E0-B0AD580B3355}" dt="2026-01-18T11:40:01.663" v="4616" actId="478"/>
          <ac:picMkLst>
            <pc:docMk/>
            <pc:sldMk cId="3293302071" sldId="342"/>
            <ac:picMk id="4" creationId="{9FD1D621-C531-1D8E-7679-89B9F3A66402}"/>
          </ac:picMkLst>
        </pc:picChg>
        <pc:picChg chg="add mod">
          <ac:chgData name="faik bilgen" userId="9fcb1696e65a161f" providerId="LiveId" clId="{0C3A4C9E-717D-4ADE-97E0-B0AD580B3355}" dt="2026-01-18T11:51:55.718" v="4714" actId="14100"/>
          <ac:picMkLst>
            <pc:docMk/>
            <pc:sldMk cId="3293302071" sldId="342"/>
            <ac:picMk id="5" creationId="{CF86CF09-68AB-8FE8-D740-EDA651992B5D}"/>
          </ac:picMkLst>
        </pc:picChg>
      </pc:sldChg>
      <pc:sldChg chg="addSp delSp modSp add mod ord">
        <pc:chgData name="faik bilgen" userId="9fcb1696e65a161f" providerId="LiveId" clId="{0C3A4C9E-717D-4ADE-97E0-B0AD580B3355}" dt="2026-01-18T11:50:14.763" v="4712" actId="113"/>
        <pc:sldMkLst>
          <pc:docMk/>
          <pc:sldMk cId="725342305" sldId="343"/>
        </pc:sldMkLst>
        <pc:spChg chg="del">
          <ac:chgData name="faik bilgen" userId="9fcb1696e65a161f" providerId="LiveId" clId="{0C3A4C9E-717D-4ADE-97E0-B0AD580B3355}" dt="2026-01-18T11:41:12.494" v="4623" actId="478"/>
          <ac:spMkLst>
            <pc:docMk/>
            <pc:sldMk cId="725342305" sldId="343"/>
            <ac:spMk id="3" creationId="{9A1E4051-2CFB-A3EA-2999-3FEE5FD05293}"/>
          </ac:spMkLst>
        </pc:spChg>
        <pc:spChg chg="add del mod">
          <ac:chgData name="faik bilgen" userId="9fcb1696e65a161f" providerId="LiveId" clId="{0C3A4C9E-717D-4ADE-97E0-B0AD580B3355}" dt="2026-01-18T11:41:14.836" v="4624" actId="478"/>
          <ac:spMkLst>
            <pc:docMk/>
            <pc:sldMk cId="725342305" sldId="343"/>
            <ac:spMk id="5" creationId="{E46D4107-356A-C54D-FB8D-218C931CF5AA}"/>
          </ac:spMkLst>
        </pc:spChg>
        <pc:spChg chg="add mod">
          <ac:chgData name="faik bilgen" userId="9fcb1696e65a161f" providerId="LiveId" clId="{0C3A4C9E-717D-4ADE-97E0-B0AD580B3355}" dt="2026-01-18T11:50:04.993" v="4707" actId="1582"/>
          <ac:spMkLst>
            <pc:docMk/>
            <pc:sldMk cId="725342305" sldId="343"/>
            <ac:spMk id="9" creationId="{BF7C92ED-D115-B373-965B-E7C8A992008C}"/>
          </ac:spMkLst>
        </pc:spChg>
        <pc:spChg chg="add mod">
          <ac:chgData name="faik bilgen" userId="9fcb1696e65a161f" providerId="LiveId" clId="{0C3A4C9E-717D-4ADE-97E0-B0AD580B3355}" dt="2026-01-18T11:50:14.763" v="4712" actId="113"/>
          <ac:spMkLst>
            <pc:docMk/>
            <pc:sldMk cId="725342305" sldId="343"/>
            <ac:spMk id="11" creationId="{0CC3A7B6-C2C9-AE37-7B67-BB3EE0D5F601}"/>
          </ac:spMkLst>
        </pc:spChg>
        <pc:graphicFrameChg chg="add mod modGraphic">
          <ac:chgData name="faik bilgen" userId="9fcb1696e65a161f" providerId="LiveId" clId="{0C3A4C9E-717D-4ADE-97E0-B0AD580B3355}" dt="2026-01-18T11:43:15.298" v="4658" actId="14734"/>
          <ac:graphicFrameMkLst>
            <pc:docMk/>
            <pc:sldMk cId="725342305" sldId="343"/>
            <ac:graphicFrameMk id="6" creationId="{46F2D74E-FD8F-77EF-A767-F0CE1A9DBDCE}"/>
          </ac:graphicFrameMkLst>
        </pc:graphicFrameChg>
      </pc:sldChg>
      <pc:sldChg chg="addSp delSp modSp add mod">
        <pc:chgData name="faik bilgen" userId="9fcb1696e65a161f" providerId="LiveId" clId="{0C3A4C9E-717D-4ADE-97E0-B0AD580B3355}" dt="2026-01-18T11:57:52.013" v="4777" actId="113"/>
        <pc:sldMkLst>
          <pc:docMk/>
          <pc:sldMk cId="4208932202" sldId="344"/>
        </pc:sldMkLst>
        <pc:spChg chg="mod">
          <ac:chgData name="faik bilgen" userId="9fcb1696e65a161f" providerId="LiveId" clId="{0C3A4C9E-717D-4ADE-97E0-B0AD580B3355}" dt="2026-01-18T11:54:49.248" v="4753" actId="20577"/>
          <ac:spMkLst>
            <pc:docMk/>
            <pc:sldMk cId="4208932202" sldId="344"/>
            <ac:spMk id="2" creationId="{B535BF53-37A9-CDE4-A7E1-59C27A9AF9B0}"/>
          </ac:spMkLst>
        </pc:spChg>
        <pc:spChg chg="add mod">
          <ac:chgData name="faik bilgen" userId="9fcb1696e65a161f" providerId="LiveId" clId="{0C3A4C9E-717D-4ADE-97E0-B0AD580B3355}" dt="2026-01-18T11:57:52.013" v="4777" actId="113"/>
          <ac:spMkLst>
            <pc:docMk/>
            <pc:sldMk cId="4208932202" sldId="344"/>
            <ac:spMk id="4" creationId="{EA7D5E59-779C-1E45-FE95-659967F3F4A0}"/>
          </ac:spMkLst>
        </pc:spChg>
        <pc:spChg chg="del">
          <ac:chgData name="faik bilgen" userId="9fcb1696e65a161f" providerId="LiveId" clId="{0C3A4C9E-717D-4ADE-97E0-B0AD580B3355}" dt="2026-01-18T11:54:52.825" v="4754" actId="478"/>
          <ac:spMkLst>
            <pc:docMk/>
            <pc:sldMk cId="4208932202" sldId="344"/>
            <ac:spMk id="9" creationId="{E5092382-72E4-8647-3647-46C2F74B7A53}"/>
          </ac:spMkLst>
        </pc:spChg>
        <pc:spChg chg="del">
          <ac:chgData name="faik bilgen" userId="9fcb1696e65a161f" providerId="LiveId" clId="{0C3A4C9E-717D-4ADE-97E0-B0AD580B3355}" dt="2026-01-18T11:54:56.029" v="4755" actId="478"/>
          <ac:spMkLst>
            <pc:docMk/>
            <pc:sldMk cId="4208932202" sldId="344"/>
            <ac:spMk id="11" creationId="{86242B13-CCA2-5501-DC36-B5FB1A56E578}"/>
          </ac:spMkLst>
        </pc:spChg>
        <pc:graphicFrameChg chg="del">
          <ac:chgData name="faik bilgen" userId="9fcb1696e65a161f" providerId="LiveId" clId="{0C3A4C9E-717D-4ADE-97E0-B0AD580B3355}" dt="2026-01-18T11:54:59.479" v="4756" actId="478"/>
          <ac:graphicFrameMkLst>
            <pc:docMk/>
            <pc:sldMk cId="4208932202" sldId="344"/>
            <ac:graphicFrameMk id="6" creationId="{5A23D85B-8B3C-1451-194B-5C5C02334A79}"/>
          </ac:graphicFrameMkLst>
        </pc:graphicFrameChg>
      </pc:sldChg>
      <pc:sldChg chg="addSp delSp modSp add mod">
        <pc:chgData name="faik bilgen" userId="9fcb1696e65a161f" providerId="LiveId" clId="{0C3A4C9E-717D-4ADE-97E0-B0AD580B3355}" dt="2026-01-18T12:00:39.631" v="4801" actId="948"/>
        <pc:sldMkLst>
          <pc:docMk/>
          <pc:sldMk cId="660422530" sldId="345"/>
        </pc:sldMkLst>
        <pc:spChg chg="mod">
          <ac:chgData name="faik bilgen" userId="9fcb1696e65a161f" providerId="LiveId" clId="{0C3A4C9E-717D-4ADE-97E0-B0AD580B3355}" dt="2026-01-18T11:58:32.506" v="4779" actId="20577"/>
          <ac:spMkLst>
            <pc:docMk/>
            <pc:sldMk cId="660422530" sldId="345"/>
            <ac:spMk id="2" creationId="{58879F0F-3E7E-49A8-2583-EA5C6B787010}"/>
          </ac:spMkLst>
        </pc:spChg>
        <pc:spChg chg="del">
          <ac:chgData name="faik bilgen" userId="9fcb1696e65a161f" providerId="LiveId" clId="{0C3A4C9E-717D-4ADE-97E0-B0AD580B3355}" dt="2026-01-18T11:59:00.703" v="4780" actId="478"/>
          <ac:spMkLst>
            <pc:docMk/>
            <pc:sldMk cId="660422530" sldId="345"/>
            <ac:spMk id="4" creationId="{F7FC0451-B973-BEA5-BBE9-CFF5B555F5A7}"/>
          </ac:spMkLst>
        </pc:spChg>
        <pc:graphicFrameChg chg="add mod modGraphic">
          <ac:chgData name="faik bilgen" userId="9fcb1696e65a161f" providerId="LiveId" clId="{0C3A4C9E-717D-4ADE-97E0-B0AD580B3355}" dt="2026-01-18T12:00:39.631" v="4801" actId="948"/>
          <ac:graphicFrameMkLst>
            <pc:docMk/>
            <pc:sldMk cId="660422530" sldId="345"/>
            <ac:graphicFrameMk id="3" creationId="{75679273-6A0B-5CD8-A4C7-732DB6930D12}"/>
          </ac:graphicFrameMkLst>
        </pc:graphicFrameChg>
      </pc:sldChg>
      <pc:sldChg chg="addSp delSp modSp add mod">
        <pc:chgData name="faik bilgen" userId="9fcb1696e65a161f" providerId="LiveId" clId="{0C3A4C9E-717D-4ADE-97E0-B0AD580B3355}" dt="2026-01-18T12:05:55.202" v="4905" actId="20577"/>
        <pc:sldMkLst>
          <pc:docMk/>
          <pc:sldMk cId="3331747759" sldId="346"/>
        </pc:sldMkLst>
        <pc:spChg chg="mod">
          <ac:chgData name="faik bilgen" userId="9fcb1696e65a161f" providerId="LiveId" clId="{0C3A4C9E-717D-4ADE-97E0-B0AD580B3355}" dt="2026-01-18T12:05:55.202" v="4905" actId="20577"/>
          <ac:spMkLst>
            <pc:docMk/>
            <pc:sldMk cId="3331747759" sldId="346"/>
            <ac:spMk id="2" creationId="{BFB93FA8-3094-1BB2-4C61-5793860175AB}"/>
          </ac:spMkLst>
        </pc:spChg>
        <pc:graphicFrameChg chg="del">
          <ac:chgData name="faik bilgen" userId="9fcb1696e65a161f" providerId="LiveId" clId="{0C3A4C9E-717D-4ADE-97E0-B0AD580B3355}" dt="2026-01-18T12:02:01.686" v="4829" actId="478"/>
          <ac:graphicFrameMkLst>
            <pc:docMk/>
            <pc:sldMk cId="3331747759" sldId="346"/>
            <ac:graphicFrameMk id="3" creationId="{BB7B227D-CAB6-4CEF-A6AE-8FB17F9B967B}"/>
          </ac:graphicFrameMkLst>
        </pc:graphicFrameChg>
        <pc:graphicFrameChg chg="add mod modGraphic">
          <ac:chgData name="faik bilgen" userId="9fcb1696e65a161f" providerId="LiveId" clId="{0C3A4C9E-717D-4ADE-97E0-B0AD580B3355}" dt="2026-01-18T12:05:50.228" v="4904" actId="1036"/>
          <ac:graphicFrameMkLst>
            <pc:docMk/>
            <pc:sldMk cId="3331747759" sldId="346"/>
            <ac:graphicFrameMk id="4" creationId="{30F78693-FC73-9703-D773-8D502F2225F9}"/>
          </ac:graphicFrameMkLst>
        </pc:graphicFrameChg>
      </pc:sldChg>
      <pc:sldChg chg="addSp delSp modSp add mod">
        <pc:chgData name="faik bilgen" userId="9fcb1696e65a161f" providerId="LiveId" clId="{0C3A4C9E-717D-4ADE-97E0-B0AD580B3355}" dt="2026-01-18T12:08:01.436" v="4935" actId="14734"/>
        <pc:sldMkLst>
          <pc:docMk/>
          <pc:sldMk cId="3545184821" sldId="347"/>
        </pc:sldMkLst>
        <pc:spChg chg="mod">
          <ac:chgData name="faik bilgen" userId="9fcb1696e65a161f" providerId="LiveId" clId="{0C3A4C9E-717D-4ADE-97E0-B0AD580B3355}" dt="2026-01-18T12:06:10.726" v="4917" actId="20577"/>
          <ac:spMkLst>
            <pc:docMk/>
            <pc:sldMk cId="3545184821" sldId="347"/>
            <ac:spMk id="2" creationId="{880BE792-28C3-AC42-D181-28DF6B39C05C}"/>
          </ac:spMkLst>
        </pc:spChg>
        <pc:graphicFrameChg chg="add mod modGraphic">
          <ac:chgData name="faik bilgen" userId="9fcb1696e65a161f" providerId="LiveId" clId="{0C3A4C9E-717D-4ADE-97E0-B0AD580B3355}" dt="2026-01-18T12:08:01.436" v="4935" actId="14734"/>
          <ac:graphicFrameMkLst>
            <pc:docMk/>
            <pc:sldMk cId="3545184821" sldId="347"/>
            <ac:graphicFrameMk id="3" creationId="{79728FE5-F48C-03CD-EACB-50159C2F53FD}"/>
          </ac:graphicFrameMkLst>
        </pc:graphicFrameChg>
        <pc:graphicFrameChg chg="del">
          <ac:chgData name="faik bilgen" userId="9fcb1696e65a161f" providerId="LiveId" clId="{0C3A4C9E-717D-4ADE-97E0-B0AD580B3355}" dt="2026-01-18T12:06:17.199" v="4918" actId="478"/>
          <ac:graphicFrameMkLst>
            <pc:docMk/>
            <pc:sldMk cId="3545184821" sldId="347"/>
            <ac:graphicFrameMk id="4" creationId="{1F9C1B03-1ED5-5ADA-5104-2A75ACDD91FB}"/>
          </ac:graphicFrameMkLst>
        </pc:graphicFrameChg>
      </pc:sldChg>
      <pc:sldChg chg="add del">
        <pc:chgData name="faik bilgen" userId="9fcb1696e65a161f" providerId="LiveId" clId="{0C3A4C9E-717D-4ADE-97E0-B0AD580B3355}" dt="2026-01-19T08:30:12.240" v="4976" actId="47"/>
        <pc:sldMkLst>
          <pc:docMk/>
          <pc:sldMk cId="757455787" sldId="348"/>
        </pc:sldMkLst>
      </pc:sldChg>
      <pc:sldChg chg="addSp delSp modSp new mod setBg">
        <pc:chgData name="faik bilgen" userId="9fcb1696e65a161f" providerId="LiveId" clId="{0C3A4C9E-717D-4ADE-97E0-B0AD580B3355}" dt="2026-01-18T12:13:29.412" v="4975" actId="27636"/>
        <pc:sldMkLst>
          <pc:docMk/>
          <pc:sldMk cId="3131274016" sldId="349"/>
        </pc:sldMkLst>
        <pc:spChg chg="mod">
          <ac:chgData name="faik bilgen" userId="9fcb1696e65a161f" providerId="LiveId" clId="{0C3A4C9E-717D-4ADE-97E0-B0AD580B3355}" dt="2026-01-18T12:13:02.843" v="4951" actId="26606"/>
          <ac:spMkLst>
            <pc:docMk/>
            <pc:sldMk cId="3131274016" sldId="349"/>
            <ac:spMk id="2" creationId="{86263244-4949-EB37-4D42-76690E48CA37}"/>
          </ac:spMkLst>
        </pc:spChg>
        <pc:spChg chg="del">
          <ac:chgData name="faik bilgen" userId="9fcb1696e65a161f" providerId="LiveId" clId="{0C3A4C9E-717D-4ADE-97E0-B0AD580B3355}" dt="2026-01-18T12:11:45.388" v="4943" actId="478"/>
          <ac:spMkLst>
            <pc:docMk/>
            <pc:sldMk cId="3131274016" sldId="349"/>
            <ac:spMk id="3" creationId="{093B7F54-FC68-6991-0094-B4074FFD7085}"/>
          </ac:spMkLst>
        </pc:spChg>
        <pc:spChg chg="add mod">
          <ac:chgData name="faik bilgen" userId="9fcb1696e65a161f" providerId="LiveId" clId="{0C3A4C9E-717D-4ADE-97E0-B0AD580B3355}" dt="2026-01-18T12:13:29.412" v="4975" actId="27636"/>
          <ac:spMkLst>
            <pc:docMk/>
            <pc:sldMk cId="3131274016" sldId="349"/>
            <ac:spMk id="5" creationId="{D53DE259-39F3-0924-0353-80307BA326A8}"/>
          </ac:spMkLst>
        </pc:spChg>
        <pc:spChg chg="add">
          <ac:chgData name="faik bilgen" userId="9fcb1696e65a161f" providerId="LiveId" clId="{0C3A4C9E-717D-4ADE-97E0-B0AD580B3355}" dt="2026-01-18T12:13:02.843" v="4951" actId="26606"/>
          <ac:spMkLst>
            <pc:docMk/>
            <pc:sldMk cId="3131274016" sldId="349"/>
            <ac:spMk id="10" creationId="{100EDD19-6802-4EC3-95CE-CFFAB042CFD6}"/>
          </ac:spMkLst>
        </pc:spChg>
        <pc:spChg chg="add">
          <ac:chgData name="faik bilgen" userId="9fcb1696e65a161f" providerId="LiveId" clId="{0C3A4C9E-717D-4ADE-97E0-B0AD580B3355}" dt="2026-01-18T12:13:02.843" v="4951" actId="26606"/>
          <ac:spMkLst>
            <pc:docMk/>
            <pc:sldMk cId="3131274016" sldId="349"/>
            <ac:spMk id="12" creationId="{DB17E863-922E-4C26-BD64-E8FD41D28661}"/>
          </ac:spMkLst>
        </pc:spChg>
      </pc:sldChg>
      <pc:sldChg chg="modSp add mod ord">
        <pc:chgData name="faik bilgen" userId="9fcb1696e65a161f" providerId="LiveId" clId="{0C3A4C9E-717D-4ADE-97E0-B0AD580B3355}" dt="2026-01-19T08:30:41.291" v="5004" actId="20577"/>
        <pc:sldMkLst>
          <pc:docMk/>
          <pc:sldMk cId="694935753" sldId="350"/>
        </pc:sldMkLst>
        <pc:spChg chg="mod">
          <ac:chgData name="faik bilgen" userId="9fcb1696e65a161f" providerId="LiveId" clId="{0C3A4C9E-717D-4ADE-97E0-B0AD580B3355}" dt="2026-01-19T08:30:41.291" v="5004" actId="20577"/>
          <ac:spMkLst>
            <pc:docMk/>
            <pc:sldMk cId="694935753" sldId="350"/>
            <ac:spMk id="2" creationId="{E815B1F9-1A96-BEBB-3AFB-11C6D3E74BFB}"/>
          </ac:spMkLst>
        </pc:spChg>
      </pc:sldChg>
      <pc:sldChg chg="modSp add mod ord modNotesTx">
        <pc:chgData name="faik bilgen" userId="9fcb1696e65a161f" providerId="LiveId" clId="{0C3A4C9E-717D-4ADE-97E0-B0AD580B3355}" dt="2026-01-19T08:42:45.117" v="5101" actId="1036"/>
        <pc:sldMkLst>
          <pc:docMk/>
          <pc:sldMk cId="1943525955" sldId="351"/>
        </pc:sldMkLst>
        <pc:spChg chg="mod">
          <ac:chgData name="faik bilgen" userId="9fcb1696e65a161f" providerId="LiveId" clId="{0C3A4C9E-717D-4ADE-97E0-B0AD580B3355}" dt="2026-01-19T08:34:42.786" v="5021" actId="20577"/>
          <ac:spMkLst>
            <pc:docMk/>
            <pc:sldMk cId="1943525955" sldId="351"/>
            <ac:spMk id="2" creationId="{A7C72ECC-5817-3BC3-CAC7-F7DD858BF1BB}"/>
          </ac:spMkLst>
        </pc:spChg>
        <pc:spChg chg="mod">
          <ac:chgData name="faik bilgen" userId="9fcb1696e65a161f" providerId="LiveId" clId="{0C3A4C9E-717D-4ADE-97E0-B0AD580B3355}" dt="2026-01-19T08:42:45.117" v="5101" actId="1036"/>
          <ac:spMkLst>
            <pc:docMk/>
            <pc:sldMk cId="1943525955" sldId="351"/>
            <ac:spMk id="5" creationId="{2CE0DF66-6242-2523-C6BD-189FBDE76F9C}"/>
          </ac:spMkLst>
        </pc:spChg>
      </pc:sldChg>
      <pc:sldChg chg="modSp add mod modNotesTx">
        <pc:chgData name="faik bilgen" userId="9fcb1696e65a161f" providerId="LiveId" clId="{0C3A4C9E-717D-4ADE-97E0-B0AD580B3355}" dt="2026-01-19T08:42:39.567" v="5088" actId="1036"/>
        <pc:sldMkLst>
          <pc:docMk/>
          <pc:sldMk cId="31476329" sldId="352"/>
        </pc:sldMkLst>
        <pc:spChg chg="mod">
          <ac:chgData name="faik bilgen" userId="9fcb1696e65a161f" providerId="LiveId" clId="{0C3A4C9E-717D-4ADE-97E0-B0AD580B3355}" dt="2026-01-19T08:39:10.265" v="5046" actId="20577"/>
          <ac:spMkLst>
            <pc:docMk/>
            <pc:sldMk cId="31476329" sldId="352"/>
            <ac:spMk id="2" creationId="{6DD73244-415D-1E68-2BC3-7944B43AEF25}"/>
          </ac:spMkLst>
        </pc:spChg>
        <pc:spChg chg="mod">
          <ac:chgData name="faik bilgen" userId="9fcb1696e65a161f" providerId="LiveId" clId="{0C3A4C9E-717D-4ADE-97E0-B0AD580B3355}" dt="2026-01-19T08:42:39.567" v="5088" actId="1036"/>
          <ac:spMkLst>
            <pc:docMk/>
            <pc:sldMk cId="31476329" sldId="352"/>
            <ac:spMk id="5" creationId="{BDD22AB8-9347-F997-4926-1151CE27FC93}"/>
          </ac:spMkLst>
        </pc:spChg>
      </pc:sldChg>
      <pc:sldChg chg="modSp add mod">
        <pc:chgData name="faik bilgen" userId="9fcb1696e65a161f" providerId="LiveId" clId="{0C3A4C9E-717D-4ADE-97E0-B0AD580B3355}" dt="2026-01-19T08:42:32.467" v="5077" actId="1036"/>
        <pc:sldMkLst>
          <pc:docMk/>
          <pc:sldMk cId="2748666702" sldId="353"/>
        </pc:sldMkLst>
        <pc:spChg chg="mod">
          <ac:chgData name="faik bilgen" userId="9fcb1696e65a161f" providerId="LiveId" clId="{0C3A4C9E-717D-4ADE-97E0-B0AD580B3355}" dt="2026-01-19T08:40:18.737" v="5058" actId="20577"/>
          <ac:spMkLst>
            <pc:docMk/>
            <pc:sldMk cId="2748666702" sldId="353"/>
            <ac:spMk id="2" creationId="{2CFAF51A-E526-0A71-1402-88AE146C1C05}"/>
          </ac:spMkLst>
        </pc:spChg>
        <pc:spChg chg="mod">
          <ac:chgData name="faik bilgen" userId="9fcb1696e65a161f" providerId="LiveId" clId="{0C3A4C9E-717D-4ADE-97E0-B0AD580B3355}" dt="2026-01-19T08:42:32.467" v="5077" actId="1036"/>
          <ac:spMkLst>
            <pc:docMk/>
            <pc:sldMk cId="2748666702" sldId="353"/>
            <ac:spMk id="5" creationId="{3A20040C-9D0D-FBC1-5C0C-81B85D27ED0A}"/>
          </ac:spMkLst>
        </pc:spChg>
      </pc:sldChg>
      <pc:sldChg chg="modSp add mod modNotesTx">
        <pc:chgData name="faik bilgen" userId="9fcb1696e65a161f" providerId="LiveId" clId="{0C3A4C9E-717D-4ADE-97E0-B0AD580B3355}" dt="2026-01-19T08:44:20.365" v="5124" actId="20577"/>
        <pc:sldMkLst>
          <pc:docMk/>
          <pc:sldMk cId="457470317" sldId="354"/>
        </pc:sldMkLst>
        <pc:spChg chg="mod">
          <ac:chgData name="faik bilgen" userId="9fcb1696e65a161f" providerId="LiveId" clId="{0C3A4C9E-717D-4ADE-97E0-B0AD580B3355}" dt="2026-01-19T08:42:51.829" v="5109" actId="20577"/>
          <ac:spMkLst>
            <pc:docMk/>
            <pc:sldMk cId="457470317" sldId="354"/>
            <ac:spMk id="2" creationId="{B3AF5AF1-97BC-0B3E-C481-F63DF4FC92FE}"/>
          </ac:spMkLst>
        </pc:spChg>
        <pc:spChg chg="mod">
          <ac:chgData name="faik bilgen" userId="9fcb1696e65a161f" providerId="LiveId" clId="{0C3A4C9E-717D-4ADE-97E0-B0AD580B3355}" dt="2026-01-19T08:43:53.335" v="5123" actId="14100"/>
          <ac:spMkLst>
            <pc:docMk/>
            <pc:sldMk cId="457470317" sldId="354"/>
            <ac:spMk id="5" creationId="{25A57006-ADBE-F5AA-4E04-3185D74D844D}"/>
          </ac:spMkLst>
        </pc:spChg>
      </pc:sldChg>
      <pc:sldChg chg="modSp add mod">
        <pc:chgData name="faik bilgen" userId="9fcb1696e65a161f" providerId="LiveId" clId="{0C3A4C9E-717D-4ADE-97E0-B0AD580B3355}" dt="2026-01-19T08:47:04.892" v="5138"/>
        <pc:sldMkLst>
          <pc:docMk/>
          <pc:sldMk cId="4275599633" sldId="355"/>
        </pc:sldMkLst>
        <pc:spChg chg="mod">
          <ac:chgData name="faik bilgen" userId="9fcb1696e65a161f" providerId="LiveId" clId="{0C3A4C9E-717D-4ADE-97E0-B0AD580B3355}" dt="2026-01-19T08:46:33.697" v="5136" actId="20577"/>
          <ac:spMkLst>
            <pc:docMk/>
            <pc:sldMk cId="4275599633" sldId="355"/>
            <ac:spMk id="2" creationId="{A0EC7264-E972-D17B-8715-77C42B8E5E0E}"/>
          </ac:spMkLst>
        </pc:spChg>
        <pc:spChg chg="mod">
          <ac:chgData name="faik bilgen" userId="9fcb1696e65a161f" providerId="LiveId" clId="{0C3A4C9E-717D-4ADE-97E0-B0AD580B3355}" dt="2026-01-19T08:47:04.892" v="5138"/>
          <ac:spMkLst>
            <pc:docMk/>
            <pc:sldMk cId="4275599633" sldId="355"/>
            <ac:spMk id="5" creationId="{E0762854-9D1C-A13C-B22B-E8745BEB7227}"/>
          </ac:spMkLst>
        </pc:spChg>
      </pc:sldChg>
      <pc:sldChg chg="modSp add mod ord">
        <pc:chgData name="faik bilgen" userId="9fcb1696e65a161f" providerId="LiveId" clId="{0C3A4C9E-717D-4ADE-97E0-B0AD580B3355}" dt="2026-01-19T12:09:47.513" v="5202" actId="20577"/>
        <pc:sldMkLst>
          <pc:docMk/>
          <pc:sldMk cId="2433606623" sldId="356"/>
        </pc:sldMkLst>
        <pc:spChg chg="mod">
          <ac:chgData name="faik bilgen" userId="9fcb1696e65a161f" providerId="LiveId" clId="{0C3A4C9E-717D-4ADE-97E0-B0AD580B3355}" dt="2026-01-19T12:09:47.513" v="5202" actId="20577"/>
          <ac:spMkLst>
            <pc:docMk/>
            <pc:sldMk cId="2433606623" sldId="356"/>
            <ac:spMk id="3" creationId="{0BA872B3-F8E5-9FB3-0731-5C7DF1418BCA}"/>
          </ac:spMkLst>
        </pc:spChg>
      </pc:sldChg>
      <pc:sldChg chg="addSp modSp add mod ord modNotesTx">
        <pc:chgData name="faik bilgen" userId="9fcb1696e65a161f" providerId="LiveId" clId="{0C3A4C9E-717D-4ADE-97E0-B0AD580B3355}" dt="2026-01-19T12:45:36.510" v="5239" actId="552"/>
        <pc:sldMkLst>
          <pc:docMk/>
          <pc:sldMk cId="3871461859" sldId="357"/>
        </pc:sldMkLst>
        <pc:spChg chg="mod">
          <ac:chgData name="faik bilgen" userId="9fcb1696e65a161f" providerId="LiveId" clId="{0C3A4C9E-717D-4ADE-97E0-B0AD580B3355}" dt="2026-01-19T12:43:23.586" v="5206"/>
          <ac:spMkLst>
            <pc:docMk/>
            <pc:sldMk cId="3871461859" sldId="357"/>
            <ac:spMk id="2" creationId="{77A4DA1B-1F5A-1943-49B1-E0EE88B37672}"/>
          </ac:spMkLst>
        </pc:spChg>
        <pc:spChg chg="mod">
          <ac:chgData name="faik bilgen" userId="9fcb1696e65a161f" providerId="LiveId" clId="{0C3A4C9E-717D-4ADE-97E0-B0AD580B3355}" dt="2026-01-19T12:45:36.510" v="5239" actId="552"/>
          <ac:spMkLst>
            <pc:docMk/>
            <pc:sldMk cId="3871461859" sldId="357"/>
            <ac:spMk id="5" creationId="{6480673C-DBFD-EDAD-1BFF-9190037FAC9E}"/>
          </ac:spMkLst>
        </pc:spChg>
        <pc:graphicFrameChg chg="add mod modGraphic">
          <ac:chgData name="faik bilgen" userId="9fcb1696e65a161f" providerId="LiveId" clId="{0C3A4C9E-717D-4ADE-97E0-B0AD580B3355}" dt="2026-01-19T12:45:36.510" v="5239" actId="552"/>
          <ac:graphicFrameMkLst>
            <pc:docMk/>
            <pc:sldMk cId="3871461859" sldId="357"/>
            <ac:graphicFrameMk id="3" creationId="{2DC7441C-1AD8-365A-2446-85D2611DB8DE}"/>
          </ac:graphicFrameMkLst>
        </pc:graphicFrameChg>
      </pc:sldChg>
      <pc:sldChg chg="delSp modSp add mod">
        <pc:chgData name="faik bilgen" userId="9fcb1696e65a161f" providerId="LiveId" clId="{0C3A4C9E-717D-4ADE-97E0-B0AD580B3355}" dt="2026-01-19T12:49:29.815" v="5315" actId="1036"/>
        <pc:sldMkLst>
          <pc:docMk/>
          <pc:sldMk cId="376929427" sldId="358"/>
        </pc:sldMkLst>
        <pc:spChg chg="mod">
          <ac:chgData name="faik bilgen" userId="9fcb1696e65a161f" providerId="LiveId" clId="{0C3A4C9E-717D-4ADE-97E0-B0AD580B3355}" dt="2026-01-19T12:46:45.550" v="5263" actId="20577"/>
          <ac:spMkLst>
            <pc:docMk/>
            <pc:sldMk cId="376929427" sldId="358"/>
            <ac:spMk id="2" creationId="{84D7D15D-5A8B-93CA-E765-5097B2C90E8E}"/>
          </ac:spMkLst>
        </pc:spChg>
        <pc:spChg chg="mod">
          <ac:chgData name="faik bilgen" userId="9fcb1696e65a161f" providerId="LiveId" clId="{0C3A4C9E-717D-4ADE-97E0-B0AD580B3355}" dt="2026-01-19T12:49:29.815" v="5315" actId="1036"/>
          <ac:spMkLst>
            <pc:docMk/>
            <pc:sldMk cId="376929427" sldId="358"/>
            <ac:spMk id="5" creationId="{D6C67AB8-B85D-91AE-BE05-3BA13B92FC18}"/>
          </ac:spMkLst>
        </pc:spChg>
        <pc:graphicFrameChg chg="del">
          <ac:chgData name="faik bilgen" userId="9fcb1696e65a161f" providerId="LiveId" clId="{0C3A4C9E-717D-4ADE-97E0-B0AD580B3355}" dt="2026-01-19T12:46:49.508" v="5264" actId="478"/>
          <ac:graphicFrameMkLst>
            <pc:docMk/>
            <pc:sldMk cId="376929427" sldId="358"/>
            <ac:graphicFrameMk id="3" creationId="{5B2C6001-0F42-D634-07D1-F34C1B00E4AC}"/>
          </ac:graphicFrameMkLst>
        </pc:graphicFrameChg>
      </pc:sldChg>
      <pc:sldChg chg="modSp add mod">
        <pc:chgData name="faik bilgen" userId="9fcb1696e65a161f" providerId="LiveId" clId="{0C3A4C9E-717D-4ADE-97E0-B0AD580B3355}" dt="2026-01-19T12:49:38.990" v="5334" actId="1036"/>
        <pc:sldMkLst>
          <pc:docMk/>
          <pc:sldMk cId="2140530945" sldId="359"/>
        </pc:sldMkLst>
        <pc:spChg chg="mod">
          <ac:chgData name="faik bilgen" userId="9fcb1696e65a161f" providerId="LiveId" clId="{0C3A4C9E-717D-4ADE-97E0-B0AD580B3355}" dt="2026-01-19T12:48:11.379" v="5282" actId="20577"/>
          <ac:spMkLst>
            <pc:docMk/>
            <pc:sldMk cId="2140530945" sldId="359"/>
            <ac:spMk id="2" creationId="{8B2D8E11-E12A-C650-317C-1A33289350D7}"/>
          </ac:spMkLst>
        </pc:spChg>
        <pc:spChg chg="mod">
          <ac:chgData name="faik bilgen" userId="9fcb1696e65a161f" providerId="LiveId" clId="{0C3A4C9E-717D-4ADE-97E0-B0AD580B3355}" dt="2026-01-19T12:49:38.990" v="5334" actId="1036"/>
          <ac:spMkLst>
            <pc:docMk/>
            <pc:sldMk cId="2140530945" sldId="359"/>
            <ac:spMk id="5" creationId="{644FBEED-1F8B-AC54-B2E0-15F272B9CBDD}"/>
          </ac:spMkLst>
        </pc:spChg>
      </pc:sldChg>
      <pc:sldChg chg="modSp add mod modNotesTx">
        <pc:chgData name="faik bilgen" userId="9fcb1696e65a161f" providerId="LiveId" clId="{0C3A4C9E-717D-4ADE-97E0-B0AD580B3355}" dt="2026-01-19T13:07:52.810" v="5451"/>
        <pc:sldMkLst>
          <pc:docMk/>
          <pc:sldMk cId="2064698615" sldId="360"/>
        </pc:sldMkLst>
        <pc:spChg chg="mod">
          <ac:chgData name="faik bilgen" userId="9fcb1696e65a161f" providerId="LiveId" clId="{0C3A4C9E-717D-4ADE-97E0-B0AD580B3355}" dt="2026-01-19T12:49:02.459" v="5296" actId="20577"/>
          <ac:spMkLst>
            <pc:docMk/>
            <pc:sldMk cId="2064698615" sldId="360"/>
            <ac:spMk id="2" creationId="{83A320DC-D331-853A-8517-C0B4F91500FB}"/>
          </ac:spMkLst>
        </pc:spChg>
        <pc:spChg chg="mod">
          <ac:chgData name="faik bilgen" userId="9fcb1696e65a161f" providerId="LiveId" clId="{0C3A4C9E-717D-4ADE-97E0-B0AD580B3355}" dt="2026-01-19T12:49:47.433" v="5352" actId="1036"/>
          <ac:spMkLst>
            <pc:docMk/>
            <pc:sldMk cId="2064698615" sldId="360"/>
            <ac:spMk id="5" creationId="{968F914E-AFD7-D361-F302-2958B299BDC7}"/>
          </ac:spMkLst>
        </pc:spChg>
      </pc:sldChg>
      <pc:sldChg chg="modSp add mod">
        <pc:chgData name="faik bilgen" userId="9fcb1696e65a161f" providerId="LiveId" clId="{0C3A4C9E-717D-4ADE-97E0-B0AD580B3355}" dt="2026-01-19T12:54:44.690" v="5356" actId="20577"/>
        <pc:sldMkLst>
          <pc:docMk/>
          <pc:sldMk cId="2023419515" sldId="361"/>
        </pc:sldMkLst>
        <pc:spChg chg="mod">
          <ac:chgData name="faik bilgen" userId="9fcb1696e65a161f" providerId="LiveId" clId="{0C3A4C9E-717D-4ADE-97E0-B0AD580B3355}" dt="2026-01-19T12:54:05.843" v="5354"/>
          <ac:spMkLst>
            <pc:docMk/>
            <pc:sldMk cId="2023419515" sldId="361"/>
            <ac:spMk id="2" creationId="{CD90FB55-8AA5-2161-38B7-9A7A79101521}"/>
          </ac:spMkLst>
        </pc:spChg>
        <pc:spChg chg="mod">
          <ac:chgData name="faik bilgen" userId="9fcb1696e65a161f" providerId="LiveId" clId="{0C3A4C9E-717D-4ADE-97E0-B0AD580B3355}" dt="2026-01-19T12:54:44.690" v="5356" actId="20577"/>
          <ac:spMkLst>
            <pc:docMk/>
            <pc:sldMk cId="2023419515" sldId="361"/>
            <ac:spMk id="5" creationId="{F7DD3020-C663-016B-C5A5-9E682BEDDD01}"/>
          </ac:spMkLst>
        </pc:spChg>
      </pc:sldChg>
      <pc:sldChg chg="modSp add mod ord">
        <pc:chgData name="faik bilgen" userId="9fcb1696e65a161f" providerId="LiveId" clId="{0C3A4C9E-717D-4ADE-97E0-B0AD580B3355}" dt="2026-01-19T13:01:10.829" v="5382" actId="20577"/>
        <pc:sldMkLst>
          <pc:docMk/>
          <pc:sldMk cId="818778201" sldId="362"/>
        </pc:sldMkLst>
        <pc:spChg chg="mod">
          <ac:chgData name="faik bilgen" userId="9fcb1696e65a161f" providerId="LiveId" clId="{0C3A4C9E-717D-4ADE-97E0-B0AD580B3355}" dt="2026-01-19T13:01:10.829" v="5382" actId="20577"/>
          <ac:spMkLst>
            <pc:docMk/>
            <pc:sldMk cId="818778201" sldId="362"/>
            <ac:spMk id="3" creationId="{6013CD4F-1411-BB1E-0B04-7C6D2082A9D9}"/>
          </ac:spMkLst>
        </pc:spChg>
      </pc:sldChg>
      <pc:sldChg chg="add del">
        <pc:chgData name="faik bilgen" userId="9fcb1696e65a161f" providerId="LiveId" clId="{0C3A4C9E-717D-4ADE-97E0-B0AD580B3355}" dt="2026-01-19T13:01:23.678" v="5384" actId="47"/>
        <pc:sldMkLst>
          <pc:docMk/>
          <pc:sldMk cId="3049854542" sldId="363"/>
        </pc:sldMkLst>
      </pc:sldChg>
      <pc:sldChg chg="addSp delSp modSp new mod">
        <pc:chgData name="faik bilgen" userId="9fcb1696e65a161f" providerId="LiveId" clId="{0C3A4C9E-717D-4ADE-97E0-B0AD580B3355}" dt="2026-01-19T13:26:35.913" v="5543" actId="13926"/>
        <pc:sldMkLst>
          <pc:docMk/>
          <pc:sldMk cId="4129994756" sldId="363"/>
        </pc:sldMkLst>
        <pc:spChg chg="mod">
          <ac:chgData name="faik bilgen" userId="9fcb1696e65a161f" providerId="LiveId" clId="{0C3A4C9E-717D-4ADE-97E0-B0AD580B3355}" dt="2026-01-19T13:01:40.070" v="5399" actId="20577"/>
          <ac:spMkLst>
            <pc:docMk/>
            <pc:sldMk cId="4129994756" sldId="363"/>
            <ac:spMk id="2" creationId="{058A4B89-FD2E-CDD1-7B1F-E654DF70EFF8}"/>
          </ac:spMkLst>
        </pc:spChg>
        <pc:spChg chg="del">
          <ac:chgData name="faik bilgen" userId="9fcb1696e65a161f" providerId="LiveId" clId="{0C3A4C9E-717D-4ADE-97E0-B0AD580B3355}" dt="2026-01-19T13:01:43.927" v="5400" actId="478"/>
          <ac:spMkLst>
            <pc:docMk/>
            <pc:sldMk cId="4129994756" sldId="363"/>
            <ac:spMk id="3" creationId="{DC4887B9-1F66-082D-7548-5DDECC380C28}"/>
          </ac:spMkLst>
        </pc:spChg>
        <pc:spChg chg="add del">
          <ac:chgData name="faik bilgen" userId="9fcb1696e65a161f" providerId="LiveId" clId="{0C3A4C9E-717D-4ADE-97E0-B0AD580B3355}" dt="2026-01-19T13:02:02.717" v="5402" actId="22"/>
          <ac:spMkLst>
            <pc:docMk/>
            <pc:sldMk cId="4129994756" sldId="363"/>
            <ac:spMk id="5" creationId="{17F45925-19C7-C31D-2358-ADDAC3D7FB1B}"/>
          </ac:spMkLst>
        </pc:spChg>
        <pc:spChg chg="add mod">
          <ac:chgData name="faik bilgen" userId="9fcb1696e65a161f" providerId="LiveId" clId="{0C3A4C9E-717D-4ADE-97E0-B0AD580B3355}" dt="2026-01-19T13:24:51.339" v="5527" actId="1035"/>
          <ac:spMkLst>
            <pc:docMk/>
            <pc:sldMk cId="4129994756" sldId="363"/>
            <ac:spMk id="7" creationId="{6DAD52E1-88E1-5EB3-D301-338D29F5A4C2}"/>
          </ac:spMkLst>
        </pc:spChg>
        <pc:spChg chg="add mod">
          <ac:chgData name="faik bilgen" userId="9fcb1696e65a161f" providerId="LiveId" clId="{0C3A4C9E-717D-4ADE-97E0-B0AD580B3355}" dt="2026-01-19T13:26:32.079" v="5542" actId="13926"/>
          <ac:spMkLst>
            <pc:docMk/>
            <pc:sldMk cId="4129994756" sldId="363"/>
            <ac:spMk id="11" creationId="{A573ECAA-75C6-F13E-F33D-557B1480C020}"/>
          </ac:spMkLst>
        </pc:spChg>
        <pc:graphicFrameChg chg="add mod modGraphic">
          <ac:chgData name="faik bilgen" userId="9fcb1696e65a161f" providerId="LiveId" clId="{0C3A4C9E-717D-4ADE-97E0-B0AD580B3355}" dt="2026-01-19T13:26:35.913" v="5543" actId="13926"/>
          <ac:graphicFrameMkLst>
            <pc:docMk/>
            <pc:sldMk cId="4129994756" sldId="363"/>
            <ac:graphicFrameMk id="6" creationId="{A711F935-912B-1B27-1FDB-EDDCE2BEBB3A}"/>
          </ac:graphicFrameMkLst>
        </pc:graphicFrameChg>
        <pc:picChg chg="add del mod">
          <ac:chgData name="faik bilgen" userId="9fcb1696e65a161f" providerId="LiveId" clId="{0C3A4C9E-717D-4ADE-97E0-B0AD580B3355}" dt="2026-01-19T13:24:33.133" v="5513" actId="478"/>
          <ac:picMkLst>
            <pc:docMk/>
            <pc:sldMk cId="4129994756" sldId="363"/>
            <ac:picMk id="9" creationId="{241DDED0-B291-C139-04BB-FDC8A9463811}"/>
          </ac:picMkLst>
        </pc:picChg>
      </pc:sldChg>
      <pc:sldChg chg="addSp delSp modSp add mod">
        <pc:chgData name="faik bilgen" userId="9fcb1696e65a161f" providerId="LiveId" clId="{0C3A4C9E-717D-4ADE-97E0-B0AD580B3355}" dt="2026-01-19T13:28:37.552" v="5550" actId="14100"/>
        <pc:sldMkLst>
          <pc:docMk/>
          <pc:sldMk cId="917974161" sldId="364"/>
        </pc:sldMkLst>
        <pc:spChg chg="del">
          <ac:chgData name="faik bilgen" userId="9fcb1696e65a161f" providerId="LiveId" clId="{0C3A4C9E-717D-4ADE-97E0-B0AD580B3355}" dt="2026-01-19T13:28:25.491" v="5547" actId="478"/>
          <ac:spMkLst>
            <pc:docMk/>
            <pc:sldMk cId="917974161" sldId="364"/>
            <ac:spMk id="7" creationId="{69867567-69C5-F1BF-B5E2-D0B776FE9F87}"/>
          </ac:spMkLst>
        </pc:spChg>
        <pc:spChg chg="del mod">
          <ac:chgData name="faik bilgen" userId="9fcb1696e65a161f" providerId="LiveId" clId="{0C3A4C9E-717D-4ADE-97E0-B0AD580B3355}" dt="2026-01-19T13:28:22.048" v="5546" actId="478"/>
          <ac:spMkLst>
            <pc:docMk/>
            <pc:sldMk cId="917974161" sldId="364"/>
            <ac:spMk id="11" creationId="{FA1AD63A-B8AB-54E7-83B1-1F21B5620428}"/>
          </ac:spMkLst>
        </pc:spChg>
        <pc:graphicFrameChg chg="del">
          <ac:chgData name="faik bilgen" userId="9fcb1696e65a161f" providerId="LiveId" clId="{0C3A4C9E-717D-4ADE-97E0-B0AD580B3355}" dt="2026-01-19T13:28:25.491" v="5547" actId="478"/>
          <ac:graphicFrameMkLst>
            <pc:docMk/>
            <pc:sldMk cId="917974161" sldId="364"/>
            <ac:graphicFrameMk id="6" creationId="{DC80308B-E2FF-AAD3-9ABA-DD5D9E5F9042}"/>
          </ac:graphicFrameMkLst>
        </pc:graphicFrameChg>
        <pc:picChg chg="add mod">
          <ac:chgData name="faik bilgen" userId="9fcb1696e65a161f" providerId="LiveId" clId="{0C3A4C9E-717D-4ADE-97E0-B0AD580B3355}" dt="2026-01-19T13:28:37.552" v="5550" actId="14100"/>
          <ac:picMkLst>
            <pc:docMk/>
            <pc:sldMk cId="917974161" sldId="364"/>
            <ac:picMk id="4" creationId="{C09946B4-BAA8-FECA-A3AC-BC44DBAC18AD}"/>
          </ac:picMkLst>
        </pc:picChg>
      </pc:sldChg>
      <pc:sldChg chg="modSp add mod ord">
        <pc:chgData name="faik bilgen" userId="9fcb1696e65a161f" providerId="LiveId" clId="{0C3A4C9E-717D-4ADE-97E0-B0AD580B3355}" dt="2026-01-19T13:31:06.491" v="5582" actId="20577"/>
        <pc:sldMkLst>
          <pc:docMk/>
          <pc:sldMk cId="54816947" sldId="365"/>
        </pc:sldMkLst>
        <pc:spChg chg="mod">
          <ac:chgData name="faik bilgen" userId="9fcb1696e65a161f" providerId="LiveId" clId="{0C3A4C9E-717D-4ADE-97E0-B0AD580B3355}" dt="2026-01-19T13:31:06.491" v="5582" actId="20577"/>
          <ac:spMkLst>
            <pc:docMk/>
            <pc:sldMk cId="54816947" sldId="365"/>
            <ac:spMk id="2" creationId="{9D882827-A7DB-FE5D-80C4-42D6E49AE0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5D07E-B132-4C8F-A144-2D501431D798}"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A7B8A6-DC2C-4E66-899B-3FF6576B90A7}" type="slidenum">
              <a:rPr lang="en-US" smtClean="0"/>
              <a:t>‹#›</a:t>
            </a:fld>
            <a:endParaRPr lang="en-US"/>
          </a:p>
        </p:txBody>
      </p:sp>
    </p:spTree>
    <p:extLst>
      <p:ext uri="{BB962C8B-B14F-4D97-AF65-F5344CB8AC3E}">
        <p14:creationId xmlns:p14="http://schemas.microsoft.com/office/powerpoint/2010/main" val="323270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hlinkClick r:id="rId3"/>
              </a:rPr>
              <a:t>Introduction - </a:t>
            </a:r>
            <a:r>
              <a:rPr lang="fr-FR" dirty="0" err="1">
                <a:hlinkClick r:id="rId3"/>
              </a:rPr>
              <a:t>Kubernetes</a:t>
            </a:r>
            <a:r>
              <a:rPr lang="fr-FR" dirty="0">
                <a:hlinkClick r:id="rId3"/>
              </a:rPr>
              <a:t> CSI </a:t>
            </a:r>
            <a:r>
              <a:rPr lang="fr-FR" dirty="0" err="1">
                <a:hlinkClick r:id="rId3"/>
              </a:rPr>
              <a:t>Developer</a:t>
            </a:r>
            <a:r>
              <a:rPr lang="fr-FR" dirty="0">
                <a:hlinkClick r:id="rId3"/>
              </a:rPr>
              <a:t> Documentation</a:t>
            </a:r>
            <a:endParaRPr lang="fr-FR" dirty="0"/>
          </a:p>
          <a:p>
            <a:endParaRPr lang="en-US" dirty="0"/>
          </a:p>
        </p:txBody>
      </p:sp>
      <p:sp>
        <p:nvSpPr>
          <p:cNvPr id="4" name="Slide Number Placeholder 3"/>
          <p:cNvSpPr>
            <a:spLocks noGrp="1"/>
          </p:cNvSpPr>
          <p:nvPr>
            <p:ph type="sldNum" sz="quarter" idx="5"/>
          </p:nvPr>
        </p:nvSpPr>
        <p:spPr/>
        <p:txBody>
          <a:bodyPr/>
          <a:lstStyle/>
          <a:p>
            <a:fld id="{08A7B8A6-DC2C-4E66-899B-3FF6576B90A7}" type="slidenum">
              <a:rPr lang="en-US" smtClean="0"/>
              <a:t>16</a:t>
            </a:fld>
            <a:endParaRPr lang="en-US"/>
          </a:p>
        </p:txBody>
      </p:sp>
    </p:spTree>
    <p:extLst>
      <p:ext uri="{BB962C8B-B14F-4D97-AF65-F5344CB8AC3E}">
        <p14:creationId xmlns:p14="http://schemas.microsoft.com/office/powerpoint/2010/main" val="1117911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548E-7889-4FB1-3D34-729249C3C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EEDC-29B8-F780-BBA7-D70901BEC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46AC8-C9B6-826D-6F26-916965BE4716}"/>
              </a:ext>
            </a:extLst>
          </p:cNvPr>
          <p:cNvSpPr>
            <a:spLocks noGrp="1"/>
          </p:cNvSpPr>
          <p:nvPr>
            <p:ph type="body" idx="1"/>
          </p:nvPr>
        </p:nvSpPr>
        <p:spPr/>
        <p:txBody>
          <a:bodyPr/>
          <a:lstStyle/>
          <a:p>
            <a:r>
              <a:rPr lang="en-US" dirty="0" err="1">
                <a:hlinkClick r:id="rId3"/>
              </a:rPr>
              <a:t>kubernetes</a:t>
            </a:r>
            <a:r>
              <a:rPr lang="en-US" dirty="0">
                <a:hlinkClick r:id="rId3"/>
              </a:rPr>
              <a:t>-sigs/secrets-store-</a:t>
            </a:r>
            <a:r>
              <a:rPr lang="en-US" dirty="0" err="1">
                <a:hlinkClick r:id="rId3"/>
              </a:rPr>
              <a:t>csi</a:t>
            </a:r>
            <a:r>
              <a:rPr lang="en-US" dirty="0">
                <a:hlinkClick r:id="rId3"/>
              </a:rPr>
              <a:t>-driver: Secrets Store CSI driver for Kubernetes secrets - Integrates secrets stores with Kubernetes via a CSI volume.</a:t>
            </a:r>
            <a:endParaRPr lang="en-US" dirty="0"/>
          </a:p>
        </p:txBody>
      </p:sp>
      <p:sp>
        <p:nvSpPr>
          <p:cNvPr id="4" name="Slide Number Placeholder 3">
            <a:extLst>
              <a:ext uri="{FF2B5EF4-FFF2-40B4-BE49-F238E27FC236}">
                <a16:creationId xmlns:a16="http://schemas.microsoft.com/office/drawing/2014/main" id="{E8F39BF4-27E5-3D6E-1915-93F9048E8E04}"/>
              </a:ext>
            </a:extLst>
          </p:cNvPr>
          <p:cNvSpPr>
            <a:spLocks noGrp="1"/>
          </p:cNvSpPr>
          <p:nvPr>
            <p:ph type="sldNum" sz="quarter" idx="5"/>
          </p:nvPr>
        </p:nvSpPr>
        <p:spPr/>
        <p:txBody>
          <a:bodyPr/>
          <a:lstStyle/>
          <a:p>
            <a:fld id="{08A7B8A6-DC2C-4E66-899B-3FF6576B90A7}" type="slidenum">
              <a:rPr lang="en-US" smtClean="0"/>
              <a:t>17</a:t>
            </a:fld>
            <a:endParaRPr lang="en-US"/>
          </a:p>
        </p:txBody>
      </p:sp>
    </p:spTree>
    <p:extLst>
      <p:ext uri="{BB962C8B-B14F-4D97-AF65-F5344CB8AC3E}">
        <p14:creationId xmlns:p14="http://schemas.microsoft.com/office/powerpoint/2010/main" val="78352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05F6-65EB-7857-45CF-ED0C34304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BD042-19F7-626C-D78C-675A9CBCA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6B38-9548-B04C-8F48-3EB8D8A2B311}"/>
              </a:ext>
            </a:extLst>
          </p:cNvPr>
          <p:cNvSpPr>
            <a:spLocks noGrp="1"/>
          </p:cNvSpPr>
          <p:nvPr>
            <p:ph type="body" idx="1"/>
          </p:nvPr>
        </p:nvSpPr>
        <p:spPr/>
        <p:txBody>
          <a:bodyPr/>
          <a:lstStyle/>
          <a:p>
            <a:r>
              <a:rPr lang="en-US" dirty="0" err="1">
                <a:hlinkClick r:id="rId3"/>
              </a:rPr>
              <a:t>kubernetes</a:t>
            </a:r>
            <a:r>
              <a:rPr lang="en-US" dirty="0">
                <a:hlinkClick r:id="rId3"/>
              </a:rPr>
              <a:t>-sigs/secrets-store-</a:t>
            </a:r>
            <a:r>
              <a:rPr lang="en-US" dirty="0" err="1">
                <a:hlinkClick r:id="rId3"/>
              </a:rPr>
              <a:t>csi</a:t>
            </a:r>
            <a:r>
              <a:rPr lang="en-US" dirty="0">
                <a:hlinkClick r:id="rId3"/>
              </a:rPr>
              <a:t>-driver: Secrets Store CSI driver for Kubernetes secrets - Integrates secrets stores with Kubernetes via a CSI volume.</a:t>
            </a:r>
            <a:endParaRPr lang="en-US" dirty="0"/>
          </a:p>
        </p:txBody>
      </p:sp>
      <p:sp>
        <p:nvSpPr>
          <p:cNvPr id="4" name="Slide Number Placeholder 3">
            <a:extLst>
              <a:ext uri="{FF2B5EF4-FFF2-40B4-BE49-F238E27FC236}">
                <a16:creationId xmlns:a16="http://schemas.microsoft.com/office/drawing/2014/main" id="{E53D028E-3C24-998C-CBB6-4E560BC1DF0D}"/>
              </a:ext>
            </a:extLst>
          </p:cNvPr>
          <p:cNvSpPr>
            <a:spLocks noGrp="1"/>
          </p:cNvSpPr>
          <p:nvPr>
            <p:ph type="sldNum" sz="quarter" idx="5"/>
          </p:nvPr>
        </p:nvSpPr>
        <p:spPr/>
        <p:txBody>
          <a:bodyPr/>
          <a:lstStyle/>
          <a:p>
            <a:fld id="{08A7B8A6-DC2C-4E66-899B-3FF6576B90A7}" type="slidenum">
              <a:rPr lang="en-US" smtClean="0"/>
              <a:t>18</a:t>
            </a:fld>
            <a:endParaRPr lang="en-US"/>
          </a:p>
        </p:txBody>
      </p:sp>
    </p:spTree>
    <p:extLst>
      <p:ext uri="{BB962C8B-B14F-4D97-AF65-F5344CB8AC3E}">
        <p14:creationId xmlns:p14="http://schemas.microsoft.com/office/powerpoint/2010/main" val="3050519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8050-4EE2-AC6B-FD42-B4E6E7AC1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9C9F8-0C4A-8CCB-4376-34B244F09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72743-0039-3B23-FB40-B2088E9392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851271-9813-3897-029D-75D97204ADDF}"/>
              </a:ext>
            </a:extLst>
          </p:cNvPr>
          <p:cNvSpPr>
            <a:spLocks noGrp="1"/>
          </p:cNvSpPr>
          <p:nvPr>
            <p:ph type="sldNum" sz="quarter" idx="5"/>
          </p:nvPr>
        </p:nvSpPr>
        <p:spPr/>
        <p:txBody>
          <a:bodyPr/>
          <a:lstStyle/>
          <a:p>
            <a:fld id="{08A7B8A6-DC2C-4E66-899B-3FF6576B90A7}" type="slidenum">
              <a:rPr lang="en-US" smtClean="0"/>
              <a:t>19</a:t>
            </a:fld>
            <a:endParaRPr lang="en-US"/>
          </a:p>
        </p:txBody>
      </p:sp>
    </p:spTree>
    <p:extLst>
      <p:ext uri="{BB962C8B-B14F-4D97-AF65-F5344CB8AC3E}">
        <p14:creationId xmlns:p14="http://schemas.microsoft.com/office/powerpoint/2010/main" val="1516743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E732-6751-9DF3-79FE-DE960E76F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FB056-9222-2E2A-1C51-C9AF6481E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80FB-4B09-54C7-8772-E351417E1E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7BE72-9B29-0882-16B0-6296CA56A522}"/>
              </a:ext>
            </a:extLst>
          </p:cNvPr>
          <p:cNvSpPr>
            <a:spLocks noGrp="1"/>
          </p:cNvSpPr>
          <p:nvPr>
            <p:ph type="sldNum" sz="quarter" idx="5"/>
          </p:nvPr>
        </p:nvSpPr>
        <p:spPr/>
        <p:txBody>
          <a:bodyPr/>
          <a:lstStyle/>
          <a:p>
            <a:fld id="{08A7B8A6-DC2C-4E66-899B-3FF6576B90A7}" type="slidenum">
              <a:rPr lang="en-US" smtClean="0"/>
              <a:t>20</a:t>
            </a:fld>
            <a:endParaRPr lang="en-US"/>
          </a:p>
        </p:txBody>
      </p:sp>
    </p:spTree>
    <p:extLst>
      <p:ext uri="{BB962C8B-B14F-4D97-AF65-F5344CB8AC3E}">
        <p14:creationId xmlns:p14="http://schemas.microsoft.com/office/powerpoint/2010/main" val="1103733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80F8-15B7-511E-A7C0-DAD77D136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FCFC9-B6A4-0350-5D22-3BC9A2362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E247E-2EEA-55BA-3AA1-66F75C7AE3FE}"/>
              </a:ext>
            </a:extLst>
          </p:cNvPr>
          <p:cNvSpPr>
            <a:spLocks noGrp="1"/>
          </p:cNvSpPr>
          <p:nvPr>
            <p:ph type="body" idx="1"/>
          </p:nvPr>
        </p:nvSpPr>
        <p:spPr/>
        <p:txBody>
          <a:bodyPr/>
          <a:lstStyle/>
          <a:p>
            <a:r>
              <a:rPr lang="en-US" dirty="0">
                <a:hlinkClick r:id="rId3"/>
              </a:rPr>
              <a:t>Pod Security Standards | Kubernetes</a:t>
            </a:r>
            <a:endParaRPr lang="en-US" dirty="0"/>
          </a:p>
          <a:p>
            <a:endParaRPr lang="en-US" dirty="0"/>
          </a:p>
        </p:txBody>
      </p:sp>
      <p:sp>
        <p:nvSpPr>
          <p:cNvPr id="4" name="Slide Number Placeholder 3">
            <a:extLst>
              <a:ext uri="{FF2B5EF4-FFF2-40B4-BE49-F238E27FC236}">
                <a16:creationId xmlns:a16="http://schemas.microsoft.com/office/drawing/2014/main" id="{66E89A20-404E-99D7-CBC2-8C91CF5883EA}"/>
              </a:ext>
            </a:extLst>
          </p:cNvPr>
          <p:cNvSpPr>
            <a:spLocks noGrp="1"/>
          </p:cNvSpPr>
          <p:nvPr>
            <p:ph type="sldNum" sz="quarter" idx="5"/>
          </p:nvPr>
        </p:nvSpPr>
        <p:spPr/>
        <p:txBody>
          <a:bodyPr/>
          <a:lstStyle/>
          <a:p>
            <a:fld id="{08A7B8A6-DC2C-4E66-899B-3FF6576B90A7}" type="slidenum">
              <a:rPr lang="en-US" smtClean="0"/>
              <a:t>23</a:t>
            </a:fld>
            <a:endParaRPr lang="en-US"/>
          </a:p>
        </p:txBody>
      </p:sp>
    </p:spTree>
    <p:extLst>
      <p:ext uri="{BB962C8B-B14F-4D97-AF65-F5344CB8AC3E}">
        <p14:creationId xmlns:p14="http://schemas.microsoft.com/office/powerpoint/2010/main" val="2724328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9FB0-311A-8ED3-70B0-6DF0F5763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C9D71-7FA7-5647-0C6D-F5E075E18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30A1F-0E5A-1874-4705-14886C2EA0A5}"/>
              </a:ext>
            </a:extLst>
          </p:cNvPr>
          <p:cNvSpPr>
            <a:spLocks noGrp="1"/>
          </p:cNvSpPr>
          <p:nvPr>
            <p:ph type="body" idx="1"/>
          </p:nvPr>
        </p:nvSpPr>
        <p:spPr/>
        <p:txBody>
          <a:bodyPr/>
          <a:lstStyle/>
          <a:p>
            <a:r>
              <a:rPr lang="en-US" dirty="0">
                <a:hlinkClick r:id="rId3"/>
              </a:rPr>
              <a:t>Pod Security Standards | Kubernetes</a:t>
            </a:r>
            <a:endParaRPr lang="en-US" dirty="0"/>
          </a:p>
          <a:p>
            <a:endParaRPr lang="en-US" dirty="0"/>
          </a:p>
        </p:txBody>
      </p:sp>
      <p:sp>
        <p:nvSpPr>
          <p:cNvPr id="4" name="Slide Number Placeholder 3">
            <a:extLst>
              <a:ext uri="{FF2B5EF4-FFF2-40B4-BE49-F238E27FC236}">
                <a16:creationId xmlns:a16="http://schemas.microsoft.com/office/drawing/2014/main" id="{3836E833-E1A3-F5E1-CF0C-CFEF8DD21EA4}"/>
              </a:ext>
            </a:extLst>
          </p:cNvPr>
          <p:cNvSpPr>
            <a:spLocks noGrp="1"/>
          </p:cNvSpPr>
          <p:nvPr>
            <p:ph type="sldNum" sz="quarter" idx="5"/>
          </p:nvPr>
        </p:nvSpPr>
        <p:spPr/>
        <p:txBody>
          <a:bodyPr/>
          <a:lstStyle/>
          <a:p>
            <a:fld id="{08A7B8A6-DC2C-4E66-899B-3FF6576B90A7}" type="slidenum">
              <a:rPr lang="en-US" smtClean="0"/>
              <a:t>24</a:t>
            </a:fld>
            <a:endParaRPr lang="en-US"/>
          </a:p>
        </p:txBody>
      </p:sp>
    </p:spTree>
    <p:extLst>
      <p:ext uri="{BB962C8B-B14F-4D97-AF65-F5344CB8AC3E}">
        <p14:creationId xmlns:p14="http://schemas.microsoft.com/office/powerpoint/2010/main" val="4185759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F422-4DC4-0EA4-73CE-55572F0DC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17248-8C62-69BF-3FB2-1FC31D61C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18434-866B-090B-5AE4-7ABA5FDC2FC3}"/>
              </a:ext>
            </a:extLst>
          </p:cNvPr>
          <p:cNvSpPr>
            <a:spLocks noGrp="1"/>
          </p:cNvSpPr>
          <p:nvPr>
            <p:ph type="body" idx="1"/>
          </p:nvPr>
        </p:nvSpPr>
        <p:spPr/>
        <p:txBody>
          <a:bodyPr/>
          <a:lstStyle/>
          <a:p>
            <a:r>
              <a:rPr lang="en-US" dirty="0">
                <a:hlinkClick r:id="rId3"/>
              </a:rPr>
              <a:t>Pod Security Standards | Kubernetes</a:t>
            </a:r>
            <a:endParaRPr lang="en-US" dirty="0"/>
          </a:p>
          <a:p>
            <a:endParaRPr lang="en-US" dirty="0"/>
          </a:p>
        </p:txBody>
      </p:sp>
      <p:sp>
        <p:nvSpPr>
          <p:cNvPr id="4" name="Slide Number Placeholder 3">
            <a:extLst>
              <a:ext uri="{FF2B5EF4-FFF2-40B4-BE49-F238E27FC236}">
                <a16:creationId xmlns:a16="http://schemas.microsoft.com/office/drawing/2014/main" id="{20F685D7-4CA6-9B52-80AE-C27D88E10870}"/>
              </a:ext>
            </a:extLst>
          </p:cNvPr>
          <p:cNvSpPr>
            <a:spLocks noGrp="1"/>
          </p:cNvSpPr>
          <p:nvPr>
            <p:ph type="sldNum" sz="quarter" idx="5"/>
          </p:nvPr>
        </p:nvSpPr>
        <p:spPr/>
        <p:txBody>
          <a:bodyPr/>
          <a:lstStyle/>
          <a:p>
            <a:fld id="{08A7B8A6-DC2C-4E66-899B-3FF6576B90A7}" type="slidenum">
              <a:rPr lang="en-US" smtClean="0"/>
              <a:t>25</a:t>
            </a:fld>
            <a:endParaRPr lang="en-US"/>
          </a:p>
        </p:txBody>
      </p:sp>
    </p:spTree>
    <p:extLst>
      <p:ext uri="{BB962C8B-B14F-4D97-AF65-F5344CB8AC3E}">
        <p14:creationId xmlns:p14="http://schemas.microsoft.com/office/powerpoint/2010/main" val="30053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0C66-EEB1-CEEE-A665-5CFC2665E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8DB52-EE97-6F5A-3BB5-0C3E9811D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BB0A7-EA8A-A8C0-978B-74F9509DEF54}"/>
              </a:ext>
            </a:extLst>
          </p:cNvPr>
          <p:cNvSpPr>
            <a:spLocks noGrp="1"/>
          </p:cNvSpPr>
          <p:nvPr>
            <p:ph type="body" idx="1"/>
          </p:nvPr>
        </p:nvSpPr>
        <p:spPr/>
        <p:txBody>
          <a:bodyPr/>
          <a:lstStyle/>
          <a:p>
            <a:r>
              <a:rPr lang="en-US" dirty="0">
                <a:hlinkClick r:id="rId3"/>
              </a:rPr>
              <a:t>Pod Security Standards | Kubernetes</a:t>
            </a:r>
            <a:endParaRPr lang="en-US" dirty="0"/>
          </a:p>
          <a:p>
            <a:endParaRPr lang="en-US" dirty="0"/>
          </a:p>
        </p:txBody>
      </p:sp>
      <p:sp>
        <p:nvSpPr>
          <p:cNvPr id="4" name="Slide Number Placeholder 3">
            <a:extLst>
              <a:ext uri="{FF2B5EF4-FFF2-40B4-BE49-F238E27FC236}">
                <a16:creationId xmlns:a16="http://schemas.microsoft.com/office/drawing/2014/main" id="{85E1A073-AC19-B366-3ADE-DA0605D1AAF0}"/>
              </a:ext>
            </a:extLst>
          </p:cNvPr>
          <p:cNvSpPr>
            <a:spLocks noGrp="1"/>
          </p:cNvSpPr>
          <p:nvPr>
            <p:ph type="sldNum" sz="quarter" idx="5"/>
          </p:nvPr>
        </p:nvSpPr>
        <p:spPr/>
        <p:txBody>
          <a:bodyPr/>
          <a:lstStyle/>
          <a:p>
            <a:fld id="{08A7B8A6-DC2C-4E66-899B-3FF6576B90A7}" type="slidenum">
              <a:rPr lang="en-US" smtClean="0"/>
              <a:t>26</a:t>
            </a:fld>
            <a:endParaRPr lang="en-US"/>
          </a:p>
        </p:txBody>
      </p:sp>
    </p:spTree>
    <p:extLst>
      <p:ext uri="{BB962C8B-B14F-4D97-AF65-F5344CB8AC3E}">
        <p14:creationId xmlns:p14="http://schemas.microsoft.com/office/powerpoint/2010/main" val="1351337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B535-8DB0-2FA7-4577-D282D282A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63AC1-01C7-21F6-1D8C-BB34FE211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8B7B-BCF9-9E66-E423-11E460BD758B}"/>
              </a:ext>
            </a:extLst>
          </p:cNvPr>
          <p:cNvSpPr>
            <a:spLocks noGrp="1"/>
          </p:cNvSpPr>
          <p:nvPr>
            <p:ph type="body" idx="1"/>
          </p:nvPr>
        </p:nvSpPr>
        <p:spPr/>
        <p:txBody>
          <a:bodyPr/>
          <a:lstStyle/>
          <a:p>
            <a:r>
              <a:rPr lang="en-US" dirty="0">
                <a:hlinkClick r:id="rId3"/>
              </a:rPr>
              <a:t>Pod Security Standards | Kubernetes</a:t>
            </a:r>
            <a:endParaRPr lang="en-US" dirty="0"/>
          </a:p>
          <a:p>
            <a:endParaRPr lang="en-US" dirty="0"/>
          </a:p>
        </p:txBody>
      </p:sp>
      <p:sp>
        <p:nvSpPr>
          <p:cNvPr id="4" name="Slide Number Placeholder 3">
            <a:extLst>
              <a:ext uri="{FF2B5EF4-FFF2-40B4-BE49-F238E27FC236}">
                <a16:creationId xmlns:a16="http://schemas.microsoft.com/office/drawing/2014/main" id="{1CD9E465-2A57-8963-4C1E-6633455987CE}"/>
              </a:ext>
            </a:extLst>
          </p:cNvPr>
          <p:cNvSpPr>
            <a:spLocks noGrp="1"/>
          </p:cNvSpPr>
          <p:nvPr>
            <p:ph type="sldNum" sz="quarter" idx="5"/>
          </p:nvPr>
        </p:nvSpPr>
        <p:spPr/>
        <p:txBody>
          <a:bodyPr/>
          <a:lstStyle/>
          <a:p>
            <a:fld id="{08A7B8A6-DC2C-4E66-899B-3FF6576B90A7}" type="slidenum">
              <a:rPr lang="en-US" smtClean="0"/>
              <a:t>27</a:t>
            </a:fld>
            <a:endParaRPr lang="en-US"/>
          </a:p>
        </p:txBody>
      </p:sp>
    </p:spTree>
    <p:extLst>
      <p:ext uri="{BB962C8B-B14F-4D97-AF65-F5344CB8AC3E}">
        <p14:creationId xmlns:p14="http://schemas.microsoft.com/office/powerpoint/2010/main" val="1183378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13834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6761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8392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45960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90271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1149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684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53183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0229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0936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0471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1/19/2026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3854776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p:txBody>
          <a:bodyPr/>
          <a:lstStyle/>
          <a:p>
            <a:r>
              <a:rPr lang="en-US" dirty="0"/>
              <a:t>AKS Workshop</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p:txBody>
          <a:bodyPr/>
          <a:lstStyle/>
          <a:p>
            <a:r>
              <a:rPr lang="en-US" dirty="0"/>
              <a:t>Faik Hakan Bilgen, </a:t>
            </a:r>
          </a:p>
          <a:p>
            <a:r>
              <a:rPr lang="en-US" dirty="0"/>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C7DB3-6261-13BA-CFB6-51B82A8A706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A9B969-ADD1-69B6-086B-02182DCFD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0BBD310-98A1-006F-FA3E-62BF86561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D7232A9-8766-5242-39EC-AD57E25F1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27CCCF-AE7A-25E7-BFFF-0DA25929D33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Security and Identity</a:t>
            </a:r>
          </a:p>
        </p:txBody>
      </p:sp>
      <p:sp>
        <p:nvSpPr>
          <p:cNvPr id="13" name="Rectangle 12">
            <a:extLst>
              <a:ext uri="{FF2B5EF4-FFF2-40B4-BE49-F238E27FC236}">
                <a16:creationId xmlns:a16="http://schemas.microsoft.com/office/drawing/2014/main" id="{3443F645-2985-4A7F-5C56-219710EC8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31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04EC62-3031-7072-16EC-B397A472F0CE}"/>
              </a:ext>
            </a:extLst>
          </p:cNvPr>
          <p:cNvSpPr>
            <a:spLocks noGrp="1"/>
          </p:cNvSpPr>
          <p:nvPr>
            <p:ph type="title"/>
          </p:nvPr>
        </p:nvSpPr>
        <p:spPr>
          <a:xfrm>
            <a:off x="1115568" y="548640"/>
            <a:ext cx="10168128" cy="1179576"/>
          </a:xfrm>
        </p:spPr>
        <p:txBody>
          <a:bodyPr>
            <a:normAutofit/>
          </a:bodyPr>
          <a:lstStyle/>
          <a:p>
            <a:r>
              <a:rPr lang="en-US" sz="4000" dirty="0"/>
              <a:t>Open ID Connect (OIDC) on AKS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F269636-5A48-605F-5D7F-D02783CEAB36}"/>
              </a:ext>
            </a:extLst>
          </p:cNvPr>
          <p:cNvSpPr>
            <a:spLocks noGrp="1"/>
          </p:cNvSpPr>
          <p:nvPr>
            <p:ph idx="1"/>
          </p:nvPr>
        </p:nvSpPr>
        <p:spPr>
          <a:xfrm>
            <a:off x="566926" y="2221992"/>
            <a:ext cx="11167447" cy="3954971"/>
          </a:xfrm>
        </p:spPr>
        <p:txBody>
          <a:bodyPr>
            <a:normAutofit/>
          </a:bodyPr>
          <a:lstStyle/>
          <a:p>
            <a:pPr>
              <a:spcAft>
                <a:spcPts val="600"/>
              </a:spcAft>
            </a:pPr>
            <a:r>
              <a:rPr lang="en-US" sz="2400" dirty="0"/>
              <a:t>OpenID Connect (OIDC) extends the OAuth 2.0 authorization protocol for use as another authentication protocol issued by Microsoft Entra ID.</a:t>
            </a:r>
          </a:p>
          <a:p>
            <a:pPr>
              <a:spcAft>
                <a:spcPts val="600"/>
              </a:spcAft>
            </a:pPr>
            <a:r>
              <a:rPr lang="en-US" sz="2400" dirty="0"/>
              <a:t>You can use OIDC to enable single sign-on (SSO) between OAuth-enabled applications on your Azure Kubernetes Service (AKS) cluster using a security token called an ID token.</a:t>
            </a:r>
          </a:p>
          <a:p>
            <a:r>
              <a:rPr lang="en-US" sz="2400" dirty="0"/>
              <a:t>You can enable the OIDC issuer on your AKS clusters, which allows Microsoft Entra ID (or another cloud provider's identity and access management platform) to discover the API server's public signing keys.</a:t>
            </a:r>
          </a:p>
        </p:txBody>
      </p:sp>
    </p:spTree>
    <p:extLst>
      <p:ext uri="{BB962C8B-B14F-4D97-AF65-F5344CB8AC3E}">
        <p14:creationId xmlns:p14="http://schemas.microsoft.com/office/powerpoint/2010/main" val="182705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AA1D32-73FF-82E5-2497-794DF4F477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7DC455-9DA7-ECF5-2DCB-53D9BDD2E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AD3C12A-5076-52A3-1685-F2BED1EF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A3BDF82-8657-2EB3-FAD4-5A187F891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2126B6-019F-E31A-9CC9-C39145F659DE}"/>
              </a:ext>
            </a:extLst>
          </p:cNvPr>
          <p:cNvSpPr>
            <a:spLocks noGrp="1"/>
          </p:cNvSpPr>
          <p:nvPr>
            <p:ph type="title"/>
          </p:nvPr>
        </p:nvSpPr>
        <p:spPr>
          <a:xfrm>
            <a:off x="1115568" y="548640"/>
            <a:ext cx="10168128" cy="1179576"/>
          </a:xfrm>
        </p:spPr>
        <p:txBody>
          <a:bodyPr>
            <a:normAutofit/>
          </a:bodyPr>
          <a:lstStyle/>
          <a:p>
            <a:r>
              <a:rPr lang="en-US" sz="4000" dirty="0"/>
              <a:t>Open ID Connect (OIDC) on AKS</a:t>
            </a:r>
          </a:p>
        </p:txBody>
      </p:sp>
      <p:sp>
        <p:nvSpPr>
          <p:cNvPr id="14" name="Rectangle 13">
            <a:extLst>
              <a:ext uri="{FF2B5EF4-FFF2-40B4-BE49-F238E27FC236}">
                <a16:creationId xmlns:a16="http://schemas.microsoft.com/office/drawing/2014/main" id="{27030759-B1F7-1EDA-31C1-4E59B7FB0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7B3DE-5DCD-FC19-616B-5E6BE8B42A42}"/>
              </a:ext>
            </a:extLst>
          </p:cNvPr>
          <p:cNvSpPr>
            <a:spLocks noGrp="1"/>
          </p:cNvSpPr>
          <p:nvPr>
            <p:ph idx="1"/>
          </p:nvPr>
        </p:nvSpPr>
        <p:spPr>
          <a:xfrm>
            <a:off x="566926" y="2221993"/>
            <a:ext cx="11250700" cy="2966234"/>
          </a:xfrm>
        </p:spPr>
        <p:txBody>
          <a:bodyPr>
            <a:normAutofit/>
          </a:bodyPr>
          <a:lstStyle/>
          <a:p>
            <a:pPr>
              <a:spcAft>
                <a:spcPts val="600"/>
              </a:spcAft>
            </a:pPr>
            <a:r>
              <a:rPr lang="en-US" sz="2400" dirty="0"/>
              <a:t>You can't disable OIDC issuer once enabled</a:t>
            </a:r>
          </a:p>
          <a:p>
            <a:pPr>
              <a:spcAft>
                <a:spcPts val="600"/>
              </a:spcAft>
            </a:pPr>
            <a:r>
              <a:rPr lang="en-US" sz="2400" dirty="0"/>
              <a:t>Enabling OIDC issuer on existing clusters requires API server restart (brief downtime)</a:t>
            </a:r>
          </a:p>
          <a:p>
            <a:pPr>
              <a:spcAft>
                <a:spcPts val="600"/>
              </a:spcAft>
            </a:pPr>
            <a:r>
              <a:rPr lang="en-US" sz="2400" dirty="0"/>
              <a:t>Maximum token lifetime is 24 hours (one day)</a:t>
            </a:r>
          </a:p>
          <a:p>
            <a:pPr>
              <a:spcAft>
                <a:spcPts val="600"/>
              </a:spcAft>
            </a:pPr>
            <a:r>
              <a:rPr lang="en-US" sz="2400" dirty="0"/>
              <a:t>Projected service account tokens required for Kubernetes 1.30+ clusters</a:t>
            </a:r>
          </a:p>
        </p:txBody>
      </p:sp>
    </p:spTree>
    <p:extLst>
      <p:ext uri="{BB962C8B-B14F-4D97-AF65-F5344CB8AC3E}">
        <p14:creationId xmlns:p14="http://schemas.microsoft.com/office/powerpoint/2010/main" val="1027240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E3460-5C96-3C33-F90A-080BF82F08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9C24B3-CEB1-EAE1-D153-34ECE9D69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6EB5E184-6A90-6D5F-6327-55B0A1C0B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6FC209B1-39D6-B470-2D66-1A8200404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BFB6A8-72CA-A075-B175-0C40A6D9367E}"/>
              </a:ext>
            </a:extLst>
          </p:cNvPr>
          <p:cNvSpPr>
            <a:spLocks noGrp="1"/>
          </p:cNvSpPr>
          <p:nvPr>
            <p:ph type="title"/>
          </p:nvPr>
        </p:nvSpPr>
        <p:spPr>
          <a:xfrm>
            <a:off x="1115568" y="548640"/>
            <a:ext cx="10168128" cy="1179576"/>
          </a:xfrm>
        </p:spPr>
        <p:txBody>
          <a:bodyPr>
            <a:normAutofit/>
          </a:bodyPr>
          <a:lstStyle/>
          <a:p>
            <a:r>
              <a:rPr lang="en-US" sz="4000" dirty="0"/>
              <a:t>Open ID Connect (OIDC) on AKS</a:t>
            </a:r>
          </a:p>
        </p:txBody>
      </p:sp>
      <p:sp>
        <p:nvSpPr>
          <p:cNvPr id="14" name="Rectangle 13">
            <a:extLst>
              <a:ext uri="{FF2B5EF4-FFF2-40B4-BE49-F238E27FC236}">
                <a16:creationId xmlns:a16="http://schemas.microsoft.com/office/drawing/2014/main" id="{2B50AACE-4138-503A-0CCD-A55D0DE96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F63206D-E739-6FB7-38D3-4E3AF57E06EC}"/>
              </a:ext>
            </a:extLst>
          </p:cNvPr>
          <p:cNvSpPr txBox="1"/>
          <p:nvPr/>
        </p:nvSpPr>
        <p:spPr>
          <a:xfrm>
            <a:off x="241024" y="2770632"/>
            <a:ext cx="5853320" cy="3416320"/>
          </a:xfrm>
          <a:prstGeom prst="rect">
            <a:avLst/>
          </a:prstGeom>
          <a:noFill/>
          <a:ln w="3175">
            <a:solidFill>
              <a:schemeClr val="tx1"/>
            </a:solidFill>
            <a:prstDash val="solid"/>
          </a:ln>
        </p:spPr>
        <p:txBody>
          <a:bodyPr wrap="square">
            <a:spAutoFit/>
          </a:bodyPr>
          <a:lstStyle/>
          <a:p>
            <a:r>
              <a:rPr lang="en-US" b="1" dirty="0">
                <a:solidFill>
                  <a:schemeClr val="accent3">
                    <a:lumMod val="60000"/>
                    <a:lumOff val="40000"/>
                  </a:schemeClr>
                </a:solidFill>
              </a:rPr>
              <a:t># Set environment variables</a:t>
            </a:r>
          </a:p>
          <a:p>
            <a:r>
              <a:rPr lang="en-US" dirty="0">
                <a:latin typeface="Consolas" panose="020B0609020204030204" pitchFamily="49" charset="0"/>
              </a:rPr>
              <a:t>RESOURCE_GROUP=</a:t>
            </a:r>
            <a:r>
              <a:rPr lang="en-US" dirty="0">
                <a:solidFill>
                  <a:srgbClr val="EE0000"/>
                </a:solidFill>
                <a:latin typeface="Consolas" panose="020B0609020204030204" pitchFamily="49" charset="0"/>
              </a:rPr>
              <a:t>&lt;your-resource-group-name&gt;</a:t>
            </a:r>
          </a:p>
          <a:p>
            <a:r>
              <a:rPr lang="en-US" dirty="0">
                <a:latin typeface="Consolas" panose="020B0609020204030204" pitchFamily="49" charset="0"/>
              </a:rPr>
              <a:t>CLUSTER_NAME=</a:t>
            </a:r>
            <a:r>
              <a:rPr lang="en-US" dirty="0">
                <a:solidFill>
                  <a:srgbClr val="EE0000"/>
                </a:solidFill>
                <a:latin typeface="Consolas" panose="020B0609020204030204" pitchFamily="49" charset="0"/>
              </a:rPr>
              <a:t>&lt;your-</a:t>
            </a:r>
            <a:r>
              <a:rPr lang="en-US" dirty="0" err="1">
                <a:solidFill>
                  <a:srgbClr val="EE0000"/>
                </a:solidFill>
                <a:latin typeface="Consolas" panose="020B0609020204030204" pitchFamily="49" charset="0"/>
              </a:rPr>
              <a:t>aks</a:t>
            </a:r>
            <a:r>
              <a:rPr lang="en-US" dirty="0">
                <a:solidFill>
                  <a:srgbClr val="EE0000"/>
                </a:solidFill>
                <a:latin typeface="Consolas" panose="020B0609020204030204" pitchFamily="49" charset="0"/>
              </a:rPr>
              <a:t>-cluster-name&gt;</a:t>
            </a:r>
          </a:p>
          <a:p>
            <a:endParaRPr lang="en-US" dirty="0"/>
          </a:p>
          <a:p>
            <a:r>
              <a:rPr lang="en-US" b="1" dirty="0">
                <a:solidFill>
                  <a:schemeClr val="accent3">
                    <a:lumMod val="60000"/>
                    <a:lumOff val="40000"/>
                  </a:schemeClr>
                </a:solidFill>
              </a:rPr>
              <a:t># Create the AKS cluster with OIDC issuer enabled (OIDC issuer enabled by default for Kubernetes 1.34+)</a:t>
            </a:r>
          </a:p>
          <a:p>
            <a:r>
              <a:rPr lang="en-US" b="1" dirty="0" err="1">
                <a:solidFill>
                  <a:schemeClr val="tx2">
                    <a:lumMod val="75000"/>
                    <a:lumOff val="25000"/>
                  </a:schemeClr>
                </a:solidFill>
                <a:latin typeface="Consolas" panose="020B0609020204030204" pitchFamily="49" charset="0"/>
              </a:rPr>
              <a:t>az</a:t>
            </a:r>
            <a:r>
              <a:rPr lang="en-US" b="1" dirty="0">
                <a:solidFill>
                  <a:schemeClr val="tx2">
                    <a:lumMod val="75000"/>
                    <a:lumOff val="25000"/>
                  </a:schemeClr>
                </a:solidFill>
                <a:latin typeface="Consolas" panose="020B0609020204030204" pitchFamily="49" charset="0"/>
              </a:rPr>
              <a:t> </a:t>
            </a:r>
            <a:r>
              <a:rPr lang="en-US" b="1" dirty="0" err="1">
                <a:solidFill>
                  <a:schemeClr val="tx2">
                    <a:lumMod val="75000"/>
                    <a:lumOff val="25000"/>
                  </a:schemeClr>
                </a:solidFill>
                <a:latin typeface="Consolas" panose="020B0609020204030204" pitchFamily="49" charset="0"/>
              </a:rPr>
              <a:t>aks</a:t>
            </a:r>
            <a:r>
              <a:rPr lang="en-US" b="1" dirty="0">
                <a:solidFill>
                  <a:schemeClr val="tx2">
                    <a:lumMod val="75000"/>
                    <a:lumOff val="25000"/>
                  </a:schemeClr>
                </a:solidFill>
                <a:latin typeface="Consolas" panose="020B0609020204030204" pitchFamily="49" charset="0"/>
              </a:rPr>
              <a:t> create </a:t>
            </a:r>
          </a:p>
          <a:p>
            <a:r>
              <a:rPr lang="en-US" dirty="0">
                <a:solidFill>
                  <a:schemeClr val="accent4">
                    <a:lumMod val="75000"/>
                  </a:schemeClr>
                </a:solidFill>
                <a:latin typeface="Consolas" panose="020B0609020204030204" pitchFamily="49" charset="0"/>
              </a:rPr>
              <a:t>--resource-group </a:t>
            </a:r>
            <a:r>
              <a:rPr lang="en-US" dirty="0">
                <a:latin typeface="Consolas" panose="020B0609020204030204" pitchFamily="49" charset="0"/>
              </a:rPr>
              <a:t>$RESOURCE_GROUP </a:t>
            </a:r>
          </a:p>
          <a:p>
            <a:r>
              <a:rPr lang="en-US" dirty="0">
                <a:solidFill>
                  <a:schemeClr val="accent4">
                    <a:lumMod val="75000"/>
                  </a:schemeClr>
                </a:solidFill>
                <a:latin typeface="Consolas" panose="020B0609020204030204" pitchFamily="49" charset="0"/>
              </a:rPr>
              <a:t>--name </a:t>
            </a:r>
            <a:r>
              <a:rPr lang="en-US" dirty="0">
                <a:latin typeface="Consolas" panose="020B0609020204030204" pitchFamily="49" charset="0"/>
              </a:rPr>
              <a:t>$CLUSTER_NAME </a:t>
            </a:r>
          </a:p>
          <a:p>
            <a:r>
              <a:rPr lang="en-US" dirty="0">
                <a:solidFill>
                  <a:schemeClr val="accent4">
                    <a:lumMod val="75000"/>
                  </a:schemeClr>
                </a:solidFill>
                <a:latin typeface="Consolas" panose="020B0609020204030204" pitchFamily="49" charset="0"/>
              </a:rPr>
              <a:t>--node-count </a:t>
            </a:r>
            <a:r>
              <a:rPr lang="en-US" dirty="0">
                <a:latin typeface="Consolas" panose="020B0609020204030204" pitchFamily="49" charset="0"/>
              </a:rPr>
              <a:t>1 </a:t>
            </a:r>
          </a:p>
          <a:p>
            <a:r>
              <a:rPr lang="en-US" dirty="0">
                <a:solidFill>
                  <a:schemeClr val="accent4">
                    <a:lumMod val="75000"/>
                  </a:schemeClr>
                </a:solidFill>
                <a:latin typeface="Consolas" panose="020B0609020204030204" pitchFamily="49" charset="0"/>
              </a:rPr>
              <a:t>--enable-</a:t>
            </a:r>
            <a:r>
              <a:rPr lang="en-US" dirty="0" err="1">
                <a:solidFill>
                  <a:schemeClr val="accent4">
                    <a:lumMod val="75000"/>
                  </a:schemeClr>
                </a:solidFill>
                <a:latin typeface="Consolas" panose="020B0609020204030204" pitchFamily="49" charset="0"/>
              </a:rPr>
              <a:t>oidc</a:t>
            </a:r>
            <a:r>
              <a:rPr lang="en-US" dirty="0">
                <a:solidFill>
                  <a:schemeClr val="accent4">
                    <a:lumMod val="75000"/>
                  </a:schemeClr>
                </a:solidFill>
                <a:latin typeface="Consolas" panose="020B0609020204030204" pitchFamily="49" charset="0"/>
              </a:rPr>
              <a:t>-issuer </a:t>
            </a:r>
          </a:p>
          <a:p>
            <a:r>
              <a:rPr lang="en-US" dirty="0">
                <a:solidFill>
                  <a:schemeClr val="accent4">
                    <a:lumMod val="75000"/>
                  </a:schemeClr>
                </a:solidFill>
                <a:latin typeface="Consolas" panose="020B0609020204030204" pitchFamily="49" charset="0"/>
              </a:rPr>
              <a:t>--generate-ssh-keys</a:t>
            </a:r>
          </a:p>
        </p:txBody>
      </p:sp>
      <p:sp>
        <p:nvSpPr>
          <p:cNvPr id="11" name="TextBox 10">
            <a:extLst>
              <a:ext uri="{FF2B5EF4-FFF2-40B4-BE49-F238E27FC236}">
                <a16:creationId xmlns:a16="http://schemas.microsoft.com/office/drawing/2014/main" id="{81200CD9-EF60-0550-71DE-64C70CBDEE74}"/>
              </a:ext>
            </a:extLst>
          </p:cNvPr>
          <p:cNvSpPr txBox="1"/>
          <p:nvPr/>
        </p:nvSpPr>
        <p:spPr>
          <a:xfrm>
            <a:off x="6265795" y="2770632"/>
            <a:ext cx="5685181" cy="2585323"/>
          </a:xfrm>
          <a:prstGeom prst="rect">
            <a:avLst/>
          </a:prstGeom>
          <a:noFill/>
          <a:ln w="3175">
            <a:solidFill>
              <a:schemeClr val="tx1"/>
            </a:solidFill>
            <a:prstDash val="solid"/>
          </a:ln>
        </p:spPr>
        <p:txBody>
          <a:bodyPr wrap="square">
            <a:spAutoFit/>
          </a:bodyPr>
          <a:lstStyle/>
          <a:p>
            <a:r>
              <a:rPr lang="en-US" b="1" dirty="0">
                <a:solidFill>
                  <a:schemeClr val="accent3">
                    <a:lumMod val="60000"/>
                    <a:lumOff val="40000"/>
                  </a:schemeClr>
                </a:solidFill>
              </a:rPr>
              <a:t># Set environment variables</a:t>
            </a:r>
          </a:p>
          <a:p>
            <a:r>
              <a:rPr lang="en-US" dirty="0">
                <a:latin typeface="Consolas" panose="020B0609020204030204" pitchFamily="49" charset="0"/>
              </a:rPr>
              <a:t>RESOURCE_GROUP=</a:t>
            </a:r>
            <a:r>
              <a:rPr lang="en-US" dirty="0">
                <a:solidFill>
                  <a:srgbClr val="EE0000"/>
                </a:solidFill>
                <a:latin typeface="Consolas" panose="020B0609020204030204" pitchFamily="49" charset="0"/>
              </a:rPr>
              <a:t>&lt;your-resource-group-name&gt;</a:t>
            </a:r>
          </a:p>
          <a:p>
            <a:r>
              <a:rPr lang="en-US" dirty="0">
                <a:latin typeface="Consolas" panose="020B0609020204030204" pitchFamily="49" charset="0"/>
              </a:rPr>
              <a:t>CLUSTER_NAME=</a:t>
            </a:r>
            <a:r>
              <a:rPr lang="en-US" dirty="0">
                <a:solidFill>
                  <a:srgbClr val="EE0000"/>
                </a:solidFill>
                <a:latin typeface="Consolas" panose="020B0609020204030204" pitchFamily="49" charset="0"/>
              </a:rPr>
              <a:t>&lt;your-</a:t>
            </a:r>
            <a:r>
              <a:rPr lang="en-US" dirty="0" err="1">
                <a:solidFill>
                  <a:srgbClr val="EE0000"/>
                </a:solidFill>
                <a:latin typeface="Consolas" panose="020B0609020204030204" pitchFamily="49" charset="0"/>
              </a:rPr>
              <a:t>aks</a:t>
            </a:r>
            <a:r>
              <a:rPr lang="en-US" dirty="0">
                <a:solidFill>
                  <a:srgbClr val="EE0000"/>
                </a:solidFill>
                <a:latin typeface="Consolas" panose="020B0609020204030204" pitchFamily="49" charset="0"/>
              </a:rPr>
              <a:t>-cluster-name&gt;</a:t>
            </a:r>
          </a:p>
          <a:p>
            <a:endParaRPr lang="en-US" dirty="0">
              <a:latin typeface="Consolas" panose="020B0609020204030204" pitchFamily="49" charset="0"/>
            </a:endParaRPr>
          </a:p>
          <a:p>
            <a:r>
              <a:rPr lang="en-US" b="1" dirty="0">
                <a:solidFill>
                  <a:schemeClr val="accent3">
                    <a:lumMod val="60000"/>
                    <a:lumOff val="40000"/>
                  </a:schemeClr>
                </a:solidFill>
              </a:rPr>
              <a:t># Enable the OIDC issuer on the existing AKS cluster</a:t>
            </a:r>
          </a:p>
          <a:p>
            <a:r>
              <a:rPr lang="en-US" b="1" dirty="0" err="1">
                <a:solidFill>
                  <a:schemeClr val="tx2">
                    <a:lumMod val="75000"/>
                    <a:lumOff val="25000"/>
                  </a:schemeClr>
                </a:solidFill>
                <a:latin typeface="Consolas" panose="020B0609020204030204" pitchFamily="49" charset="0"/>
              </a:rPr>
              <a:t>az</a:t>
            </a:r>
            <a:r>
              <a:rPr lang="en-US" b="1" dirty="0">
                <a:solidFill>
                  <a:schemeClr val="tx2">
                    <a:lumMod val="75000"/>
                    <a:lumOff val="25000"/>
                  </a:schemeClr>
                </a:solidFill>
                <a:latin typeface="Consolas" panose="020B0609020204030204" pitchFamily="49" charset="0"/>
              </a:rPr>
              <a:t> </a:t>
            </a:r>
            <a:r>
              <a:rPr lang="en-US" b="1" dirty="0" err="1">
                <a:solidFill>
                  <a:schemeClr val="tx2">
                    <a:lumMod val="75000"/>
                    <a:lumOff val="25000"/>
                  </a:schemeClr>
                </a:solidFill>
                <a:latin typeface="Consolas" panose="020B0609020204030204" pitchFamily="49" charset="0"/>
              </a:rPr>
              <a:t>aks</a:t>
            </a:r>
            <a:r>
              <a:rPr lang="en-US" b="1" dirty="0">
                <a:solidFill>
                  <a:schemeClr val="tx2">
                    <a:lumMod val="75000"/>
                    <a:lumOff val="25000"/>
                  </a:schemeClr>
                </a:solidFill>
                <a:latin typeface="Consolas" panose="020B0609020204030204" pitchFamily="49" charset="0"/>
              </a:rPr>
              <a:t> update</a:t>
            </a:r>
            <a:r>
              <a:rPr lang="en-US" dirty="0">
                <a:latin typeface="Consolas" panose="020B0609020204030204" pitchFamily="49" charset="0"/>
              </a:rPr>
              <a:t> </a:t>
            </a:r>
          </a:p>
          <a:p>
            <a:r>
              <a:rPr lang="en-US" dirty="0">
                <a:solidFill>
                  <a:schemeClr val="accent4">
                    <a:lumMod val="75000"/>
                  </a:schemeClr>
                </a:solidFill>
                <a:latin typeface="Consolas" panose="020B0609020204030204" pitchFamily="49" charset="0"/>
              </a:rPr>
              <a:t>--resource-group </a:t>
            </a:r>
            <a:r>
              <a:rPr lang="en-US" dirty="0">
                <a:latin typeface="Consolas" panose="020B0609020204030204" pitchFamily="49" charset="0"/>
              </a:rPr>
              <a:t>$RESOURCE_GROUP </a:t>
            </a:r>
          </a:p>
          <a:p>
            <a:r>
              <a:rPr lang="en-US" dirty="0">
                <a:solidFill>
                  <a:schemeClr val="accent4">
                    <a:lumMod val="75000"/>
                  </a:schemeClr>
                </a:solidFill>
                <a:latin typeface="Consolas" panose="020B0609020204030204" pitchFamily="49" charset="0"/>
              </a:rPr>
              <a:t>--name </a:t>
            </a:r>
            <a:r>
              <a:rPr lang="en-US" dirty="0">
                <a:latin typeface="Consolas" panose="020B0609020204030204" pitchFamily="49" charset="0"/>
              </a:rPr>
              <a:t>$CLUSTER_NAME </a:t>
            </a:r>
          </a:p>
          <a:p>
            <a:r>
              <a:rPr lang="en-US" dirty="0">
                <a:solidFill>
                  <a:schemeClr val="accent4">
                    <a:lumMod val="75000"/>
                  </a:schemeClr>
                </a:solidFill>
                <a:latin typeface="Consolas" panose="020B0609020204030204" pitchFamily="49" charset="0"/>
              </a:rPr>
              <a:t>--enable-</a:t>
            </a:r>
            <a:r>
              <a:rPr lang="en-US" dirty="0" err="1">
                <a:solidFill>
                  <a:schemeClr val="accent4">
                    <a:lumMod val="75000"/>
                  </a:schemeClr>
                </a:solidFill>
                <a:latin typeface="Consolas" panose="020B0609020204030204" pitchFamily="49" charset="0"/>
              </a:rPr>
              <a:t>oidc</a:t>
            </a:r>
            <a:r>
              <a:rPr lang="en-US" dirty="0">
                <a:solidFill>
                  <a:schemeClr val="accent4">
                    <a:lumMod val="75000"/>
                  </a:schemeClr>
                </a:solidFill>
                <a:latin typeface="Consolas" panose="020B0609020204030204" pitchFamily="49" charset="0"/>
              </a:rPr>
              <a:t>-issuer</a:t>
            </a:r>
          </a:p>
        </p:txBody>
      </p:sp>
      <p:sp>
        <p:nvSpPr>
          <p:cNvPr id="15" name="TextBox 14">
            <a:extLst>
              <a:ext uri="{FF2B5EF4-FFF2-40B4-BE49-F238E27FC236}">
                <a16:creationId xmlns:a16="http://schemas.microsoft.com/office/drawing/2014/main" id="{4FBB8ACE-66B4-1A82-EE32-0B2075AED2BE}"/>
              </a:ext>
            </a:extLst>
          </p:cNvPr>
          <p:cNvSpPr txBox="1"/>
          <p:nvPr/>
        </p:nvSpPr>
        <p:spPr>
          <a:xfrm>
            <a:off x="237712" y="2167896"/>
            <a:ext cx="5228810" cy="400110"/>
          </a:xfrm>
          <a:prstGeom prst="rect">
            <a:avLst/>
          </a:prstGeom>
          <a:noFill/>
        </p:spPr>
        <p:txBody>
          <a:bodyPr wrap="square">
            <a:spAutoFit/>
          </a:bodyPr>
          <a:lstStyle/>
          <a:p>
            <a:r>
              <a:rPr lang="en-US" sz="2000" b="1" dirty="0"/>
              <a:t>Create an AKS cluster with the OIDC issuer</a:t>
            </a:r>
          </a:p>
        </p:txBody>
      </p:sp>
      <p:sp>
        <p:nvSpPr>
          <p:cNvPr id="17" name="TextBox 16">
            <a:extLst>
              <a:ext uri="{FF2B5EF4-FFF2-40B4-BE49-F238E27FC236}">
                <a16:creationId xmlns:a16="http://schemas.microsoft.com/office/drawing/2014/main" id="{874C6C01-EC4A-F6BF-8974-C8263B7415F2}"/>
              </a:ext>
            </a:extLst>
          </p:cNvPr>
          <p:cNvSpPr txBox="1"/>
          <p:nvPr/>
        </p:nvSpPr>
        <p:spPr>
          <a:xfrm>
            <a:off x="6262483" y="2167896"/>
            <a:ext cx="5929517" cy="400110"/>
          </a:xfrm>
          <a:prstGeom prst="rect">
            <a:avLst/>
          </a:prstGeom>
          <a:noFill/>
        </p:spPr>
        <p:txBody>
          <a:bodyPr wrap="square">
            <a:spAutoFit/>
          </a:bodyPr>
          <a:lstStyle/>
          <a:p>
            <a:r>
              <a:rPr lang="en-US" sz="2000" b="1" dirty="0"/>
              <a:t>Enable the OIDC issuer on an existing AKS cluster</a:t>
            </a:r>
          </a:p>
        </p:txBody>
      </p:sp>
    </p:spTree>
    <p:extLst>
      <p:ext uri="{BB962C8B-B14F-4D97-AF65-F5344CB8AC3E}">
        <p14:creationId xmlns:p14="http://schemas.microsoft.com/office/powerpoint/2010/main" val="3728687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FCD82E3-B46D-E980-D577-D230A357CD92}"/>
              </a:ext>
            </a:extLst>
          </p:cNvPr>
          <p:cNvSpPr txBox="1"/>
          <p:nvPr/>
        </p:nvSpPr>
        <p:spPr>
          <a:xfrm>
            <a:off x="630936" y="640080"/>
            <a:ext cx="4229299"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kern="1200" dirty="0">
                <a:solidFill>
                  <a:schemeClr val="tx1"/>
                </a:solidFill>
                <a:latin typeface="+mj-lt"/>
                <a:ea typeface="+mj-ea"/>
                <a:cs typeface="+mj-cs"/>
              </a:rPr>
              <a:t>OIDC on AKS  How it works</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CF2C99-3EEA-C445-2547-DC63E64FD4B3}"/>
              </a:ext>
            </a:extLst>
          </p:cNvPr>
          <p:cNvSpPr txBox="1"/>
          <p:nvPr/>
        </p:nvSpPr>
        <p:spPr>
          <a:xfrm>
            <a:off x="362583" y="2660904"/>
            <a:ext cx="4051367" cy="3547872"/>
          </a:xfrm>
          <a:prstGeom prst="rect">
            <a:avLst/>
          </a:prstGeom>
        </p:spPr>
        <p:txBody>
          <a:bodyPr vert="horz" lIns="91440" tIns="45720" rIns="91440" bIns="45720" rtlCol="0" anchor="t">
            <a:normAutofit/>
          </a:bodyPr>
          <a:lstStyle/>
          <a:p>
            <a:r>
              <a:rPr lang="en-US" sz="1500" dirty="0"/>
              <a:t>In this security model, the AKS cluster acts </a:t>
            </a:r>
          </a:p>
          <a:p>
            <a:r>
              <a:rPr lang="en-US" sz="1500" dirty="0"/>
              <a:t>as the token issuer. </a:t>
            </a:r>
          </a:p>
          <a:p>
            <a:endParaRPr lang="en-US" sz="1500" dirty="0"/>
          </a:p>
          <a:p>
            <a:r>
              <a:rPr lang="en-US" sz="1500" dirty="0"/>
              <a:t>Microsoft Entra ID uses OIDC to discover </a:t>
            </a:r>
          </a:p>
          <a:p>
            <a:r>
              <a:rPr lang="en-US" sz="1500" dirty="0"/>
              <a:t>public signing keys and verify the authenticity </a:t>
            </a:r>
          </a:p>
          <a:p>
            <a:r>
              <a:rPr lang="en-US" sz="1500" dirty="0"/>
              <a:t>of the service account token before exchanging it for a Microsoft Entra token. </a:t>
            </a:r>
          </a:p>
          <a:p>
            <a:endParaRPr lang="en-US" sz="1500" dirty="0"/>
          </a:p>
          <a:p>
            <a:r>
              <a:rPr lang="en-US" sz="1500" dirty="0"/>
              <a:t>Your workload can exchange a service account </a:t>
            </a:r>
          </a:p>
          <a:p>
            <a:r>
              <a:rPr lang="en-US" sz="1500" dirty="0"/>
              <a:t>token projected to its volume for a </a:t>
            </a:r>
          </a:p>
          <a:p>
            <a:r>
              <a:rPr lang="en-US" sz="1500" dirty="0"/>
              <a:t>Microsoft Entra token using the Azure Identity </a:t>
            </a:r>
          </a:p>
          <a:p>
            <a:r>
              <a:rPr lang="en-US" sz="1500" dirty="0"/>
              <a:t>client library or the MSAL.</a:t>
            </a:r>
          </a:p>
        </p:txBody>
      </p:sp>
      <p:pic>
        <p:nvPicPr>
          <p:cNvPr id="4" name="Picture 3" descr="Diagram of the AKS Microsoft Entra Workload ID security model.">
            <a:extLst>
              <a:ext uri="{FF2B5EF4-FFF2-40B4-BE49-F238E27FC236}">
                <a16:creationId xmlns:a16="http://schemas.microsoft.com/office/drawing/2014/main" id="{9E2DE0D2-DC6E-C2FA-8481-BFEFBF672943}"/>
              </a:ext>
            </a:extLst>
          </p:cNvPr>
          <p:cNvPicPr>
            <a:picLocks noChangeAspect="1"/>
          </p:cNvPicPr>
          <p:nvPr/>
        </p:nvPicPr>
        <p:blipFill>
          <a:blip r:embed="rId2"/>
          <a:stretch>
            <a:fillRect/>
          </a:stretch>
        </p:blipFill>
        <p:spPr>
          <a:xfrm>
            <a:off x="4462675" y="1623796"/>
            <a:ext cx="7509697" cy="4430720"/>
          </a:xfrm>
          <a:prstGeom prst="rect">
            <a:avLst/>
          </a:prstGeom>
        </p:spPr>
      </p:pic>
    </p:spTree>
    <p:extLst>
      <p:ext uri="{BB962C8B-B14F-4D97-AF65-F5344CB8AC3E}">
        <p14:creationId xmlns:p14="http://schemas.microsoft.com/office/powerpoint/2010/main" val="1338012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FA974-4C98-9B69-D243-3F864748CE23}"/>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4600"/>
              <a:t>Authentication Sequence of OIDC</a:t>
            </a: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 of the AKS Microsoft Entra Workload ID OIDC authentication sequence.">
            <a:extLst>
              <a:ext uri="{FF2B5EF4-FFF2-40B4-BE49-F238E27FC236}">
                <a16:creationId xmlns:a16="http://schemas.microsoft.com/office/drawing/2014/main" id="{CF86CF09-68AB-8FE8-D740-EDA651992B5D}"/>
              </a:ext>
            </a:extLst>
          </p:cNvPr>
          <p:cNvPicPr>
            <a:picLocks noChangeAspect="1"/>
          </p:cNvPicPr>
          <p:nvPr/>
        </p:nvPicPr>
        <p:blipFill>
          <a:blip r:embed="rId2"/>
          <a:stretch>
            <a:fillRect/>
          </a:stretch>
        </p:blipFill>
        <p:spPr>
          <a:xfrm>
            <a:off x="5088835" y="0"/>
            <a:ext cx="6987208" cy="6858000"/>
          </a:xfrm>
          <a:prstGeom prst="rect">
            <a:avLst/>
          </a:prstGeom>
        </p:spPr>
      </p:pic>
    </p:spTree>
    <p:extLst>
      <p:ext uri="{BB962C8B-B14F-4D97-AF65-F5344CB8AC3E}">
        <p14:creationId xmlns:p14="http://schemas.microsoft.com/office/powerpoint/2010/main" val="329330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38979D-4E8F-A7F8-F81E-225FBB44EF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D70251-F7B4-B02A-9D65-9B3AD9DAB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90937578-B2AB-ADB4-976C-46F179987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09CDCDA-7399-C2B2-7539-2BA3ECDE9B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865A8E-3618-0238-C6AE-7B4EF420A2F4}"/>
              </a:ext>
            </a:extLst>
          </p:cNvPr>
          <p:cNvSpPr>
            <a:spLocks noGrp="1"/>
          </p:cNvSpPr>
          <p:nvPr>
            <p:ph type="title"/>
          </p:nvPr>
        </p:nvSpPr>
        <p:spPr>
          <a:xfrm>
            <a:off x="1115568" y="548640"/>
            <a:ext cx="10168128" cy="1179576"/>
          </a:xfrm>
        </p:spPr>
        <p:txBody>
          <a:bodyPr>
            <a:normAutofit/>
          </a:bodyPr>
          <a:lstStyle/>
          <a:p>
            <a:r>
              <a:rPr lang="en-US" sz="4000" dirty="0"/>
              <a:t>Open ID Connect (OIDC) on AKS</a:t>
            </a:r>
          </a:p>
        </p:txBody>
      </p:sp>
      <p:sp>
        <p:nvSpPr>
          <p:cNvPr id="14" name="Rectangle 13">
            <a:extLst>
              <a:ext uri="{FF2B5EF4-FFF2-40B4-BE49-F238E27FC236}">
                <a16:creationId xmlns:a16="http://schemas.microsoft.com/office/drawing/2014/main" id="{15BAF43F-04BA-8370-D08F-3FBDAEB6E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46F2D74E-FD8F-77EF-A767-F0CE1A9DBDCE}"/>
              </a:ext>
            </a:extLst>
          </p:cNvPr>
          <p:cNvGraphicFramePr>
            <a:graphicFrameLocks noGrp="1"/>
          </p:cNvGraphicFramePr>
          <p:nvPr>
            <p:extLst>
              <p:ext uri="{D42A27DB-BD31-4B8C-83A1-F6EECF244321}">
                <p14:modId xmlns:p14="http://schemas.microsoft.com/office/powerpoint/2010/main" val="1821152536"/>
              </p:ext>
            </p:extLst>
          </p:nvPr>
        </p:nvGraphicFramePr>
        <p:xfrm>
          <a:off x="576467" y="2221992"/>
          <a:ext cx="11167447" cy="1341120"/>
        </p:xfrm>
        <a:graphic>
          <a:graphicData uri="http://schemas.openxmlformats.org/drawingml/2006/table">
            <a:tbl>
              <a:tblPr/>
              <a:tblGrid>
                <a:gridCol w="3637724">
                  <a:extLst>
                    <a:ext uri="{9D8B030D-6E8A-4147-A177-3AD203B41FA5}">
                      <a16:colId xmlns:a16="http://schemas.microsoft.com/office/drawing/2014/main" val="1848566490"/>
                    </a:ext>
                  </a:extLst>
                </a:gridCol>
                <a:gridCol w="7529723">
                  <a:extLst>
                    <a:ext uri="{9D8B030D-6E8A-4147-A177-3AD203B41FA5}">
                      <a16:colId xmlns:a16="http://schemas.microsoft.com/office/drawing/2014/main" val="856657601"/>
                    </a:ext>
                  </a:extLst>
                </a:gridCol>
              </a:tblGrid>
              <a:tr h="0">
                <a:tc>
                  <a:txBody>
                    <a:bodyPr/>
                    <a:lstStyle/>
                    <a:p>
                      <a:pPr algn="l" fontAlgn="t">
                        <a:buNone/>
                      </a:pPr>
                      <a:r>
                        <a:rPr lang="en-US" sz="1400" b="1">
                          <a:effectLst/>
                        </a:rPr>
                        <a:t>Endpoint</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dirty="0">
                          <a:effectLst/>
                        </a:rPr>
                        <a:t>Description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78207093"/>
                  </a:ext>
                </a:extLst>
              </a:tr>
              <a:tr h="0">
                <a:tc>
                  <a:txBody>
                    <a:bodyPr/>
                    <a:lstStyle/>
                    <a:p>
                      <a:pPr algn="l" fontAlgn="t">
                        <a:buNone/>
                      </a:pPr>
                      <a:r>
                        <a:rPr lang="en-US" sz="1400" dirty="0">
                          <a:effectLst/>
                          <a:latin typeface="SFMono-Regular"/>
                        </a:rPr>
                        <a:t>{</a:t>
                      </a:r>
                      <a:r>
                        <a:rPr lang="en-US" sz="1400" dirty="0" err="1">
                          <a:effectLst/>
                          <a:latin typeface="SFMono-Regular"/>
                        </a:rPr>
                        <a:t>IssuerURL</a:t>
                      </a:r>
                      <a:r>
                        <a:rPr lang="en-US" sz="1400" dirty="0">
                          <a:effectLst/>
                          <a:latin typeface="SFMono-Regular"/>
                        </a:rPr>
                        <a:t>}/.well-known/</a:t>
                      </a:r>
                      <a:r>
                        <a:rPr lang="en-US" sz="1400" dirty="0" err="1">
                          <a:effectLst/>
                          <a:latin typeface="SFMono-Regular"/>
                        </a:rPr>
                        <a:t>openid</a:t>
                      </a:r>
                      <a:r>
                        <a:rPr lang="en-US" sz="1400" dirty="0">
                          <a:effectLst/>
                          <a:latin typeface="SFMono-Regular"/>
                        </a:rPr>
                        <a:t>-configuration</a:t>
                      </a:r>
                      <a:endParaRPr lang="en-US" sz="1400" dirty="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Also known as the OIDC discovery document. This contains the metadata about the issuer's configurations.</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805942949"/>
                  </a:ext>
                </a:extLst>
              </a:tr>
              <a:tr h="0">
                <a:tc>
                  <a:txBody>
                    <a:bodyPr/>
                    <a:lstStyle/>
                    <a:p>
                      <a:pPr algn="l" fontAlgn="t">
                        <a:buNone/>
                      </a:pPr>
                      <a:r>
                        <a:rPr lang="en-US" sz="1400" dirty="0">
                          <a:effectLst/>
                          <a:latin typeface="SFMono-Regular"/>
                        </a:rPr>
                        <a:t>{</a:t>
                      </a:r>
                      <a:r>
                        <a:rPr lang="en-US" sz="1400" dirty="0" err="1">
                          <a:effectLst/>
                          <a:latin typeface="SFMono-Regular"/>
                        </a:rPr>
                        <a:t>IssuerURL</a:t>
                      </a:r>
                      <a:r>
                        <a:rPr lang="en-US" sz="1400" dirty="0">
                          <a:effectLst/>
                          <a:latin typeface="SFMono-Regular"/>
                        </a:rPr>
                        <a:t>}/</a:t>
                      </a:r>
                      <a:r>
                        <a:rPr lang="en-US" sz="1400" dirty="0" err="1">
                          <a:effectLst/>
                          <a:latin typeface="SFMono-Regular"/>
                        </a:rPr>
                        <a:t>openid</a:t>
                      </a:r>
                      <a:r>
                        <a:rPr lang="en-US" sz="1400" dirty="0">
                          <a:effectLst/>
                          <a:latin typeface="SFMono-Regular"/>
                        </a:rPr>
                        <a:t>/v1/</a:t>
                      </a:r>
                      <a:r>
                        <a:rPr lang="en-US" sz="1400" dirty="0" err="1">
                          <a:effectLst/>
                          <a:latin typeface="SFMono-Regular"/>
                        </a:rPr>
                        <a:t>jwks</a:t>
                      </a:r>
                      <a:endParaRPr lang="en-US" sz="1400" dirty="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This contains the public signing key(s) that Microsoft Entra ID uses to verify the authenticity of the service account token.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76529359"/>
                  </a:ext>
                </a:extLst>
              </a:tr>
            </a:tbl>
          </a:graphicData>
        </a:graphic>
      </p:graphicFrame>
      <p:sp>
        <p:nvSpPr>
          <p:cNvPr id="9" name="TextBox 8">
            <a:extLst>
              <a:ext uri="{FF2B5EF4-FFF2-40B4-BE49-F238E27FC236}">
                <a16:creationId xmlns:a16="http://schemas.microsoft.com/office/drawing/2014/main" id="{BF7C92ED-D115-B373-965B-E7C8A992008C}"/>
              </a:ext>
            </a:extLst>
          </p:cNvPr>
          <p:cNvSpPr txBox="1"/>
          <p:nvPr/>
        </p:nvSpPr>
        <p:spPr>
          <a:xfrm>
            <a:off x="576467" y="4138593"/>
            <a:ext cx="5256182" cy="2585323"/>
          </a:xfrm>
          <a:prstGeom prst="rect">
            <a:avLst/>
          </a:prstGeom>
          <a:noFill/>
          <a:ln w="3175">
            <a:solidFill>
              <a:schemeClr val="tx1"/>
            </a:solidFill>
            <a:prstDash val="solid"/>
          </a:ln>
        </p:spPr>
        <p:txBody>
          <a:bodyPr wrap="square">
            <a:spAutoFit/>
          </a:bodyPr>
          <a:lstStyle/>
          <a:p>
            <a:r>
              <a:rPr lang="en-US" b="1" dirty="0">
                <a:solidFill>
                  <a:schemeClr val="accent6"/>
                </a:solidFill>
              </a:rPr>
              <a:t># Set environment variables</a:t>
            </a:r>
          </a:p>
          <a:p>
            <a:r>
              <a:rPr lang="en-US" dirty="0"/>
              <a:t>RESOURCE_GROUP=</a:t>
            </a:r>
            <a:r>
              <a:rPr lang="en-US" dirty="0">
                <a:solidFill>
                  <a:srgbClr val="EE0000"/>
                </a:solidFill>
              </a:rPr>
              <a:t>&lt;your-resource-group-name&gt;</a:t>
            </a:r>
          </a:p>
          <a:p>
            <a:r>
              <a:rPr lang="en-US" dirty="0"/>
              <a:t>CLUSTER_NAME=</a:t>
            </a:r>
            <a:r>
              <a:rPr lang="en-US" dirty="0">
                <a:solidFill>
                  <a:srgbClr val="EE0000"/>
                </a:solidFill>
              </a:rPr>
              <a:t>&lt;your-</a:t>
            </a:r>
            <a:r>
              <a:rPr lang="en-US" dirty="0" err="1">
                <a:solidFill>
                  <a:srgbClr val="EE0000"/>
                </a:solidFill>
              </a:rPr>
              <a:t>aks</a:t>
            </a:r>
            <a:r>
              <a:rPr lang="en-US" dirty="0">
                <a:solidFill>
                  <a:srgbClr val="EE0000"/>
                </a:solidFill>
              </a:rPr>
              <a:t>-cluster-name&gt;</a:t>
            </a:r>
          </a:p>
          <a:p>
            <a:endParaRPr lang="en-US" dirty="0"/>
          </a:p>
          <a:p>
            <a:r>
              <a:rPr lang="en-US" b="1" dirty="0">
                <a:solidFill>
                  <a:schemeClr val="accent6"/>
                </a:solidFill>
              </a:rPr>
              <a:t># Get the OIDC issuer URL</a:t>
            </a:r>
          </a:p>
          <a:p>
            <a:r>
              <a:rPr lang="en-US" b="1" dirty="0" err="1">
                <a:solidFill>
                  <a:srgbClr val="0070C0"/>
                </a:solidFill>
              </a:rPr>
              <a:t>az</a:t>
            </a:r>
            <a:r>
              <a:rPr lang="en-US" b="1" dirty="0">
                <a:solidFill>
                  <a:srgbClr val="0070C0"/>
                </a:solidFill>
              </a:rPr>
              <a:t> </a:t>
            </a:r>
            <a:r>
              <a:rPr lang="en-US" b="1" dirty="0" err="1">
                <a:solidFill>
                  <a:srgbClr val="0070C0"/>
                </a:solidFill>
              </a:rPr>
              <a:t>aks</a:t>
            </a:r>
            <a:r>
              <a:rPr lang="en-US" b="1" dirty="0">
                <a:solidFill>
                  <a:srgbClr val="0070C0"/>
                </a:solidFill>
              </a:rPr>
              <a:t> show </a:t>
            </a:r>
          </a:p>
          <a:p>
            <a:r>
              <a:rPr lang="en-US" dirty="0">
                <a:solidFill>
                  <a:srgbClr val="00B0F0"/>
                </a:solidFill>
              </a:rPr>
              <a:t>--name</a:t>
            </a:r>
            <a:r>
              <a:rPr lang="en-US" dirty="0"/>
              <a:t> $CLUSTER_NAME </a:t>
            </a:r>
          </a:p>
          <a:p>
            <a:r>
              <a:rPr lang="en-US" dirty="0">
                <a:solidFill>
                  <a:srgbClr val="00B0F0"/>
                </a:solidFill>
              </a:rPr>
              <a:t>--resource-group</a:t>
            </a:r>
            <a:r>
              <a:rPr lang="en-US" dirty="0"/>
              <a:t> $RESOURCE_GROUP </a:t>
            </a:r>
          </a:p>
          <a:p>
            <a:r>
              <a:rPr lang="en-US" dirty="0">
                <a:solidFill>
                  <a:srgbClr val="00B0F0"/>
                </a:solidFill>
              </a:rPr>
              <a:t>--query</a:t>
            </a:r>
            <a:r>
              <a:rPr lang="en-US" dirty="0"/>
              <a:t> "</a:t>
            </a:r>
            <a:r>
              <a:rPr lang="en-US" dirty="0" err="1"/>
              <a:t>oidcIssuerProfile.issuerUrl</a:t>
            </a:r>
            <a:r>
              <a:rPr lang="en-US" dirty="0"/>
              <a:t>" -o </a:t>
            </a:r>
            <a:r>
              <a:rPr lang="en-US" dirty="0" err="1"/>
              <a:t>tsv</a:t>
            </a:r>
            <a:endParaRPr lang="en-US" dirty="0"/>
          </a:p>
        </p:txBody>
      </p:sp>
      <p:sp>
        <p:nvSpPr>
          <p:cNvPr id="11" name="TextBox 10">
            <a:extLst>
              <a:ext uri="{FF2B5EF4-FFF2-40B4-BE49-F238E27FC236}">
                <a16:creationId xmlns:a16="http://schemas.microsoft.com/office/drawing/2014/main" id="{0CC3A7B6-C2C9-AE37-7B67-BB3EE0D5F601}"/>
              </a:ext>
            </a:extLst>
          </p:cNvPr>
          <p:cNvSpPr txBox="1"/>
          <p:nvPr/>
        </p:nvSpPr>
        <p:spPr>
          <a:xfrm>
            <a:off x="566928" y="3724788"/>
            <a:ext cx="2730235" cy="369332"/>
          </a:xfrm>
          <a:prstGeom prst="rect">
            <a:avLst/>
          </a:prstGeom>
          <a:noFill/>
        </p:spPr>
        <p:txBody>
          <a:bodyPr wrap="none" rtlCol="0">
            <a:spAutoFit/>
          </a:bodyPr>
          <a:lstStyle/>
          <a:p>
            <a:r>
              <a:rPr lang="en-US" b="1" dirty="0"/>
              <a:t>Get the OIDC Issuer URL</a:t>
            </a:r>
          </a:p>
        </p:txBody>
      </p:sp>
    </p:spTree>
    <p:extLst>
      <p:ext uri="{BB962C8B-B14F-4D97-AF65-F5344CB8AC3E}">
        <p14:creationId xmlns:p14="http://schemas.microsoft.com/office/powerpoint/2010/main" val="725342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B4544-E4F3-9868-C6F1-C55C65643D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5E5626-C23A-42AD-89AE-2FC9BAF3C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349A8084-9217-4DB1-B24E-AB7A11434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33695A8-6585-652F-5855-360ED6A0A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35BF53-37A9-CDE4-A7E1-59C27A9AF9B0}"/>
              </a:ext>
            </a:extLst>
          </p:cNvPr>
          <p:cNvSpPr>
            <a:spLocks noGrp="1"/>
          </p:cNvSpPr>
          <p:nvPr>
            <p:ph type="title"/>
          </p:nvPr>
        </p:nvSpPr>
        <p:spPr>
          <a:xfrm>
            <a:off x="1115568" y="548640"/>
            <a:ext cx="10168128" cy="1179576"/>
          </a:xfrm>
        </p:spPr>
        <p:txBody>
          <a:bodyPr>
            <a:normAutofit/>
          </a:bodyPr>
          <a:lstStyle/>
          <a:p>
            <a:r>
              <a:rPr lang="en-US" sz="4000" dirty="0"/>
              <a:t>Service Account Labels and Annotations</a:t>
            </a:r>
          </a:p>
        </p:txBody>
      </p:sp>
      <p:sp>
        <p:nvSpPr>
          <p:cNvPr id="14" name="Rectangle 13">
            <a:extLst>
              <a:ext uri="{FF2B5EF4-FFF2-40B4-BE49-F238E27FC236}">
                <a16:creationId xmlns:a16="http://schemas.microsoft.com/office/drawing/2014/main" id="{D31BD7F6-8F85-B8AC-7E5F-2504E6F07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A7D5E59-779C-1E45-FE95-659967F3F4A0}"/>
              </a:ext>
            </a:extLst>
          </p:cNvPr>
          <p:cNvSpPr txBox="1"/>
          <p:nvPr/>
        </p:nvSpPr>
        <p:spPr>
          <a:xfrm>
            <a:off x="498834" y="2276856"/>
            <a:ext cx="11220592" cy="3708708"/>
          </a:xfrm>
          <a:prstGeom prst="rect">
            <a:avLst/>
          </a:prstGeom>
          <a:noFill/>
        </p:spPr>
        <p:txBody>
          <a:bodyPr wrap="square">
            <a:spAutoFit/>
          </a:bodyPr>
          <a:lstStyle/>
          <a:p>
            <a:r>
              <a:rPr lang="en-US" sz="2000" dirty="0"/>
              <a:t>Microsoft Entra Workload ID supports the following mappings related to a service account:</a:t>
            </a:r>
          </a:p>
          <a:p>
            <a:endParaRPr lang="en-US" sz="2000" dirty="0"/>
          </a:p>
          <a:p>
            <a:pPr marL="285750" indent="-285750">
              <a:lnSpc>
                <a:spcPct val="150000"/>
              </a:lnSpc>
              <a:spcAft>
                <a:spcPts val="600"/>
              </a:spcAft>
              <a:buFont typeface="Arial" panose="020B0604020202020204" pitchFamily="34" charset="0"/>
              <a:buChar char="•"/>
            </a:pPr>
            <a:r>
              <a:rPr lang="en-US" sz="2000" b="1" dirty="0"/>
              <a:t>One-to-one</a:t>
            </a:r>
            <a:r>
              <a:rPr lang="en-US" sz="2000" dirty="0"/>
              <a:t>, where a service account references a Microsoft Entra object.</a:t>
            </a:r>
          </a:p>
          <a:p>
            <a:pPr marL="285750" indent="-285750">
              <a:lnSpc>
                <a:spcPct val="150000"/>
              </a:lnSpc>
              <a:spcAft>
                <a:spcPts val="600"/>
              </a:spcAft>
              <a:buFont typeface="Arial" panose="020B0604020202020204" pitchFamily="34" charset="0"/>
              <a:buChar char="•"/>
            </a:pPr>
            <a:r>
              <a:rPr lang="en-US" sz="2000" b="1" dirty="0"/>
              <a:t>Many-to-one</a:t>
            </a:r>
            <a:r>
              <a:rPr lang="en-US" sz="2000" dirty="0"/>
              <a:t>, where multiple service accounts reference the same Microsoft Entra object.</a:t>
            </a:r>
          </a:p>
          <a:p>
            <a:pPr marL="285750" indent="-285750">
              <a:lnSpc>
                <a:spcPct val="150000"/>
              </a:lnSpc>
              <a:spcAft>
                <a:spcPts val="600"/>
              </a:spcAft>
              <a:buFont typeface="Arial" panose="020B0604020202020204" pitchFamily="34" charset="0"/>
              <a:buChar char="•"/>
            </a:pPr>
            <a:r>
              <a:rPr lang="en-US" sz="2000" b="1" dirty="0"/>
              <a:t>One-to-many</a:t>
            </a:r>
            <a:r>
              <a:rPr lang="en-US" sz="2000" dirty="0"/>
              <a:t>, where a service account references multiple Microsoft Entra objects by changing the client ID annotation. </a:t>
            </a:r>
          </a:p>
          <a:p>
            <a:endParaRPr lang="en-US" sz="2000" dirty="0"/>
          </a:p>
          <a:p>
            <a:r>
              <a:rPr lang="en-US" sz="2000" b="1" dirty="0"/>
              <a:t>Note:</a:t>
            </a:r>
            <a:r>
              <a:rPr lang="en-US" sz="2000" dirty="0"/>
              <a:t> If you update the service account annotations, you must restart the pod for the changes to take effect.</a:t>
            </a:r>
          </a:p>
        </p:txBody>
      </p:sp>
    </p:spTree>
    <p:extLst>
      <p:ext uri="{BB962C8B-B14F-4D97-AF65-F5344CB8AC3E}">
        <p14:creationId xmlns:p14="http://schemas.microsoft.com/office/powerpoint/2010/main" val="4208932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3524BF-5B7B-2DBC-AD1C-0E61F6CF91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7C321A-1F5E-405D-D243-2CA8EEA3F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59B6A496-314A-3B20-BB7E-4A22E71D6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94F43B1-BFF1-6E10-9127-7F2BE1394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879F0F-3E7E-49A8-2583-EA5C6B787010}"/>
              </a:ext>
            </a:extLst>
          </p:cNvPr>
          <p:cNvSpPr>
            <a:spLocks noGrp="1"/>
          </p:cNvSpPr>
          <p:nvPr>
            <p:ph type="title"/>
          </p:nvPr>
        </p:nvSpPr>
        <p:spPr>
          <a:xfrm>
            <a:off x="1115568" y="548640"/>
            <a:ext cx="10168128" cy="1179576"/>
          </a:xfrm>
        </p:spPr>
        <p:txBody>
          <a:bodyPr>
            <a:normAutofit/>
          </a:bodyPr>
          <a:lstStyle/>
          <a:p>
            <a:r>
              <a:rPr lang="en-US" sz="4000" dirty="0"/>
              <a:t>Service Account Annotations</a:t>
            </a:r>
          </a:p>
        </p:txBody>
      </p:sp>
      <p:sp>
        <p:nvSpPr>
          <p:cNvPr id="14" name="Rectangle 13">
            <a:extLst>
              <a:ext uri="{FF2B5EF4-FFF2-40B4-BE49-F238E27FC236}">
                <a16:creationId xmlns:a16="http://schemas.microsoft.com/office/drawing/2014/main" id="{F473F037-E920-827F-BA7D-8B1FF0FBC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5679273-6A0B-5CD8-A4C7-732DB6930D12}"/>
              </a:ext>
            </a:extLst>
          </p:cNvPr>
          <p:cNvGraphicFramePr>
            <a:graphicFrameLocks noGrp="1"/>
          </p:cNvGraphicFramePr>
          <p:nvPr>
            <p:extLst>
              <p:ext uri="{D42A27DB-BD31-4B8C-83A1-F6EECF244321}">
                <p14:modId xmlns:p14="http://schemas.microsoft.com/office/powerpoint/2010/main" val="3934441063"/>
              </p:ext>
            </p:extLst>
          </p:nvPr>
        </p:nvGraphicFramePr>
        <p:xfrm>
          <a:off x="566928" y="2567446"/>
          <a:ext cx="11181124" cy="2409563"/>
        </p:xfrm>
        <a:graphic>
          <a:graphicData uri="http://schemas.openxmlformats.org/drawingml/2006/table">
            <a:tbl>
              <a:tblPr/>
              <a:tblGrid>
                <a:gridCol w="3378907">
                  <a:extLst>
                    <a:ext uri="{9D8B030D-6E8A-4147-A177-3AD203B41FA5}">
                      <a16:colId xmlns:a16="http://schemas.microsoft.com/office/drawing/2014/main" val="1051040934"/>
                    </a:ext>
                  </a:extLst>
                </a:gridCol>
                <a:gridCol w="4890052">
                  <a:extLst>
                    <a:ext uri="{9D8B030D-6E8A-4147-A177-3AD203B41FA5}">
                      <a16:colId xmlns:a16="http://schemas.microsoft.com/office/drawing/2014/main" val="3003606410"/>
                    </a:ext>
                  </a:extLst>
                </a:gridCol>
                <a:gridCol w="2912165">
                  <a:extLst>
                    <a:ext uri="{9D8B030D-6E8A-4147-A177-3AD203B41FA5}">
                      <a16:colId xmlns:a16="http://schemas.microsoft.com/office/drawing/2014/main" val="2699256802"/>
                    </a:ext>
                  </a:extLst>
                </a:gridCol>
              </a:tblGrid>
              <a:tr h="198778">
                <a:tc>
                  <a:txBody>
                    <a:bodyPr/>
                    <a:lstStyle/>
                    <a:p>
                      <a:pPr algn="l" fontAlgn="t">
                        <a:buNone/>
                      </a:pPr>
                      <a:r>
                        <a:rPr lang="en-US" sz="1000" b="1" dirty="0">
                          <a:effectLst/>
                        </a:rPr>
                        <a:t>Annotation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a:effectLst/>
                        </a:rPr>
                        <a:t>Description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dirty="0">
                          <a:effectLst/>
                        </a:rPr>
                        <a:t>Default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66153793"/>
                  </a:ext>
                </a:extLst>
              </a:tr>
              <a:tr h="347861">
                <a:tc>
                  <a:txBody>
                    <a:bodyPr/>
                    <a:lstStyle/>
                    <a:p>
                      <a:pPr algn="l" fontAlgn="t">
                        <a:buNone/>
                      </a:pPr>
                      <a:r>
                        <a:rPr lang="en-US" sz="1100" dirty="0" err="1">
                          <a:effectLst/>
                          <a:latin typeface="SFMono-Regular"/>
                        </a:rPr>
                        <a:t>azure.workload.identity</a:t>
                      </a:r>
                      <a:r>
                        <a:rPr lang="en-US" sz="1100" dirty="0">
                          <a:effectLst/>
                          <a:latin typeface="SFMono-Regular"/>
                        </a:rPr>
                        <a:t>/client-id</a:t>
                      </a:r>
                      <a:endParaRPr lang="en-US" sz="1100" dirty="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dirty="0">
                          <a:effectLst/>
                        </a:rPr>
                        <a:t>Represents the Microsoft Entra application client ID to be used with the pod.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endParaRPr lang="en-US" sz="1100" dirty="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02854954"/>
                  </a:ext>
                </a:extLst>
              </a:tr>
              <a:tr h="347861">
                <a:tc>
                  <a:txBody>
                    <a:bodyPr/>
                    <a:lstStyle/>
                    <a:p>
                      <a:pPr algn="l" fontAlgn="t">
                        <a:buNone/>
                      </a:pPr>
                      <a:r>
                        <a:rPr lang="en-US" sz="1100">
                          <a:effectLst/>
                          <a:latin typeface="SFMono-Regular"/>
                        </a:rPr>
                        <a:t>azure.workload.identity/tenant-id</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dirty="0">
                          <a:effectLst/>
                        </a:rPr>
                        <a:t>Represents the Azure tenant ID where the Microsoft Entra application is registered.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AZURE_TENANT_ID environment variable extracted</a:t>
                      </a:r>
                      <a:br>
                        <a:rPr lang="en-US" sz="1100" dirty="0">
                          <a:effectLst/>
                        </a:rPr>
                      </a:br>
                      <a:r>
                        <a:rPr lang="en-US" sz="1100" dirty="0">
                          <a:effectLst/>
                        </a:rPr>
                        <a:t>from </a:t>
                      </a:r>
                      <a:r>
                        <a:rPr lang="en-US" sz="1100" dirty="0">
                          <a:effectLst/>
                          <a:latin typeface="SFMono-Regular"/>
                        </a:rPr>
                        <a:t>azure-</a:t>
                      </a:r>
                      <a:r>
                        <a:rPr lang="en-US" sz="1100" dirty="0" err="1">
                          <a:effectLst/>
                          <a:latin typeface="SFMono-Regular"/>
                        </a:rPr>
                        <a:t>wi</a:t>
                      </a:r>
                      <a:r>
                        <a:rPr lang="en-US" sz="1100" dirty="0">
                          <a:effectLst/>
                          <a:latin typeface="SFMono-Regular"/>
                        </a:rPr>
                        <a:t>-webhook-config</a:t>
                      </a:r>
                      <a:r>
                        <a:rPr lang="en-US" sz="1100" dirty="0">
                          <a:effectLst/>
                        </a:rPr>
                        <a:t> </a:t>
                      </a:r>
                      <a:r>
                        <a:rPr lang="en-US" sz="1100" dirty="0" err="1">
                          <a:effectLst/>
                        </a:rPr>
                        <a:t>ConfigMap</a:t>
                      </a:r>
                      <a:r>
                        <a:rPr lang="en-US" sz="1100" dirty="0">
                          <a:effectLst/>
                        </a:rPr>
                        <a: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52182263"/>
                  </a:ext>
                </a:extLst>
              </a:tr>
              <a:tr h="944194">
                <a:tc>
                  <a:txBody>
                    <a:bodyPr/>
                    <a:lstStyle/>
                    <a:p>
                      <a:pPr algn="l" fontAlgn="t">
                        <a:buNone/>
                      </a:pPr>
                      <a:r>
                        <a:rPr lang="en-US" sz="1100">
                          <a:effectLst/>
                          <a:latin typeface="SFMono-Regular"/>
                        </a:rPr>
                        <a:t>azure.workload.identity/service-account-token-expiration</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dirty="0">
                          <a:effectLst/>
                        </a:rPr>
                        <a:t>Represents the </a:t>
                      </a:r>
                      <a:r>
                        <a:rPr lang="en-US" sz="1100" dirty="0" err="1">
                          <a:effectLst/>
                          <a:latin typeface="SFMono-Regular"/>
                        </a:rPr>
                        <a:t>expirationSeconds</a:t>
                      </a:r>
                      <a:r>
                        <a:rPr lang="en-US" sz="1100" dirty="0">
                          <a:effectLst/>
                        </a:rPr>
                        <a:t> field for the projected service account token. It's an optional field that you configure to prevent any downtime caused by errors during service account token refresh. Kubernetes service account token expiry isn't correlated with Microsoft Entra tokens. Microsoft Entra tokens expire in 24 hours after they're issued.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3600</a:t>
                      </a:r>
                      <a:br>
                        <a:rPr lang="en-US" sz="1100" dirty="0">
                          <a:effectLst/>
                        </a:rPr>
                      </a:br>
                      <a:r>
                        <a:rPr lang="en-US" sz="1100" dirty="0">
                          <a:effectLst/>
                        </a:rPr>
                        <a:t>Supported range is 3600-86400.</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900575607"/>
                  </a:ext>
                </a:extLst>
              </a:tr>
            </a:tbl>
          </a:graphicData>
        </a:graphic>
      </p:graphicFrame>
    </p:spTree>
    <p:extLst>
      <p:ext uri="{BB962C8B-B14F-4D97-AF65-F5344CB8AC3E}">
        <p14:creationId xmlns:p14="http://schemas.microsoft.com/office/powerpoint/2010/main" val="66042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A1AA8-7CAF-9845-6C09-300ACC1BBA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0E0ED9-2E70-C2E5-3E09-276D9CAB4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80D29217-2ECD-5E22-290E-9010BD4BD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5698BAFE-C604-1D33-FE02-D952BE50F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B93FA8-3094-1BB2-4C61-5793860175AB}"/>
              </a:ext>
            </a:extLst>
          </p:cNvPr>
          <p:cNvSpPr>
            <a:spLocks noGrp="1"/>
          </p:cNvSpPr>
          <p:nvPr>
            <p:ph type="title"/>
          </p:nvPr>
        </p:nvSpPr>
        <p:spPr>
          <a:xfrm>
            <a:off x="1115568" y="548640"/>
            <a:ext cx="10168128" cy="1179576"/>
          </a:xfrm>
        </p:spPr>
        <p:txBody>
          <a:bodyPr>
            <a:normAutofit/>
          </a:bodyPr>
          <a:lstStyle/>
          <a:p>
            <a:r>
              <a:rPr lang="en-US" sz="4000" dirty="0"/>
              <a:t>Pod Labels</a:t>
            </a:r>
          </a:p>
        </p:txBody>
      </p:sp>
      <p:sp>
        <p:nvSpPr>
          <p:cNvPr id="14" name="Rectangle 13">
            <a:extLst>
              <a:ext uri="{FF2B5EF4-FFF2-40B4-BE49-F238E27FC236}">
                <a16:creationId xmlns:a16="http://schemas.microsoft.com/office/drawing/2014/main" id="{65070596-0C07-A553-6A74-B6E8226D1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30F78693-FC73-9703-D773-8D502F2225F9}"/>
              </a:ext>
            </a:extLst>
          </p:cNvPr>
          <p:cNvGraphicFramePr>
            <a:graphicFrameLocks noGrp="1"/>
          </p:cNvGraphicFramePr>
          <p:nvPr>
            <p:extLst>
              <p:ext uri="{D42A27DB-BD31-4B8C-83A1-F6EECF244321}">
                <p14:modId xmlns:p14="http://schemas.microsoft.com/office/powerpoint/2010/main" val="2299596537"/>
              </p:ext>
            </p:extLst>
          </p:nvPr>
        </p:nvGraphicFramePr>
        <p:xfrm>
          <a:off x="558209" y="3137587"/>
          <a:ext cx="11173120" cy="1622860"/>
        </p:xfrm>
        <a:graphic>
          <a:graphicData uri="http://schemas.openxmlformats.org/drawingml/2006/table">
            <a:tbl>
              <a:tblPr/>
              <a:tblGrid>
                <a:gridCol w="2483165">
                  <a:extLst>
                    <a:ext uri="{9D8B030D-6E8A-4147-A177-3AD203B41FA5}">
                      <a16:colId xmlns:a16="http://schemas.microsoft.com/office/drawing/2014/main" val="3376633057"/>
                    </a:ext>
                  </a:extLst>
                </a:gridCol>
                <a:gridCol w="5814391">
                  <a:extLst>
                    <a:ext uri="{9D8B030D-6E8A-4147-A177-3AD203B41FA5}">
                      <a16:colId xmlns:a16="http://schemas.microsoft.com/office/drawing/2014/main" val="498254926"/>
                    </a:ext>
                  </a:extLst>
                </a:gridCol>
                <a:gridCol w="1540565">
                  <a:extLst>
                    <a:ext uri="{9D8B030D-6E8A-4147-A177-3AD203B41FA5}">
                      <a16:colId xmlns:a16="http://schemas.microsoft.com/office/drawing/2014/main" val="1305125283"/>
                    </a:ext>
                  </a:extLst>
                </a:gridCol>
                <a:gridCol w="1334999">
                  <a:extLst>
                    <a:ext uri="{9D8B030D-6E8A-4147-A177-3AD203B41FA5}">
                      <a16:colId xmlns:a16="http://schemas.microsoft.com/office/drawing/2014/main" val="4180459243"/>
                    </a:ext>
                  </a:extLst>
                </a:gridCol>
              </a:tblGrid>
              <a:tr h="445843">
                <a:tc>
                  <a:txBody>
                    <a:bodyPr/>
                    <a:lstStyle/>
                    <a:p>
                      <a:pPr algn="l" fontAlgn="t">
                        <a:buNone/>
                      </a:pPr>
                      <a:r>
                        <a:rPr lang="en-US" sz="1500" b="1">
                          <a:effectLst/>
                        </a:rPr>
                        <a:t>Label</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Description</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Recommended value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dirty="0">
                          <a:effectLst/>
                        </a:rPr>
                        <a:t>Required</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804759759"/>
                  </a:ext>
                </a:extLst>
              </a:tr>
              <a:tr h="1087958">
                <a:tc>
                  <a:txBody>
                    <a:bodyPr/>
                    <a:lstStyle/>
                    <a:p>
                      <a:pPr algn="l" fontAlgn="t">
                        <a:buNone/>
                      </a:pPr>
                      <a:r>
                        <a:rPr lang="en-US" sz="1500">
                          <a:effectLst/>
                          <a:latin typeface="SFMono-Regular"/>
                        </a:rPr>
                        <a:t>azure.workload.identity/use</a:t>
                      </a:r>
                      <a:endParaRPr lang="en-US" sz="1500">
                        <a:effectLst/>
                      </a:endParaRP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This label is required in the pod template spec. Only pods with this label are mutated by the azure-workload-identity mutating admission webhook to inject the Azure specific environment variables and the projected service account token volume.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true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dirty="0">
                          <a:effectLst/>
                        </a:rPr>
                        <a:t>Yes</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38853820"/>
                  </a:ext>
                </a:extLst>
              </a:tr>
            </a:tbl>
          </a:graphicData>
        </a:graphic>
      </p:graphicFrame>
    </p:spTree>
    <p:extLst>
      <p:ext uri="{BB962C8B-B14F-4D97-AF65-F5344CB8AC3E}">
        <p14:creationId xmlns:p14="http://schemas.microsoft.com/office/powerpoint/2010/main" val="3331747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EEA8D-03BB-03F4-AE4E-566DF5BE18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E5C0ED-040A-327B-6049-A589959EC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AD088820-3831-B156-2F93-3197BC199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8B7CD94-D61C-3639-EE40-34129F7DF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0BE792-28C3-AC42-D181-28DF6B39C05C}"/>
              </a:ext>
            </a:extLst>
          </p:cNvPr>
          <p:cNvSpPr>
            <a:spLocks noGrp="1"/>
          </p:cNvSpPr>
          <p:nvPr>
            <p:ph type="title"/>
          </p:nvPr>
        </p:nvSpPr>
        <p:spPr>
          <a:xfrm>
            <a:off x="1115568" y="548640"/>
            <a:ext cx="10168128" cy="1179576"/>
          </a:xfrm>
        </p:spPr>
        <p:txBody>
          <a:bodyPr>
            <a:normAutofit/>
          </a:bodyPr>
          <a:lstStyle/>
          <a:p>
            <a:r>
              <a:rPr lang="en-US" sz="4000" dirty="0"/>
              <a:t>Pod Annotations</a:t>
            </a:r>
          </a:p>
        </p:txBody>
      </p:sp>
      <p:sp>
        <p:nvSpPr>
          <p:cNvPr id="14" name="Rectangle 13">
            <a:extLst>
              <a:ext uri="{FF2B5EF4-FFF2-40B4-BE49-F238E27FC236}">
                <a16:creationId xmlns:a16="http://schemas.microsoft.com/office/drawing/2014/main" id="{97589B57-2569-A264-8C37-FB4427F7B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9728FE5-F48C-03CD-EACB-50159C2F53FD}"/>
              </a:ext>
            </a:extLst>
          </p:cNvPr>
          <p:cNvGraphicFramePr>
            <a:graphicFrameLocks noGrp="1"/>
          </p:cNvGraphicFramePr>
          <p:nvPr>
            <p:extLst>
              <p:ext uri="{D42A27DB-BD31-4B8C-83A1-F6EECF244321}">
                <p14:modId xmlns:p14="http://schemas.microsoft.com/office/powerpoint/2010/main" val="2645185745"/>
              </p:ext>
            </p:extLst>
          </p:nvPr>
        </p:nvGraphicFramePr>
        <p:xfrm>
          <a:off x="555161" y="2365512"/>
          <a:ext cx="11176167" cy="3619899"/>
        </p:xfrm>
        <a:graphic>
          <a:graphicData uri="http://schemas.openxmlformats.org/drawingml/2006/table">
            <a:tbl>
              <a:tblPr/>
              <a:tblGrid>
                <a:gridCol w="3162074">
                  <a:extLst>
                    <a:ext uri="{9D8B030D-6E8A-4147-A177-3AD203B41FA5}">
                      <a16:colId xmlns:a16="http://schemas.microsoft.com/office/drawing/2014/main" val="2157973385"/>
                    </a:ext>
                  </a:extLst>
                </a:gridCol>
                <a:gridCol w="5158408">
                  <a:extLst>
                    <a:ext uri="{9D8B030D-6E8A-4147-A177-3AD203B41FA5}">
                      <a16:colId xmlns:a16="http://schemas.microsoft.com/office/drawing/2014/main" val="4203712295"/>
                    </a:ext>
                  </a:extLst>
                </a:gridCol>
                <a:gridCol w="2855685">
                  <a:extLst>
                    <a:ext uri="{9D8B030D-6E8A-4147-A177-3AD203B41FA5}">
                      <a16:colId xmlns:a16="http://schemas.microsoft.com/office/drawing/2014/main" val="3959015242"/>
                    </a:ext>
                  </a:extLst>
                </a:gridCol>
              </a:tblGrid>
              <a:tr h="304700">
                <a:tc>
                  <a:txBody>
                    <a:bodyPr/>
                    <a:lstStyle/>
                    <a:p>
                      <a:pPr algn="l" fontAlgn="t">
                        <a:buNone/>
                      </a:pPr>
                      <a:r>
                        <a:rPr lang="en-US" sz="1400" b="1" dirty="0">
                          <a:effectLst/>
                        </a:rPr>
                        <a:t>Annotation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Description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dirty="0">
                          <a:effectLst/>
                        </a:rPr>
                        <a:t>Default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50913743"/>
                  </a:ext>
                </a:extLst>
              </a:tr>
              <a:tr h="603225">
                <a:tc>
                  <a:txBody>
                    <a:bodyPr/>
                    <a:lstStyle/>
                    <a:p>
                      <a:pPr algn="l" fontAlgn="t">
                        <a:buNone/>
                      </a:pPr>
                      <a:r>
                        <a:rPr lang="en-US" sz="1400" dirty="0" err="1">
                          <a:effectLst/>
                          <a:latin typeface="SFMono-Regular"/>
                        </a:rPr>
                        <a:t>azure.workload.identity</a:t>
                      </a:r>
                      <a:r>
                        <a:rPr lang="en-US" sz="1400" dirty="0">
                          <a:effectLst/>
                          <a:latin typeface="SFMono-Regular"/>
                        </a:rPr>
                        <a:t>/service-account-token-expiration</a:t>
                      </a:r>
                      <a:endParaRPr lang="en-US" sz="1400" dirty="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dirty="0">
                          <a:effectLst/>
                        </a:rPr>
                        <a:t>Pod annotations take precedence over service account annotations</a:t>
                      </a:r>
                      <a:r>
                        <a:rPr lang="en-US" sz="1400" dirty="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3600</a:t>
                      </a:r>
                      <a:br>
                        <a:rPr lang="en-US" sz="1400">
                          <a:effectLst/>
                        </a:rPr>
                      </a:br>
                      <a:r>
                        <a:rPr lang="en-US" sz="1400">
                          <a:effectLst/>
                        </a:rPr>
                        <a:t>Supported range is 3600-86400.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0358407"/>
                  </a:ext>
                </a:extLst>
              </a:tr>
              <a:tr h="797289">
                <a:tc>
                  <a:txBody>
                    <a:bodyPr/>
                    <a:lstStyle/>
                    <a:p>
                      <a:pPr algn="l" fontAlgn="t">
                        <a:buNone/>
                      </a:pPr>
                      <a:r>
                        <a:rPr lang="en-US" sz="1400">
                          <a:effectLst/>
                          <a:latin typeface="SFMono-Regular"/>
                        </a:rPr>
                        <a:t>azure.workload.identity/skip-containers</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a semi-colon-separated list of containers to skip adding projected service account token volume. For example, </a:t>
                      </a:r>
                      <a:r>
                        <a:rPr lang="en-US" sz="1400">
                          <a:effectLst/>
                          <a:latin typeface="SFMono-Regular"/>
                        </a:rPr>
                        <a:t>container1;container2</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By default, the projected service account token volume is added to all containers if the pod is labeled with </a:t>
                      </a:r>
                      <a:r>
                        <a:rPr lang="en-US" sz="1400">
                          <a:effectLst/>
                          <a:latin typeface="SFMono-Regular"/>
                        </a:rPr>
                        <a:t>azure.workload.identity/use: true</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76244893"/>
                  </a:ext>
                </a:extLst>
              </a:tr>
              <a:tr h="1043583">
                <a:tc>
                  <a:txBody>
                    <a:bodyPr/>
                    <a:lstStyle/>
                    <a:p>
                      <a:pPr algn="l" fontAlgn="t">
                        <a:buNone/>
                      </a:pPr>
                      <a:r>
                        <a:rPr lang="en-US" sz="1400">
                          <a:effectLst/>
                          <a:latin typeface="SFMono-Regular"/>
                        </a:rPr>
                        <a:t>azure.workload.identity/inject-proxy-sidecar</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Injects a proxy init container and proxy sidecar into the pod. The proxy sidecar is used to intercept token requests to IMDS and acquire a Microsoft Entra token on behalf of the user with federated identity credential.</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false</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45314689"/>
                  </a:ext>
                </a:extLst>
              </a:tr>
              <a:tr h="550995">
                <a:tc>
                  <a:txBody>
                    <a:bodyPr/>
                    <a:lstStyle/>
                    <a:p>
                      <a:pPr algn="l" fontAlgn="t">
                        <a:buNone/>
                      </a:pPr>
                      <a:r>
                        <a:rPr lang="en-US" sz="1400">
                          <a:effectLst/>
                          <a:latin typeface="SFMono-Regular"/>
                        </a:rPr>
                        <a:t>azure.workload.identity/proxy-sidecar-port</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the port of the proxy sidecar.</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8000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15048298"/>
                  </a:ext>
                </a:extLst>
              </a:tr>
            </a:tbl>
          </a:graphicData>
        </a:graphic>
      </p:graphicFrame>
    </p:spTree>
    <p:extLst>
      <p:ext uri="{BB962C8B-B14F-4D97-AF65-F5344CB8AC3E}">
        <p14:creationId xmlns:p14="http://schemas.microsoft.com/office/powerpoint/2010/main" val="3545184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Deploy and configure Microsoft Entra Workload ID on an Azure Kubernetes Service (AKS) cluster</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744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63244-4949-EB37-4D42-76690E48CA3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Deploy and configure Microsoft Entra Workload ID on an Azure Kubernetes Service (AKS) cluster</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3DE259-39F3-0924-0353-80307BA326A8}"/>
              </a:ext>
            </a:extLst>
          </p:cNvPr>
          <p:cNvSpPr txBox="1"/>
          <p:nvPr/>
        </p:nvSpPr>
        <p:spPr>
          <a:xfrm>
            <a:off x="838200" y="2138102"/>
            <a:ext cx="10853928" cy="3855193"/>
          </a:xfrm>
          <a:prstGeom prst="rect">
            <a:avLst/>
          </a:prstGeom>
        </p:spPr>
        <p:txBody>
          <a:bodyPr vert="horz" lIns="91440" tIns="45720" rIns="91440" bIns="45720" rtlCol="0">
            <a:normAutofit fontScale="92500"/>
          </a:bodyPr>
          <a:lstStyle/>
          <a:p>
            <a:pPr marL="285750" indent="-228600">
              <a:lnSpc>
                <a:spcPct val="90000"/>
              </a:lnSpc>
              <a:spcBef>
                <a:spcPts val="600"/>
              </a:spcBef>
              <a:spcAft>
                <a:spcPts val="1200"/>
              </a:spcAft>
              <a:buFont typeface="Arial" panose="020B0604020202020204" pitchFamily="34" charset="0"/>
              <a:buChar char="•"/>
            </a:pPr>
            <a:r>
              <a:rPr lang="en-US" sz="2800" dirty="0"/>
              <a:t>Create a new or update an existing AKS cluster using the Azure CLI with OpenID Connect (OIDC) issuer and Microsoft Entra Workload ID enabled.</a:t>
            </a:r>
          </a:p>
          <a:p>
            <a:pPr marL="285750" indent="-228600">
              <a:lnSpc>
                <a:spcPct val="90000"/>
              </a:lnSpc>
              <a:spcBef>
                <a:spcPts val="600"/>
              </a:spcBef>
              <a:spcAft>
                <a:spcPts val="1200"/>
              </a:spcAft>
              <a:buFont typeface="Arial" panose="020B0604020202020204" pitchFamily="34" charset="0"/>
              <a:buChar char="•"/>
            </a:pPr>
            <a:r>
              <a:rPr lang="en-US" sz="2800" dirty="0"/>
              <a:t>Create a workload identity and Kubernetes service account.</a:t>
            </a:r>
          </a:p>
          <a:p>
            <a:pPr marL="285750" indent="-228600">
              <a:lnSpc>
                <a:spcPct val="90000"/>
              </a:lnSpc>
              <a:spcBef>
                <a:spcPts val="600"/>
              </a:spcBef>
              <a:spcAft>
                <a:spcPts val="1200"/>
              </a:spcAft>
              <a:buFont typeface="Arial" panose="020B0604020202020204" pitchFamily="34" charset="0"/>
              <a:buChar char="•"/>
            </a:pPr>
            <a:r>
              <a:rPr lang="en-US" sz="2800" dirty="0"/>
              <a:t>Configure the managed identity for token federation.</a:t>
            </a:r>
          </a:p>
          <a:p>
            <a:pPr marL="285750" indent="-228600">
              <a:lnSpc>
                <a:spcPct val="90000"/>
              </a:lnSpc>
              <a:spcBef>
                <a:spcPts val="600"/>
              </a:spcBef>
              <a:spcAft>
                <a:spcPts val="1200"/>
              </a:spcAft>
              <a:buFont typeface="Arial" panose="020B0604020202020204" pitchFamily="34" charset="0"/>
              <a:buChar char="•"/>
            </a:pPr>
            <a:r>
              <a:rPr lang="en-US" sz="2800" dirty="0"/>
              <a:t>Deploy the workload and verify authentication with the workload identity.</a:t>
            </a:r>
          </a:p>
          <a:p>
            <a:pPr marL="285750" indent="-228600">
              <a:lnSpc>
                <a:spcPct val="90000"/>
              </a:lnSpc>
              <a:spcBef>
                <a:spcPts val="600"/>
              </a:spcBef>
              <a:spcAft>
                <a:spcPts val="1200"/>
              </a:spcAft>
              <a:buFont typeface="Arial" panose="020B0604020202020204" pitchFamily="34" charset="0"/>
              <a:buChar char="•"/>
            </a:pPr>
            <a:r>
              <a:rPr lang="en-US" sz="2800" dirty="0"/>
              <a:t>Optionally grant a pod in the cluster access to secrets in an Azure key vault.</a:t>
            </a:r>
          </a:p>
        </p:txBody>
      </p:sp>
    </p:spTree>
    <p:extLst>
      <p:ext uri="{BB962C8B-B14F-4D97-AF65-F5344CB8AC3E}">
        <p14:creationId xmlns:p14="http://schemas.microsoft.com/office/powerpoint/2010/main" val="3131274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1FAE03-065D-7599-E1A5-CD22D24CF1B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A3CE1F1-6713-86E6-8AAE-D4881CBA7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80BF5A8E-E44E-B657-27D7-896E96402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05E75DA-A16C-ED99-D713-E4E5F9E5F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15B1F9-1A96-BEBB-3AFB-11C6D3E74BF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Secrets Store CSI Driver</a:t>
            </a:r>
          </a:p>
        </p:txBody>
      </p:sp>
      <p:sp>
        <p:nvSpPr>
          <p:cNvPr id="13" name="Rectangle 12">
            <a:extLst>
              <a:ext uri="{FF2B5EF4-FFF2-40B4-BE49-F238E27FC236}">
                <a16:creationId xmlns:a16="http://schemas.microsoft.com/office/drawing/2014/main" id="{E15175E4-7419-54E6-D29E-F2CDE4CC7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935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8CB151-A4A3-4C6A-7C88-FCCE678625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C4004E-D86A-D5D9-A5C5-42EDE4D0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72ECC-5817-3BC3-CAC7-F7DD858BF1B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dirty="0">
                <a:solidFill>
                  <a:schemeClr val="tx1"/>
                </a:solidFill>
                <a:latin typeface="+mj-lt"/>
                <a:ea typeface="+mj-ea"/>
                <a:cs typeface="+mj-cs"/>
              </a:rPr>
              <a:t>CSI Driver</a:t>
            </a:r>
          </a:p>
        </p:txBody>
      </p:sp>
      <p:sp>
        <p:nvSpPr>
          <p:cNvPr id="12" name="sketch line">
            <a:extLst>
              <a:ext uri="{FF2B5EF4-FFF2-40B4-BE49-F238E27FC236}">
                <a16:creationId xmlns:a16="http://schemas.microsoft.com/office/drawing/2014/main" id="{B612F7B7-1977-27E7-45C6-C453C68A8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CE0DF66-6242-2523-C6BD-189FBDE76F9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The Container Storage Interface (CSI) is a standard for exposing arbitrary block and file storage systems to containerized workloads on Container Orchestration Systems (COs) like Kubernetes. </a:t>
            </a:r>
          </a:p>
          <a:p>
            <a:pPr marL="285750" indent="-228600">
              <a:lnSpc>
                <a:spcPct val="90000"/>
              </a:lnSpc>
              <a:spcBef>
                <a:spcPts val="600"/>
              </a:spcBef>
              <a:spcAft>
                <a:spcPts val="1200"/>
              </a:spcAft>
              <a:buFont typeface="Arial" panose="020B0604020202020204" pitchFamily="34" charset="0"/>
              <a:buChar char="•"/>
            </a:pPr>
            <a:r>
              <a:rPr lang="en-US" sz="2800" dirty="0"/>
              <a:t>Using CSI third-party storage providers can write and deploy plugins exposing new storage systems in Kubernetes without ever having to touch the core Kubernetes code.</a:t>
            </a:r>
          </a:p>
        </p:txBody>
      </p:sp>
    </p:spTree>
    <p:extLst>
      <p:ext uri="{BB962C8B-B14F-4D97-AF65-F5344CB8AC3E}">
        <p14:creationId xmlns:p14="http://schemas.microsoft.com/office/powerpoint/2010/main" val="1943525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D4151-C8A8-720E-A6FB-5A4B080E9CF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E9CFE6-6D88-3158-450F-1FA335845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73244-415D-1E68-2BC3-7944B43AEF2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dirty="0">
                <a:solidFill>
                  <a:schemeClr val="tx1"/>
                </a:solidFill>
                <a:latin typeface="+mj-lt"/>
                <a:ea typeface="+mj-ea"/>
                <a:cs typeface="+mj-cs"/>
              </a:rPr>
              <a:t>Secret Store CSI Driver</a:t>
            </a:r>
          </a:p>
        </p:txBody>
      </p:sp>
      <p:sp>
        <p:nvSpPr>
          <p:cNvPr id="12" name="sketch line">
            <a:extLst>
              <a:ext uri="{FF2B5EF4-FFF2-40B4-BE49-F238E27FC236}">
                <a16:creationId xmlns:a16="http://schemas.microsoft.com/office/drawing/2014/main" id="{7946E436-2FE2-E7BC-3266-1C0DAED1C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D22AB8-9347-F997-4926-1151CE27FC93}"/>
              </a:ext>
            </a:extLst>
          </p:cNvPr>
          <p:cNvSpPr txBox="1"/>
          <p:nvPr/>
        </p:nvSpPr>
        <p:spPr>
          <a:xfrm>
            <a:off x="838200" y="2297126"/>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Secrets Store CSI Driver for Kubernetes secrets - Integrates secrets stores with Kubernetes via a Container Storage Interface (CSI) volume. </a:t>
            </a:r>
          </a:p>
          <a:p>
            <a:pPr marL="285750" indent="-228600">
              <a:lnSpc>
                <a:spcPct val="90000"/>
              </a:lnSpc>
              <a:spcBef>
                <a:spcPts val="600"/>
              </a:spcBef>
              <a:spcAft>
                <a:spcPts val="1200"/>
              </a:spcAft>
              <a:buFont typeface="Arial" panose="020B0604020202020204" pitchFamily="34" charset="0"/>
              <a:buChar char="•"/>
            </a:pPr>
            <a:r>
              <a:rPr lang="en-US" sz="2800" dirty="0"/>
              <a:t>The Secrets Store CSI Driver secrets-store.csi.k8s.io allows Kubernetes to mount multiple secrets, keys, and certs stored in enterprise-grade external secrets stores into their pods as a volume. Once the Volume is attached, the data in it is mounted into the container's file system.</a:t>
            </a:r>
          </a:p>
        </p:txBody>
      </p:sp>
    </p:spTree>
    <p:extLst>
      <p:ext uri="{BB962C8B-B14F-4D97-AF65-F5344CB8AC3E}">
        <p14:creationId xmlns:p14="http://schemas.microsoft.com/office/powerpoint/2010/main" val="31476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B06DFB-F903-5FD4-627E-711A082B75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EAFD258-A185-3E83-8EB6-7BF75E175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FAF51A-E526-0A71-1402-88AE146C1C0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Azure Key Vault provider for </a:t>
            </a:r>
            <a:r>
              <a:rPr lang="en-US" sz="4200" kern="1200" dirty="0">
                <a:solidFill>
                  <a:schemeClr val="tx1"/>
                </a:solidFill>
                <a:latin typeface="+mj-lt"/>
                <a:ea typeface="+mj-ea"/>
                <a:cs typeface="+mj-cs"/>
              </a:rPr>
              <a:t>Secret Store CSI Driver</a:t>
            </a:r>
            <a:r>
              <a:rPr lang="en-US" sz="4200" dirty="0"/>
              <a:t> in an AKS cluster</a:t>
            </a:r>
            <a:endParaRPr lang="en-US" sz="42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A48ADF1-C7DC-D347-1224-85369B2CD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20040C-9D0D-FBC1-5C0C-81B85D27ED0A}"/>
              </a:ext>
            </a:extLst>
          </p:cNvPr>
          <p:cNvSpPr txBox="1"/>
          <p:nvPr/>
        </p:nvSpPr>
        <p:spPr>
          <a:xfrm>
            <a:off x="838200" y="2545606"/>
            <a:ext cx="10853928" cy="252812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The Azure Key Vault provider for Secrets Store CSI Driver allows for the integration of an Azure Key Vault as a secret store with an Azure Kubernetes Service (AKS) cluster via a CSI volume.</a:t>
            </a:r>
          </a:p>
        </p:txBody>
      </p:sp>
    </p:spTree>
    <p:extLst>
      <p:ext uri="{BB962C8B-B14F-4D97-AF65-F5344CB8AC3E}">
        <p14:creationId xmlns:p14="http://schemas.microsoft.com/office/powerpoint/2010/main" val="2748666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EF19C-DCB6-46A6-96B4-EEE2B1BFA1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DE6783-DEDC-C7D0-4E8E-0BADBE526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F5AF1-97BC-0B3E-C481-F63DF4FC92F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Features</a:t>
            </a:r>
            <a:endParaRPr lang="en-US" sz="42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07651CE5-3B86-D2AA-AB71-9F80F0E04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A57006-ADBE-F5AA-4E04-3185D74D844D}"/>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dirty="0"/>
              <a:t>Mounts secrets, keys, and certificates to a pod using a CSI volume.</a:t>
            </a:r>
          </a:p>
          <a:p>
            <a:pPr marL="514350" indent="-457200">
              <a:spcBef>
                <a:spcPts val="600"/>
              </a:spcBef>
              <a:spcAft>
                <a:spcPts val="600"/>
              </a:spcAft>
              <a:buFont typeface="Arial" panose="020B0604020202020204" pitchFamily="34" charset="0"/>
              <a:buChar char="•"/>
            </a:pPr>
            <a:r>
              <a:rPr lang="en-US" sz="2400" dirty="0"/>
              <a:t>Supports CSI inline volumes.</a:t>
            </a:r>
          </a:p>
          <a:p>
            <a:pPr marL="514350" indent="-457200">
              <a:spcBef>
                <a:spcPts val="600"/>
              </a:spcBef>
              <a:spcAft>
                <a:spcPts val="600"/>
              </a:spcAft>
              <a:buFont typeface="Arial" panose="020B0604020202020204" pitchFamily="34" charset="0"/>
              <a:buChar char="•"/>
            </a:pPr>
            <a:r>
              <a:rPr lang="en-US" sz="2400" dirty="0"/>
              <a:t>Supports mounting multiple secrets store objects as a single volume.</a:t>
            </a:r>
          </a:p>
          <a:p>
            <a:pPr marL="514350" indent="-457200">
              <a:spcBef>
                <a:spcPts val="600"/>
              </a:spcBef>
              <a:spcAft>
                <a:spcPts val="600"/>
              </a:spcAft>
              <a:buFont typeface="Arial" panose="020B0604020202020204" pitchFamily="34" charset="0"/>
              <a:buChar char="•"/>
            </a:pPr>
            <a:r>
              <a:rPr lang="en-US" sz="2400" dirty="0"/>
              <a:t>Supports pod portability with the </a:t>
            </a:r>
            <a:r>
              <a:rPr lang="en-US" sz="2400" dirty="0" err="1"/>
              <a:t>SecretProviderClass</a:t>
            </a:r>
            <a:r>
              <a:rPr lang="en-US" sz="2400" dirty="0"/>
              <a:t> CRD.</a:t>
            </a:r>
          </a:p>
          <a:p>
            <a:pPr marL="514350" indent="-457200">
              <a:spcBef>
                <a:spcPts val="600"/>
              </a:spcBef>
              <a:spcAft>
                <a:spcPts val="600"/>
              </a:spcAft>
              <a:buFont typeface="Arial" panose="020B0604020202020204" pitchFamily="34" charset="0"/>
              <a:buChar char="•"/>
            </a:pPr>
            <a:r>
              <a:rPr lang="en-US" sz="2400" dirty="0"/>
              <a:t>Supports Windows containers.</a:t>
            </a:r>
          </a:p>
          <a:p>
            <a:pPr marL="514350" indent="-457200">
              <a:spcBef>
                <a:spcPts val="600"/>
              </a:spcBef>
              <a:spcAft>
                <a:spcPts val="600"/>
              </a:spcAft>
              <a:buFont typeface="Arial" panose="020B0604020202020204" pitchFamily="34" charset="0"/>
              <a:buChar char="•"/>
            </a:pPr>
            <a:r>
              <a:rPr lang="en-US" sz="2400" dirty="0"/>
              <a:t>Syncs with Kubernetes secrets.</a:t>
            </a:r>
          </a:p>
          <a:p>
            <a:pPr marL="514350" indent="-457200">
              <a:spcBef>
                <a:spcPts val="600"/>
              </a:spcBef>
              <a:spcAft>
                <a:spcPts val="600"/>
              </a:spcAft>
              <a:buFont typeface="Arial" panose="020B0604020202020204" pitchFamily="34" charset="0"/>
              <a:buChar char="•"/>
            </a:pPr>
            <a:r>
              <a:rPr lang="en-US" sz="2400" dirty="0"/>
              <a:t>Supports autorotation of mounted contents and synced Kubernetes secrets.</a:t>
            </a:r>
          </a:p>
        </p:txBody>
      </p:sp>
    </p:spTree>
    <p:extLst>
      <p:ext uri="{BB962C8B-B14F-4D97-AF65-F5344CB8AC3E}">
        <p14:creationId xmlns:p14="http://schemas.microsoft.com/office/powerpoint/2010/main" val="457470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B3B339-A53B-9AEC-243D-B5695075C5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3C736D-9A58-0684-9A8B-F3330CEEE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C7264-E972-D17B-8715-77C42B8E5E0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Limitations</a:t>
            </a:r>
            <a:endParaRPr lang="en-US" sz="42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8C885C2-3F92-7D36-B017-59E9F23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762854-9D1C-A13C-B22B-E8745BEB7227}"/>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dirty="0"/>
              <a:t>A container using a </a:t>
            </a:r>
            <a:r>
              <a:rPr lang="en-US" sz="2400" dirty="0" err="1"/>
              <a:t>ConfigMap</a:t>
            </a:r>
            <a:r>
              <a:rPr lang="en-US" sz="2400" dirty="0"/>
              <a:t> or Secret as a </a:t>
            </a:r>
            <a:r>
              <a:rPr lang="en-US" sz="2400" dirty="0" err="1"/>
              <a:t>subPath</a:t>
            </a:r>
            <a:r>
              <a:rPr lang="en-US" sz="2400" dirty="0"/>
              <a:t> volume mount does not receive automated updates when the secret is rotated. This is a Kubernetes limitation. To have the changes take effect, the application needs to reload the changed file by either watching for changes in the file system or by restarting the pod. </a:t>
            </a:r>
          </a:p>
          <a:p>
            <a:pPr marL="514350" indent="-457200">
              <a:spcBef>
                <a:spcPts val="600"/>
              </a:spcBef>
              <a:spcAft>
                <a:spcPts val="600"/>
              </a:spcAft>
              <a:buFont typeface="Arial" panose="020B0604020202020204" pitchFamily="34" charset="0"/>
              <a:buChar char="•"/>
            </a:pPr>
            <a:r>
              <a:rPr lang="en-US" sz="2400" dirty="0"/>
              <a:t>The add-on creates a managed identity named </a:t>
            </a:r>
            <a:r>
              <a:rPr lang="en-US" sz="2400" dirty="0" err="1"/>
              <a:t>azurekeyvaultsecretsprovider</a:t>
            </a:r>
            <a:r>
              <a:rPr lang="en-US" sz="2400" dirty="0"/>
              <a:t>-xxx in the node resource group and assigns it to the Virtual Machine Scale Sets (VMSS) automatically. You can use this managed identity or your own managed identity to access the key vault. It's not supported to prevent creation of the identity.</a:t>
            </a:r>
          </a:p>
        </p:txBody>
      </p:sp>
    </p:spTree>
    <p:extLst>
      <p:ext uri="{BB962C8B-B14F-4D97-AF65-F5344CB8AC3E}">
        <p14:creationId xmlns:p14="http://schemas.microsoft.com/office/powerpoint/2010/main" val="4275599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BF4F92-21E9-E558-F76C-E35CF71B05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EA2B19-95AB-C604-52E0-14FFEE09A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8BC852B-E404-BC8F-6D54-D7F69E93578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BA872B3-F8E5-9FB3-0731-5C7DF1418BC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Azure Key Vault Provider for Secret Store CSI Driver in AKS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1CD68F60-313A-D32E-92ED-BE498F54C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3606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F52C18-96C4-D862-9BD9-9FC9A33B8A2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00D6497-2834-0600-478A-4A19C4FAE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2E1EBEC-0A7A-80D3-61C4-47991D941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FC6FFFB7-F11C-E5AE-9F0A-01FE7565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882827-A7DB-FE5D-80C4-42D6E49AE04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Pod </a:t>
            </a:r>
            <a:r>
              <a:rPr lang="en-US" sz="7200" kern="1200">
                <a:solidFill>
                  <a:schemeClr val="tx1"/>
                </a:solidFill>
                <a:latin typeface="+mj-lt"/>
                <a:ea typeface="+mj-ea"/>
                <a:cs typeface="+mj-cs"/>
              </a:rPr>
              <a:t>Security Admission (PSA)</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DA883F1-D187-202F-6390-EA8DFA36B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816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C06A07-EA2C-0764-71E0-E9FFDA3F07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AF8F9B-1077-0923-D88C-E8F988891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A4DA1B-1F5A-1943-49B1-E0EE88B3767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Pod Security Standards</a:t>
            </a:r>
          </a:p>
        </p:txBody>
      </p:sp>
      <p:sp>
        <p:nvSpPr>
          <p:cNvPr id="12" name="sketch line">
            <a:extLst>
              <a:ext uri="{FF2B5EF4-FFF2-40B4-BE49-F238E27FC236}">
                <a16:creationId xmlns:a16="http://schemas.microsoft.com/office/drawing/2014/main" id="{D559035B-0947-9112-A3F5-10FEE9BE6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80673C-DBFD-EDAD-1BFF-9190037FAC9E}"/>
              </a:ext>
            </a:extLst>
          </p:cNvPr>
          <p:cNvSpPr txBox="1"/>
          <p:nvPr/>
        </p:nvSpPr>
        <p:spPr>
          <a:xfrm>
            <a:off x="838200" y="2018831"/>
            <a:ext cx="10853928" cy="198465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The Pod Security Standards define three different policies to broadly cover the security spectrum. </a:t>
            </a:r>
          </a:p>
          <a:p>
            <a:pPr marL="57150">
              <a:lnSpc>
                <a:spcPct val="90000"/>
              </a:lnSpc>
              <a:spcBef>
                <a:spcPts val="600"/>
              </a:spcBef>
              <a:spcAft>
                <a:spcPts val="1200"/>
              </a:spcAft>
            </a:pPr>
            <a:r>
              <a:rPr lang="en-US" sz="2800" dirty="0"/>
              <a:t>These policies are cumulative and range from highly-permissive to highly-restrictive. </a:t>
            </a:r>
          </a:p>
        </p:txBody>
      </p:sp>
      <p:graphicFrame>
        <p:nvGraphicFramePr>
          <p:cNvPr id="3" name="Table 2">
            <a:extLst>
              <a:ext uri="{FF2B5EF4-FFF2-40B4-BE49-F238E27FC236}">
                <a16:creationId xmlns:a16="http://schemas.microsoft.com/office/drawing/2014/main" id="{2DC7441C-1AD8-365A-2446-85D2611DB8DE}"/>
              </a:ext>
            </a:extLst>
          </p:cNvPr>
          <p:cNvGraphicFramePr>
            <a:graphicFrameLocks noGrp="1"/>
          </p:cNvGraphicFramePr>
          <p:nvPr>
            <p:extLst>
              <p:ext uri="{D42A27DB-BD31-4B8C-83A1-F6EECF244321}">
                <p14:modId xmlns:p14="http://schemas.microsoft.com/office/powerpoint/2010/main" val="1218049854"/>
              </p:ext>
            </p:extLst>
          </p:nvPr>
        </p:nvGraphicFramePr>
        <p:xfrm>
          <a:off x="838200" y="4267018"/>
          <a:ext cx="10515600" cy="2011680"/>
        </p:xfrm>
        <a:graphic>
          <a:graphicData uri="http://schemas.openxmlformats.org/drawingml/2006/table">
            <a:tbl>
              <a:tblPr/>
              <a:tblGrid>
                <a:gridCol w="1489081">
                  <a:extLst>
                    <a:ext uri="{9D8B030D-6E8A-4147-A177-3AD203B41FA5}">
                      <a16:colId xmlns:a16="http://schemas.microsoft.com/office/drawing/2014/main" val="2413998057"/>
                    </a:ext>
                  </a:extLst>
                </a:gridCol>
                <a:gridCol w="9026519">
                  <a:extLst>
                    <a:ext uri="{9D8B030D-6E8A-4147-A177-3AD203B41FA5}">
                      <a16:colId xmlns:a16="http://schemas.microsoft.com/office/drawing/2014/main" val="1526893556"/>
                    </a:ext>
                  </a:extLst>
                </a:gridCol>
              </a:tblGrid>
              <a:tr h="0">
                <a:tc>
                  <a:txBody>
                    <a:bodyPr/>
                    <a:lstStyle/>
                    <a:p>
                      <a:pPr algn="l" fontAlgn="b">
                        <a:buNone/>
                      </a:pPr>
                      <a:r>
                        <a:rPr lang="en-US">
                          <a:effectLst/>
                        </a:rPr>
                        <a:t>Profile</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algn="l" fontAlgn="b">
                        <a:buNone/>
                      </a:pPr>
                      <a:r>
                        <a:rPr lang="en-US">
                          <a:effectLst/>
                        </a:rPr>
                        <a:t>Description</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4318008"/>
                  </a:ext>
                </a:extLst>
              </a:tr>
              <a:tr h="0">
                <a:tc>
                  <a:txBody>
                    <a:bodyPr/>
                    <a:lstStyle/>
                    <a:p>
                      <a:pPr fontAlgn="t">
                        <a:buNone/>
                      </a:pPr>
                      <a:r>
                        <a:rPr lang="en-US" b="1">
                          <a:effectLst/>
                        </a:rPr>
                        <a:t>Privileged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Unrestricted policy, providing the widest possible level of permissions. This policy allows for known privilege escalations.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771172"/>
                  </a:ext>
                </a:extLst>
              </a:tr>
              <a:tr h="0">
                <a:tc>
                  <a:txBody>
                    <a:bodyPr/>
                    <a:lstStyle/>
                    <a:p>
                      <a:pPr fontAlgn="t">
                        <a:buNone/>
                      </a:pPr>
                      <a:r>
                        <a:rPr lang="en-US" b="1">
                          <a:effectLst/>
                        </a:rPr>
                        <a:t>Baseline</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Minimally restrictive policy which prevents known privilege escalations. Allows the default (minimally specified) Pod configuration.</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325860"/>
                  </a:ext>
                </a:extLst>
              </a:tr>
              <a:tr h="0">
                <a:tc>
                  <a:txBody>
                    <a:bodyPr/>
                    <a:lstStyle/>
                    <a:p>
                      <a:pPr fontAlgn="t">
                        <a:buNone/>
                      </a:pPr>
                      <a:r>
                        <a:rPr lang="en-US" b="1">
                          <a:effectLst/>
                        </a:rPr>
                        <a:t>Restricted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buNone/>
                      </a:pPr>
                      <a:r>
                        <a:rPr lang="en-US" b="0" dirty="0">
                          <a:effectLst/>
                        </a:rPr>
                        <a:t>Heavily restricted policy, following current Pod hardening best practices.</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45908330"/>
                  </a:ext>
                </a:extLst>
              </a:tr>
            </a:tbl>
          </a:graphicData>
        </a:graphic>
      </p:graphicFrame>
    </p:spTree>
    <p:extLst>
      <p:ext uri="{BB962C8B-B14F-4D97-AF65-F5344CB8AC3E}">
        <p14:creationId xmlns:p14="http://schemas.microsoft.com/office/powerpoint/2010/main" val="3871461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511D5-6F85-BCA6-012C-D367B75B3AD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F99691-F110-12A9-3C4A-434BE427D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7D15D-5A8B-93CA-E765-5097B2C90E8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The Privileged Policy</a:t>
            </a:r>
          </a:p>
        </p:txBody>
      </p:sp>
      <p:sp>
        <p:nvSpPr>
          <p:cNvPr id="12" name="sketch line">
            <a:extLst>
              <a:ext uri="{FF2B5EF4-FFF2-40B4-BE49-F238E27FC236}">
                <a16:creationId xmlns:a16="http://schemas.microsoft.com/office/drawing/2014/main" id="{CBD7EF90-FFA0-5B7A-8C72-99B8F6751C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C67AB8-B85D-91AE-BE05-3BA13B92FC18}"/>
              </a:ext>
            </a:extLst>
          </p:cNvPr>
          <p:cNvSpPr txBox="1"/>
          <p:nvPr/>
        </p:nvSpPr>
        <p:spPr>
          <a:xfrm>
            <a:off x="838200" y="2423558"/>
            <a:ext cx="10853928" cy="355781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The Privileged policy is purposely-open, and entirely unrestricted. This type of policy is typically aimed at system- and infrastructure-level workloads managed by privileged, trusted users.</a:t>
            </a:r>
          </a:p>
          <a:p>
            <a:pPr marL="57150">
              <a:lnSpc>
                <a:spcPct val="90000"/>
              </a:lnSpc>
              <a:spcBef>
                <a:spcPts val="600"/>
              </a:spcBef>
              <a:spcAft>
                <a:spcPts val="1200"/>
              </a:spcAft>
            </a:pPr>
            <a:r>
              <a:rPr lang="en-US" sz="2800" dirty="0"/>
              <a:t>The Privileged policy is defined by an absence of restrictions. If you define a Pod where the Privileged security policy applies, the Pod you define is able to bypass typical container isolation mechanisms. For example, you can define a Pod that has access to the node's host network.</a:t>
            </a:r>
          </a:p>
        </p:txBody>
      </p:sp>
    </p:spTree>
    <p:extLst>
      <p:ext uri="{BB962C8B-B14F-4D97-AF65-F5344CB8AC3E}">
        <p14:creationId xmlns:p14="http://schemas.microsoft.com/office/powerpoint/2010/main" val="37692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144E8-F804-9118-A7AD-82D09510D45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CF14E7-1A90-9DA4-2863-6A305FAF7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2D8E11-E12A-C650-317C-1A33289350D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The Baseline Policy</a:t>
            </a:r>
          </a:p>
        </p:txBody>
      </p:sp>
      <p:sp>
        <p:nvSpPr>
          <p:cNvPr id="12" name="sketch line">
            <a:extLst>
              <a:ext uri="{FF2B5EF4-FFF2-40B4-BE49-F238E27FC236}">
                <a16:creationId xmlns:a16="http://schemas.microsoft.com/office/drawing/2014/main" id="{1CE7B4EB-5F3E-5F36-578E-8D7639E77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4FBEED-1F8B-AC54-B2E0-15F272B9CBDD}"/>
              </a:ext>
            </a:extLst>
          </p:cNvPr>
          <p:cNvSpPr txBox="1"/>
          <p:nvPr/>
        </p:nvSpPr>
        <p:spPr>
          <a:xfrm>
            <a:off x="838200" y="2433497"/>
            <a:ext cx="10853928" cy="2471265"/>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The Baseline policy is aimed at ease of adoption for common containerized workloads while preventing known privilege escalations. </a:t>
            </a:r>
          </a:p>
          <a:p>
            <a:pPr marL="57150">
              <a:lnSpc>
                <a:spcPct val="90000"/>
              </a:lnSpc>
              <a:spcBef>
                <a:spcPts val="600"/>
              </a:spcBef>
              <a:spcAft>
                <a:spcPts val="1200"/>
              </a:spcAft>
            </a:pPr>
            <a:r>
              <a:rPr lang="en-US" sz="2800" dirty="0"/>
              <a:t>This policy is targeted at application operators and developers of non-critical applications.</a:t>
            </a:r>
          </a:p>
        </p:txBody>
      </p:sp>
    </p:spTree>
    <p:extLst>
      <p:ext uri="{BB962C8B-B14F-4D97-AF65-F5344CB8AC3E}">
        <p14:creationId xmlns:p14="http://schemas.microsoft.com/office/powerpoint/2010/main" val="2140530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E2AEDC-9D35-5A1E-90A3-EEA28C93E72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798FEE-151D-280B-6E2E-572230008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320DC-D331-853A-8517-C0B4F91500F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The Restricted Policy</a:t>
            </a:r>
          </a:p>
        </p:txBody>
      </p:sp>
      <p:sp>
        <p:nvSpPr>
          <p:cNvPr id="12" name="sketch line">
            <a:extLst>
              <a:ext uri="{FF2B5EF4-FFF2-40B4-BE49-F238E27FC236}">
                <a16:creationId xmlns:a16="http://schemas.microsoft.com/office/drawing/2014/main" id="{EAC336F9-A603-B0EC-88E0-E477D2D03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8F914E-AFD7-D361-F302-2958B299BDC7}"/>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The Restricted policy is aimed at enforcing current Pod hardening best practices, at the expense of some compatibility. </a:t>
            </a:r>
          </a:p>
          <a:p>
            <a:pPr marL="57150">
              <a:lnSpc>
                <a:spcPct val="90000"/>
              </a:lnSpc>
              <a:spcBef>
                <a:spcPts val="600"/>
              </a:spcBef>
              <a:spcAft>
                <a:spcPts val="1200"/>
              </a:spcAft>
            </a:pPr>
            <a:r>
              <a:rPr lang="en-US" sz="2800" dirty="0"/>
              <a:t>It is targeted at operators and developers of security-critical applications, as well as lower-trust users.</a:t>
            </a:r>
          </a:p>
        </p:txBody>
      </p:sp>
    </p:spTree>
    <p:extLst>
      <p:ext uri="{BB962C8B-B14F-4D97-AF65-F5344CB8AC3E}">
        <p14:creationId xmlns:p14="http://schemas.microsoft.com/office/powerpoint/2010/main" val="2064698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B997BC-EE95-5B83-DE0F-E3F1CB3089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D58F2-85DD-48C3-E80D-73A549524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0FB55-8AA5-2161-38B7-9A7A7910152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dirty="0"/>
              <a:t>Pod Security Admission in AKS</a:t>
            </a:r>
          </a:p>
        </p:txBody>
      </p:sp>
      <p:sp>
        <p:nvSpPr>
          <p:cNvPr id="12" name="sketch line">
            <a:extLst>
              <a:ext uri="{FF2B5EF4-FFF2-40B4-BE49-F238E27FC236}">
                <a16:creationId xmlns:a16="http://schemas.microsoft.com/office/drawing/2014/main" id="{4E30A4F9-70FB-9EA3-15F0-2A57AA0643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DD3020-C663-016B-C5A5-9E682BEDDD01}"/>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Pod Security Admission (PSA) uses labels to enforce Pod Security Standards policies on pods running in a namespace. </a:t>
            </a:r>
          </a:p>
          <a:p>
            <a:pPr marL="57150">
              <a:lnSpc>
                <a:spcPct val="90000"/>
              </a:lnSpc>
              <a:spcBef>
                <a:spcPts val="600"/>
              </a:spcBef>
              <a:spcAft>
                <a:spcPts val="1200"/>
              </a:spcAft>
            </a:pPr>
            <a:r>
              <a:rPr lang="en-US" sz="2800" dirty="0"/>
              <a:t>In AKS, Pod Security Admission is enabled by default.</a:t>
            </a:r>
          </a:p>
        </p:txBody>
      </p:sp>
    </p:spTree>
    <p:extLst>
      <p:ext uri="{BB962C8B-B14F-4D97-AF65-F5344CB8AC3E}">
        <p14:creationId xmlns:p14="http://schemas.microsoft.com/office/powerpoint/2010/main" val="2023419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8CEEF-21FB-4E90-1312-85A38F4A6B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A02917-ED24-661B-578F-63ED421F8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C8FF8F0-84E3-861F-E004-1000EC5C062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013CD4F-1411-BB1E-0B04-7C6D2082A9D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Pod Security Admission</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9243E848-C42F-FB60-CFD1-C1DF19AF5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8778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4B89-FD2E-CDD1-7B1F-E654DF70EFF8}"/>
              </a:ext>
            </a:extLst>
          </p:cNvPr>
          <p:cNvSpPr>
            <a:spLocks noGrp="1"/>
          </p:cNvSpPr>
          <p:nvPr>
            <p:ph type="title"/>
          </p:nvPr>
        </p:nvSpPr>
        <p:spPr/>
        <p:txBody>
          <a:bodyPr/>
          <a:lstStyle/>
          <a:p>
            <a:r>
              <a:rPr lang="en-US" dirty="0"/>
              <a:t>Demo Companion</a:t>
            </a:r>
          </a:p>
        </p:txBody>
      </p:sp>
      <p:graphicFrame>
        <p:nvGraphicFramePr>
          <p:cNvPr id="6" name="Table 5">
            <a:extLst>
              <a:ext uri="{FF2B5EF4-FFF2-40B4-BE49-F238E27FC236}">
                <a16:creationId xmlns:a16="http://schemas.microsoft.com/office/drawing/2014/main" id="{A711F935-912B-1B27-1FDB-EDDCE2BEBB3A}"/>
              </a:ext>
            </a:extLst>
          </p:cNvPr>
          <p:cNvGraphicFramePr>
            <a:graphicFrameLocks noGrp="1"/>
          </p:cNvGraphicFramePr>
          <p:nvPr>
            <p:extLst>
              <p:ext uri="{D42A27DB-BD31-4B8C-83A1-F6EECF244321}">
                <p14:modId xmlns:p14="http://schemas.microsoft.com/office/powerpoint/2010/main" val="2051743218"/>
              </p:ext>
            </p:extLst>
          </p:nvPr>
        </p:nvGraphicFramePr>
        <p:xfrm>
          <a:off x="998882" y="1988863"/>
          <a:ext cx="9486901" cy="1731645"/>
        </p:xfrm>
        <a:graphic>
          <a:graphicData uri="http://schemas.openxmlformats.org/drawingml/2006/table">
            <a:tbl>
              <a:tblPr/>
              <a:tblGrid>
                <a:gridCol w="2324778">
                  <a:extLst>
                    <a:ext uri="{9D8B030D-6E8A-4147-A177-3AD203B41FA5}">
                      <a16:colId xmlns:a16="http://schemas.microsoft.com/office/drawing/2014/main" val="3159380899"/>
                    </a:ext>
                  </a:extLst>
                </a:gridCol>
                <a:gridCol w="2052795">
                  <a:extLst>
                    <a:ext uri="{9D8B030D-6E8A-4147-A177-3AD203B41FA5}">
                      <a16:colId xmlns:a16="http://schemas.microsoft.com/office/drawing/2014/main" val="1049103936"/>
                    </a:ext>
                  </a:extLst>
                </a:gridCol>
                <a:gridCol w="1616823">
                  <a:extLst>
                    <a:ext uri="{9D8B030D-6E8A-4147-A177-3AD203B41FA5}">
                      <a16:colId xmlns:a16="http://schemas.microsoft.com/office/drawing/2014/main" val="3060123714"/>
                    </a:ext>
                  </a:extLst>
                </a:gridCol>
                <a:gridCol w="3492505">
                  <a:extLst>
                    <a:ext uri="{9D8B030D-6E8A-4147-A177-3AD203B41FA5}">
                      <a16:colId xmlns:a16="http://schemas.microsoft.com/office/drawing/2014/main" val="1433798474"/>
                    </a:ext>
                  </a:extLst>
                </a:gridCol>
              </a:tblGrid>
              <a:tr h="190500">
                <a:tc>
                  <a:txBody>
                    <a:bodyPr/>
                    <a:lstStyle/>
                    <a:p>
                      <a:pPr algn="l" fontAlgn="b">
                        <a:buNone/>
                      </a:pPr>
                      <a:r>
                        <a:rPr lang="en-US" sz="1200" b="1" i="0" u="none" strike="noStrike">
                          <a:solidFill>
                            <a:srgbClr val="000000"/>
                          </a:solidFill>
                          <a:effectLst/>
                          <a:latin typeface="Aptos Narrow" panose="020B0004020202020204" pitchFamily="34" charset="0"/>
                        </a:rPr>
                        <a:t>Element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Pod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Container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dirty="0">
                          <a:solidFill>
                            <a:srgbClr val="000000"/>
                          </a:solidFill>
                          <a:effectLst/>
                          <a:latin typeface="Aptos Narrow" panose="020B0004020202020204" pitchFamily="34" charset="0"/>
                        </a:rPr>
                        <a:t>Purpose</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9455173"/>
                  </a:ext>
                </a:extLst>
              </a:tr>
              <a:tr h="190500">
                <a:tc>
                  <a:txBody>
                    <a:bodyPr/>
                    <a:lstStyle/>
                    <a:p>
                      <a:pPr algn="l" fontAlgn="b">
                        <a:buNone/>
                      </a:pPr>
                      <a:r>
                        <a:rPr lang="en-US" sz="1200" b="0" i="0" u="none" strike="noStrike" dirty="0" err="1">
                          <a:solidFill>
                            <a:srgbClr val="000000"/>
                          </a:solidFill>
                          <a:effectLst/>
                          <a:highlight>
                            <a:srgbClr val="00FFFF"/>
                          </a:highlight>
                          <a:latin typeface="Aptos Narrow" panose="020B0004020202020204" pitchFamily="34" charset="0"/>
                        </a:rPr>
                        <a:t>runAsNonRoot</a:t>
                      </a:r>
                      <a:endParaRPr lang="en-US" sz="1200" b="0" i="0" u="none" strike="noStrike" dirty="0">
                        <a:solidFill>
                          <a:srgbClr val="000000"/>
                        </a:solidFill>
                        <a:effectLst/>
                        <a:highlight>
                          <a:srgbClr val="00FF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running as root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0770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runAsUser</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user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0041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group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159852"/>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fsGroup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File system group for volumes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513096"/>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readOnlyRootFilesystem</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Make root filesystem read-only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4550755"/>
                  </a:ext>
                </a:extLst>
              </a:tr>
              <a:tr h="190500">
                <a:tc>
                  <a:txBody>
                    <a:bodyPr/>
                    <a:lstStyle/>
                    <a:p>
                      <a:pPr algn="l" fontAlgn="b">
                        <a:buNone/>
                      </a:pPr>
                      <a:r>
                        <a:rPr lang="en-US" sz="1200" b="0" i="0" u="none" strike="noStrike" dirty="0" err="1">
                          <a:solidFill>
                            <a:srgbClr val="000000"/>
                          </a:solidFill>
                          <a:effectLst/>
                          <a:highlight>
                            <a:srgbClr val="FFFF00"/>
                          </a:highlight>
                          <a:latin typeface="Aptos Narrow" panose="020B0004020202020204" pitchFamily="34" charset="0"/>
                        </a:rPr>
                        <a:t>allowPrivilegeEscalation</a:t>
                      </a:r>
                      <a:endParaRPr lang="en-US" sz="1200" b="0" i="0" u="none" strike="noStrike" dirty="0">
                        <a:solidFill>
                          <a:srgbClr val="000000"/>
                        </a:solidFill>
                        <a:effectLst/>
                        <a:highlight>
                          <a:srgbClr val="FFFF00"/>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privilege escalation</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826430"/>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Drop/add Linux 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61793"/>
                  </a:ext>
                </a:extLst>
              </a:tr>
              <a:tr h="190500">
                <a:tc>
                  <a:txBody>
                    <a:bodyPr/>
                    <a:lstStyle/>
                    <a:p>
                      <a:pPr algn="l" fontAlgn="b">
                        <a:buNone/>
                      </a:pPr>
                      <a:r>
                        <a:rPr lang="en-US" sz="1200" b="0" i="0" u="none" strike="noStrike" dirty="0" err="1">
                          <a:solidFill>
                            <a:srgbClr val="000000"/>
                          </a:solidFill>
                          <a:effectLst/>
                          <a:highlight>
                            <a:srgbClr val="FF00FF"/>
                          </a:highlight>
                          <a:latin typeface="Aptos Narrow" panose="020B0004020202020204" pitchFamily="34" charset="0"/>
                        </a:rPr>
                        <a:t>seccompProfile</a:t>
                      </a:r>
                      <a:endParaRPr lang="en-US" sz="1200" b="0" i="0" u="none" strike="noStrike" dirty="0">
                        <a:solidFill>
                          <a:srgbClr val="000000"/>
                        </a:solidFill>
                        <a:effectLst/>
                        <a:highlight>
                          <a:srgbClr val="FF00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dirty="0">
                          <a:solidFill>
                            <a:srgbClr val="000000"/>
                          </a:solidFill>
                          <a:effectLst/>
                          <a:latin typeface="Aptos Narrow" panose="020B0004020202020204" pitchFamily="34" charset="0"/>
                        </a:rPr>
                        <a:t>Apply seccomp filtering</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8654247"/>
                  </a:ext>
                </a:extLst>
              </a:tr>
            </a:tbl>
          </a:graphicData>
        </a:graphic>
      </p:graphicFrame>
      <p:sp>
        <p:nvSpPr>
          <p:cNvPr id="7" name="TextBox 6">
            <a:extLst>
              <a:ext uri="{FF2B5EF4-FFF2-40B4-BE49-F238E27FC236}">
                <a16:creationId xmlns:a16="http://schemas.microsoft.com/office/drawing/2014/main" id="{6DAD52E1-88E1-5EB3-D301-338D29F5A4C2}"/>
              </a:ext>
            </a:extLst>
          </p:cNvPr>
          <p:cNvSpPr txBox="1"/>
          <p:nvPr/>
        </p:nvSpPr>
        <p:spPr>
          <a:xfrm>
            <a:off x="924339" y="1490871"/>
            <a:ext cx="4996176" cy="338554"/>
          </a:xfrm>
          <a:prstGeom prst="rect">
            <a:avLst/>
          </a:prstGeom>
          <a:noFill/>
        </p:spPr>
        <p:txBody>
          <a:bodyPr wrap="none" rtlCol="0">
            <a:spAutoFit/>
          </a:bodyPr>
          <a:lstStyle/>
          <a:p>
            <a:r>
              <a:rPr lang="en-US" sz="1600" b="1" dirty="0"/>
              <a:t>The following security context elements are missing</a:t>
            </a:r>
          </a:p>
        </p:txBody>
      </p:sp>
      <p:sp>
        <p:nvSpPr>
          <p:cNvPr id="11" name="TextBox 10">
            <a:extLst>
              <a:ext uri="{FF2B5EF4-FFF2-40B4-BE49-F238E27FC236}">
                <a16:creationId xmlns:a16="http://schemas.microsoft.com/office/drawing/2014/main" id="{A573ECAA-75C6-F13E-F33D-557B1480C020}"/>
              </a:ext>
            </a:extLst>
          </p:cNvPr>
          <p:cNvSpPr txBox="1"/>
          <p:nvPr/>
        </p:nvSpPr>
        <p:spPr>
          <a:xfrm>
            <a:off x="998882" y="4018683"/>
            <a:ext cx="10957892" cy="2308324"/>
          </a:xfrm>
          <a:prstGeom prst="rect">
            <a:avLst/>
          </a:prstGeom>
          <a:noFill/>
        </p:spPr>
        <p:txBody>
          <a:bodyPr wrap="square">
            <a:spAutoFit/>
          </a:bodyPr>
          <a:lstStyle/>
          <a:p>
            <a:r>
              <a:rPr lang="en-US" sz="1200" dirty="0"/>
              <a:t>Warning: would violate </a:t>
            </a:r>
            <a:r>
              <a:rPr lang="en-US" sz="1200" dirty="0" err="1"/>
              <a:t>PodSecurity</a:t>
            </a:r>
            <a:r>
              <a:rPr lang="en-US" sz="1200" dirty="0"/>
              <a:t> "</a:t>
            </a:r>
            <a:r>
              <a:rPr lang="en-US" sz="1200" dirty="0" err="1"/>
              <a:t>restricted:latest</a:t>
            </a:r>
            <a:r>
              <a:rPr lang="en-US" sz="1200" dirty="0"/>
              <a:t>": </a:t>
            </a:r>
            <a:r>
              <a:rPr lang="en-US" sz="1200" dirty="0" err="1">
                <a:highlight>
                  <a:srgbClr val="FFFF00"/>
                </a:highlight>
              </a:rPr>
              <a:t>allowPrivilegeEscalation</a:t>
            </a:r>
            <a:r>
              <a:rPr lang="en-US" sz="1200" dirty="0"/>
              <a:t> != false (container "azure-vote-back" must set </a:t>
            </a:r>
            <a:r>
              <a:rPr lang="en-US" sz="1200" dirty="0" err="1"/>
              <a:t>securityContext.allowPrivilegeEscalation</a:t>
            </a:r>
            <a:r>
              <a:rPr lang="en-US" sz="1200" dirty="0"/>
              <a:t>=false), unrestricted capabilities (container "azure-vote-back" must set </a:t>
            </a:r>
            <a:r>
              <a:rPr lang="en-US" sz="1200" dirty="0" err="1">
                <a:highlight>
                  <a:srgbClr val="FFFF00"/>
                </a:highlight>
              </a:rPr>
              <a:t>securityContext.capabilities.drop</a:t>
            </a:r>
            <a:r>
              <a:rPr lang="en-US" sz="1200" dirty="0">
                <a:highlight>
                  <a:srgbClr val="FFFF00"/>
                </a:highlight>
              </a:rPr>
              <a:t>=["ALL"]), </a:t>
            </a:r>
            <a:r>
              <a:rPr lang="en-US" sz="1200" dirty="0" err="1">
                <a:highlight>
                  <a:srgbClr val="00FFFF"/>
                </a:highlight>
              </a:rPr>
              <a:t>runAsNonRoot</a:t>
            </a:r>
            <a:r>
              <a:rPr lang="en-US" sz="1200" dirty="0"/>
              <a:t> != true (pod or container "azure-vote-back" must set </a:t>
            </a:r>
            <a:r>
              <a:rPr lang="en-US" sz="1200" dirty="0" err="1"/>
              <a:t>securityContext.runAsNonRoot</a:t>
            </a:r>
            <a:r>
              <a:rPr lang="en-US" sz="1200" dirty="0"/>
              <a:t>=true), </a:t>
            </a:r>
            <a:r>
              <a:rPr lang="en-US" sz="1200" dirty="0" err="1"/>
              <a:t>seccompProfile</a:t>
            </a:r>
            <a:r>
              <a:rPr lang="en-US" sz="1200" dirty="0"/>
              <a:t> (pod or container "azure-vote-back" must set </a:t>
            </a:r>
            <a:r>
              <a:rPr lang="en-US" sz="1200" dirty="0" err="1"/>
              <a:t>securityContext.</a:t>
            </a:r>
            <a:r>
              <a:rPr lang="en-US" sz="1200" dirty="0" err="1">
                <a:highlight>
                  <a:srgbClr val="FF00FF"/>
                </a:highlight>
              </a:rPr>
              <a:t>seccompProfile</a:t>
            </a:r>
            <a:r>
              <a:rPr lang="en-US" sz="1200" dirty="0" err="1"/>
              <a:t>.type</a:t>
            </a:r>
            <a:r>
              <a:rPr lang="en-US" sz="1200" dirty="0"/>
              <a:t> to "</a:t>
            </a:r>
            <a:r>
              <a:rPr lang="en-US" sz="1200" dirty="0" err="1"/>
              <a:t>RuntimeDefault</a:t>
            </a:r>
            <a:r>
              <a:rPr lang="en-US" sz="1200" dirty="0"/>
              <a:t>" or "Localhost")</a:t>
            </a:r>
          </a:p>
          <a:p>
            <a:r>
              <a:rPr lang="en-US" sz="1200" dirty="0" err="1"/>
              <a:t>deployment.apps</a:t>
            </a:r>
            <a:r>
              <a:rPr lang="en-US" sz="1200" dirty="0"/>
              <a:t>/azure-vote-back created</a:t>
            </a:r>
          </a:p>
          <a:p>
            <a:r>
              <a:rPr lang="en-US" sz="1200" dirty="0"/>
              <a:t>service/azure-vote-back created</a:t>
            </a:r>
          </a:p>
          <a:p>
            <a:r>
              <a:rPr lang="en-US" sz="1200" dirty="0"/>
              <a:t>Warning: would violate </a:t>
            </a:r>
            <a:r>
              <a:rPr lang="en-US" sz="1200" dirty="0" err="1"/>
              <a:t>PodSecurity</a:t>
            </a:r>
            <a:r>
              <a:rPr lang="en-US" sz="1200" dirty="0"/>
              <a:t> "</a:t>
            </a:r>
            <a:r>
              <a:rPr lang="en-US" sz="1200" dirty="0" err="1"/>
              <a:t>restricted:latest</a:t>
            </a:r>
            <a:r>
              <a:rPr lang="en-US" sz="1200" dirty="0"/>
              <a:t>": </a:t>
            </a:r>
            <a:r>
              <a:rPr lang="en-US" sz="1200" dirty="0" err="1"/>
              <a:t>allowPrivilegeEscalation</a:t>
            </a:r>
            <a:r>
              <a:rPr lang="en-US" sz="1200" dirty="0"/>
              <a:t> != false (container "azure-vote-front" must set </a:t>
            </a:r>
            <a:r>
              <a:rPr lang="en-US" sz="1200" dirty="0" err="1"/>
              <a:t>securityContext.allowPrivilegeEscalation</a:t>
            </a:r>
            <a:r>
              <a:rPr lang="en-US" sz="1200" dirty="0"/>
              <a:t>=false), unrestricted capabilities (container "azure-vote-front" must set </a:t>
            </a:r>
            <a:r>
              <a:rPr lang="en-US" sz="1200" dirty="0" err="1"/>
              <a:t>securityContext.capabilities.drop</a:t>
            </a:r>
            <a:r>
              <a:rPr lang="en-US" sz="1200" dirty="0"/>
              <a:t>=["ALL"]), </a:t>
            </a:r>
            <a:r>
              <a:rPr lang="en-US" sz="1200" dirty="0" err="1"/>
              <a:t>runAsNonRoot</a:t>
            </a:r>
            <a:r>
              <a:rPr lang="en-US" sz="1200" dirty="0"/>
              <a:t> != true (pod or container "azure-vote-front" must set </a:t>
            </a:r>
            <a:r>
              <a:rPr lang="en-US" sz="1200" dirty="0" err="1"/>
              <a:t>securityContext.runAsNonRoot</a:t>
            </a:r>
            <a:r>
              <a:rPr lang="en-US" sz="1200" dirty="0"/>
              <a:t>=true), </a:t>
            </a:r>
            <a:r>
              <a:rPr lang="en-US" sz="1200" dirty="0" err="1"/>
              <a:t>seccompProfile</a:t>
            </a:r>
            <a:r>
              <a:rPr lang="en-US" sz="1200" dirty="0"/>
              <a:t> (pod or container "azure-vote-front" must set </a:t>
            </a:r>
            <a:r>
              <a:rPr lang="en-US" sz="1200" dirty="0" err="1"/>
              <a:t>securityContext.seccompProfile.type</a:t>
            </a:r>
            <a:r>
              <a:rPr lang="en-US" sz="1200" dirty="0"/>
              <a:t> to "</a:t>
            </a:r>
            <a:r>
              <a:rPr lang="en-US" sz="1200" dirty="0" err="1"/>
              <a:t>RuntimeDefault</a:t>
            </a:r>
            <a:r>
              <a:rPr lang="en-US" sz="1200" dirty="0"/>
              <a:t>" or "Localhost")</a:t>
            </a:r>
          </a:p>
          <a:p>
            <a:r>
              <a:rPr lang="en-US" sz="1200" dirty="0" err="1"/>
              <a:t>deployment.apps</a:t>
            </a:r>
            <a:r>
              <a:rPr lang="en-US" sz="1200" dirty="0"/>
              <a:t>/azure-vote-front created</a:t>
            </a:r>
          </a:p>
          <a:p>
            <a:r>
              <a:rPr lang="en-US" sz="1200" dirty="0"/>
              <a:t>service/azure-vote-front created</a:t>
            </a:r>
          </a:p>
        </p:txBody>
      </p:sp>
    </p:spTree>
    <p:extLst>
      <p:ext uri="{BB962C8B-B14F-4D97-AF65-F5344CB8AC3E}">
        <p14:creationId xmlns:p14="http://schemas.microsoft.com/office/powerpoint/2010/main" val="4129994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7E76-9DFD-E7BB-BED9-412CF6F13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A1D4-1E1A-1FAD-5FD8-02E47DDC385F}"/>
              </a:ext>
            </a:extLst>
          </p:cNvPr>
          <p:cNvSpPr>
            <a:spLocks noGrp="1"/>
          </p:cNvSpPr>
          <p:nvPr>
            <p:ph type="title"/>
          </p:nvPr>
        </p:nvSpPr>
        <p:spPr/>
        <p:txBody>
          <a:bodyPr/>
          <a:lstStyle/>
          <a:p>
            <a:r>
              <a:rPr lang="en-US" dirty="0"/>
              <a:t>Demo Companion</a:t>
            </a:r>
          </a:p>
        </p:txBody>
      </p:sp>
      <p:pic>
        <p:nvPicPr>
          <p:cNvPr id="4" name="Picture 3">
            <a:extLst>
              <a:ext uri="{FF2B5EF4-FFF2-40B4-BE49-F238E27FC236}">
                <a16:creationId xmlns:a16="http://schemas.microsoft.com/office/drawing/2014/main" id="{C09946B4-BAA8-FECA-A3AC-BC44DBAC18AD}"/>
              </a:ext>
            </a:extLst>
          </p:cNvPr>
          <p:cNvPicPr>
            <a:picLocks noChangeAspect="1"/>
          </p:cNvPicPr>
          <p:nvPr/>
        </p:nvPicPr>
        <p:blipFill>
          <a:blip r:embed="rId2"/>
          <a:stretch>
            <a:fillRect/>
          </a:stretch>
        </p:blipFill>
        <p:spPr>
          <a:xfrm>
            <a:off x="917742" y="1847057"/>
            <a:ext cx="9190354" cy="2650866"/>
          </a:xfrm>
          <a:prstGeom prst="rect">
            <a:avLst/>
          </a:prstGeom>
        </p:spPr>
      </p:pic>
    </p:spTree>
    <p:extLst>
      <p:ext uri="{BB962C8B-B14F-4D97-AF65-F5344CB8AC3E}">
        <p14:creationId xmlns:p14="http://schemas.microsoft.com/office/powerpoint/2010/main" val="917974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dirty="0"/>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3336</TotalTime>
  <Words>2016</Words>
  <Application>Microsoft Office PowerPoint</Application>
  <PresentationFormat>Widescreen</PresentationFormat>
  <Paragraphs>228</Paragraphs>
  <Slides>32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Aptos Narrow</vt:lpstr>
      <vt:lpstr>Arial</vt:lpstr>
      <vt:lpstr>Calibri</vt:lpstr>
      <vt:lpstr>Consolas</vt:lpstr>
      <vt:lpstr>SFMono-Regular</vt:lpstr>
      <vt:lpstr>1_Office Theme</vt:lpstr>
      <vt:lpstr>AKS Workshop</vt:lpstr>
      <vt:lpstr>Security and Identity</vt:lpstr>
      <vt:lpstr>Open ID Connect (OIDC) on AKS</vt:lpstr>
      <vt:lpstr>Open ID Connect (OIDC) on AKS</vt:lpstr>
      <vt:lpstr>Open ID Connect (OIDC) on AKS</vt:lpstr>
      <vt:lpstr>PowerPoint Presentation</vt:lpstr>
      <vt:lpstr>Authentication Sequence of OIDC</vt:lpstr>
      <vt:lpstr>Open ID Connect (OIDC) on AKS</vt:lpstr>
      <vt:lpstr>Service Account Labels and Annotations</vt:lpstr>
      <vt:lpstr>Service Account Annotations</vt:lpstr>
      <vt:lpstr>Pod Labels</vt:lpstr>
      <vt:lpstr>Pod Annotations</vt:lpstr>
      <vt:lpstr>DEMO</vt:lpstr>
      <vt:lpstr>Deploy and configure Microsoft Entra Workload ID on an Azure Kubernetes Service (AKS) cluster</vt:lpstr>
      <vt:lpstr>Secrets Store CSI Driver</vt:lpstr>
      <vt:lpstr>CSI Driver</vt:lpstr>
      <vt:lpstr>Secret Store CSI Driver</vt:lpstr>
      <vt:lpstr>Azure Key Vault provider for Secret Store CSI Driver in an AKS cluster</vt:lpstr>
      <vt:lpstr>Features</vt:lpstr>
      <vt:lpstr>Limitations</vt:lpstr>
      <vt:lpstr>DEMO</vt:lpstr>
      <vt:lpstr>Pod Security Admission (PSA)</vt:lpstr>
      <vt:lpstr>Pod Security Standards</vt:lpstr>
      <vt:lpstr>The Privileged Policy</vt:lpstr>
      <vt:lpstr>The Baseline Policy</vt:lpstr>
      <vt:lpstr>The Restricted Policy</vt:lpstr>
      <vt:lpstr>Pod Security Admission in AKS</vt:lpstr>
      <vt:lpstr>DEMO</vt:lpstr>
      <vt:lpstr>Demo Companion</vt:lpstr>
      <vt:lpstr>Demo Companion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cp:revision>
  <dcterms:created xsi:type="dcterms:W3CDTF">2026-01-16T08:37:14Z</dcterms:created>
  <dcterms:modified xsi:type="dcterms:W3CDTF">2026-01-19T13:31:06Z</dcterms:modified>
</cp:coreProperties>
</file>