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82" r:id="rId3"/>
    <p:sldId id="279" r:id="rId4"/>
    <p:sldId id="366" r:id="rId5"/>
    <p:sldId id="368" r:id="rId6"/>
    <p:sldId id="367" r:id="rId7"/>
    <p:sldId id="369" r:id="rId8"/>
    <p:sldId id="334" r:id="rId9"/>
    <p:sldId id="33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C53F32-0E14-4DA3-AD7D-C703B44DF16D}" v="4" dt="2026-01-20T11:28:10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k bilgen" userId="9fcb1696e65a161f" providerId="LiveId" clId="{0C3A4C9E-717D-4ADE-97E0-B0AD580B3355}"/>
    <pc:docChg chg="undo custSel addSld delSld modSld sldOrd">
      <pc:chgData name="faik bilgen" userId="9fcb1696e65a161f" providerId="LiveId" clId="{0C3A4C9E-717D-4ADE-97E0-B0AD580B3355}" dt="2026-01-20T14:32:55.779" v="5788" actId="47"/>
      <pc:docMkLst>
        <pc:docMk/>
      </pc:docMkLst>
      <pc:sldChg chg="modSp add mod ord modNotesTx">
        <pc:chgData name="faik bilgen" userId="9fcb1696e65a161f" providerId="LiveId" clId="{0C3A4C9E-717D-4ADE-97E0-B0AD580B3355}" dt="2026-01-20T08:57:00.492" v="5631" actId="20577"/>
        <pc:sldMkLst>
          <pc:docMk/>
          <pc:sldMk cId="2540744057" sldId="279"/>
        </pc:sldMkLst>
        <pc:spChg chg="mod">
          <ac:chgData name="faik bilgen" userId="9fcb1696e65a161f" providerId="LiveId" clId="{0C3A4C9E-717D-4ADE-97E0-B0AD580B3355}" dt="2026-01-20T08:56:23.035" v="5626" actId="20577"/>
          <ac:spMkLst>
            <pc:docMk/>
            <pc:sldMk cId="2540744057" sldId="279"/>
            <ac:spMk id="3" creationId="{ABE0EBD9-543C-DF01-01FB-128713202535}"/>
          </ac:spMkLst>
        </pc:spChg>
      </pc:sldChg>
      <pc:sldChg chg="modSp mod">
        <pc:chgData name="faik bilgen" userId="9fcb1696e65a161f" providerId="LiveId" clId="{0C3A4C9E-717D-4ADE-97E0-B0AD580B3355}" dt="2026-01-19T13:51:33.437" v="5595" actId="20577"/>
        <pc:sldMkLst>
          <pc:docMk/>
          <pc:sldMk cId="4292313360" sldId="282"/>
        </pc:sldMkLst>
        <pc:spChg chg="mod">
          <ac:chgData name="faik bilgen" userId="9fcb1696e65a161f" providerId="LiveId" clId="{0C3A4C9E-717D-4ADE-97E0-B0AD580B3355}" dt="2026-01-19T13:51:33.437" v="5595" actId="20577"/>
          <ac:spMkLst>
            <pc:docMk/>
            <pc:sldMk cId="4292313360" sldId="282"/>
            <ac:spMk id="2" creationId="{DD27CCCF-AE7A-25E7-BFFF-0DA25929D339}"/>
          </ac:spMkLst>
        </pc:spChg>
      </pc:sldChg>
      <pc:sldChg chg="modSp del mod">
        <pc:chgData name="faik bilgen" userId="9fcb1696e65a161f" providerId="LiveId" clId="{0C3A4C9E-717D-4ADE-97E0-B0AD580B3355}" dt="2026-01-20T08:57:27.367" v="5632" actId="47"/>
        <pc:sldMkLst>
          <pc:docMk/>
          <pc:sldMk cId="1827053775" sldId="283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1280037439" sldId="284"/>
        </pc:sldMkLst>
      </pc:sldChg>
      <pc:sldChg chg="modSp del mod">
        <pc:chgData name="faik bilgen" userId="9fcb1696e65a161f" providerId="LiveId" clId="{0C3A4C9E-717D-4ADE-97E0-B0AD580B3355}" dt="2026-01-19T08:30:12.240" v="4976" actId="47"/>
        <pc:sldMkLst>
          <pc:docMk/>
          <pc:sldMk cId="413130814" sldId="285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3038040624" sldId="286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3043854610" sldId="287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2666904521" sldId="288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4201830527" sldId="289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2001816398" sldId="290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3701918185" sldId="292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903027820" sldId="293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1985601365" sldId="294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1779925364" sldId="295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2337829577" sldId="296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2758371294" sldId="297"/>
        </pc:sldMkLst>
      </pc:sldChg>
      <pc:sldChg chg="del">
        <pc:chgData name="faik bilgen" userId="9fcb1696e65a161f" providerId="LiveId" clId="{0C3A4C9E-717D-4ADE-97E0-B0AD580B3355}" dt="2026-01-19T08:30:12.240" v="4976" actId="47"/>
        <pc:sldMkLst>
          <pc:docMk/>
          <pc:sldMk cId="827202394" sldId="298"/>
        </pc:sldMkLst>
      </pc:sldChg>
      <pc:sldChg chg="addSp delSp modSp add del mod ord">
        <pc:chgData name="faik bilgen" userId="9fcb1696e65a161f" providerId="LiveId" clId="{0C3A4C9E-717D-4ADE-97E0-B0AD580B3355}" dt="2026-01-19T08:30:12.240" v="4976" actId="47"/>
        <pc:sldMkLst>
          <pc:docMk/>
          <pc:sldMk cId="2895140611" sldId="299"/>
        </pc:sldMkLst>
      </pc:sldChg>
      <pc:sldChg chg="addSp modSp add del mod ord">
        <pc:chgData name="faik bilgen" userId="9fcb1696e65a161f" providerId="LiveId" clId="{0C3A4C9E-717D-4ADE-97E0-B0AD580B3355}" dt="2026-01-19T08:30:12.240" v="4976" actId="47"/>
        <pc:sldMkLst>
          <pc:docMk/>
          <pc:sldMk cId="3092654538" sldId="300"/>
        </pc:sldMkLst>
      </pc:sldChg>
      <pc:sldChg chg="addSp modSp add del mod">
        <pc:chgData name="faik bilgen" userId="9fcb1696e65a161f" providerId="LiveId" clId="{0C3A4C9E-717D-4ADE-97E0-B0AD580B3355}" dt="2026-01-19T08:30:12.240" v="4976" actId="47"/>
        <pc:sldMkLst>
          <pc:docMk/>
          <pc:sldMk cId="4067351338" sldId="301"/>
        </pc:sldMkLst>
      </pc:sldChg>
      <pc:sldChg chg="addSp delSp modSp add del mod">
        <pc:chgData name="faik bilgen" userId="9fcb1696e65a161f" providerId="LiveId" clId="{0C3A4C9E-717D-4ADE-97E0-B0AD580B3355}" dt="2026-01-19T08:30:12.240" v="4976" actId="47"/>
        <pc:sldMkLst>
          <pc:docMk/>
          <pc:sldMk cId="583957781" sldId="302"/>
        </pc:sldMkLst>
      </pc:sldChg>
      <pc:sldChg chg="delSp modSp add del mod">
        <pc:chgData name="faik bilgen" userId="9fcb1696e65a161f" providerId="LiveId" clId="{0C3A4C9E-717D-4ADE-97E0-B0AD580B3355}" dt="2026-01-19T08:30:12.240" v="4976" actId="47"/>
        <pc:sldMkLst>
          <pc:docMk/>
          <pc:sldMk cId="3950170324" sldId="303"/>
        </pc:sldMkLst>
      </pc:sldChg>
      <pc:sldChg chg="addSp delSp modSp add del mod">
        <pc:chgData name="faik bilgen" userId="9fcb1696e65a161f" providerId="LiveId" clId="{0C3A4C9E-717D-4ADE-97E0-B0AD580B3355}" dt="2026-01-19T08:30:12.240" v="4976" actId="47"/>
        <pc:sldMkLst>
          <pc:docMk/>
          <pc:sldMk cId="2540071051" sldId="304"/>
        </pc:sldMkLst>
      </pc:sldChg>
      <pc:sldChg chg="addSp delSp modSp add del mod">
        <pc:chgData name="faik bilgen" userId="9fcb1696e65a161f" providerId="LiveId" clId="{0C3A4C9E-717D-4ADE-97E0-B0AD580B3355}" dt="2026-01-19T08:30:12.240" v="4976" actId="47"/>
        <pc:sldMkLst>
          <pc:docMk/>
          <pc:sldMk cId="165835781" sldId="305"/>
        </pc:sldMkLst>
      </pc:sldChg>
      <pc:sldChg chg="modSp new del mod">
        <pc:chgData name="faik bilgen" userId="9fcb1696e65a161f" providerId="LiveId" clId="{0C3A4C9E-717D-4ADE-97E0-B0AD580B3355}" dt="2026-01-19T08:30:12.240" v="4976" actId="47"/>
        <pc:sldMkLst>
          <pc:docMk/>
          <pc:sldMk cId="3058817951" sldId="306"/>
        </pc:sldMkLst>
      </pc:sldChg>
      <pc:sldChg chg="modSp add del mod">
        <pc:chgData name="faik bilgen" userId="9fcb1696e65a161f" providerId="LiveId" clId="{0C3A4C9E-717D-4ADE-97E0-B0AD580B3355}" dt="2026-01-19T08:30:12.240" v="4976" actId="47"/>
        <pc:sldMkLst>
          <pc:docMk/>
          <pc:sldMk cId="2278978057" sldId="307"/>
        </pc:sldMkLst>
      </pc:sldChg>
      <pc:sldChg chg="modSp add del mod ord">
        <pc:chgData name="faik bilgen" userId="9fcb1696e65a161f" providerId="LiveId" clId="{0C3A4C9E-717D-4ADE-97E0-B0AD580B3355}" dt="2026-01-19T08:30:12.240" v="4976" actId="47"/>
        <pc:sldMkLst>
          <pc:docMk/>
          <pc:sldMk cId="4056952954" sldId="308"/>
        </pc:sldMkLst>
      </pc:sldChg>
      <pc:sldChg chg="addSp delSp modSp add del mod ord">
        <pc:chgData name="faik bilgen" userId="9fcb1696e65a161f" providerId="LiveId" clId="{0C3A4C9E-717D-4ADE-97E0-B0AD580B3355}" dt="2026-01-19T08:30:12.240" v="4976" actId="47"/>
        <pc:sldMkLst>
          <pc:docMk/>
          <pc:sldMk cId="1816987502" sldId="309"/>
        </pc:sldMkLst>
      </pc:sldChg>
      <pc:sldChg chg="modSp add del mod">
        <pc:chgData name="faik bilgen" userId="9fcb1696e65a161f" providerId="LiveId" clId="{0C3A4C9E-717D-4ADE-97E0-B0AD580B3355}" dt="2026-01-19T08:30:12.240" v="4976" actId="47"/>
        <pc:sldMkLst>
          <pc:docMk/>
          <pc:sldMk cId="3225331830" sldId="310"/>
        </pc:sldMkLst>
      </pc:sldChg>
      <pc:sldChg chg="addSp modSp add del mod">
        <pc:chgData name="faik bilgen" userId="9fcb1696e65a161f" providerId="LiveId" clId="{0C3A4C9E-717D-4ADE-97E0-B0AD580B3355}" dt="2026-01-19T08:30:12.240" v="4976" actId="47"/>
        <pc:sldMkLst>
          <pc:docMk/>
          <pc:sldMk cId="1400754023" sldId="311"/>
        </pc:sldMkLst>
      </pc:sldChg>
      <pc:sldChg chg="modSp add del mod">
        <pc:chgData name="faik bilgen" userId="9fcb1696e65a161f" providerId="LiveId" clId="{0C3A4C9E-717D-4ADE-97E0-B0AD580B3355}" dt="2026-01-19T08:30:12.240" v="4976" actId="47"/>
        <pc:sldMkLst>
          <pc:docMk/>
          <pc:sldMk cId="1349980952" sldId="312"/>
        </pc:sldMkLst>
      </pc:sldChg>
      <pc:sldChg chg="delSp modSp add del mod">
        <pc:chgData name="faik bilgen" userId="9fcb1696e65a161f" providerId="LiveId" clId="{0C3A4C9E-717D-4ADE-97E0-B0AD580B3355}" dt="2026-01-19T08:30:12.240" v="4976" actId="47"/>
        <pc:sldMkLst>
          <pc:docMk/>
          <pc:sldMk cId="101886985" sldId="313"/>
        </pc:sldMkLst>
      </pc:sldChg>
      <pc:sldChg chg="delSp modSp add del mod">
        <pc:chgData name="faik bilgen" userId="9fcb1696e65a161f" providerId="LiveId" clId="{0C3A4C9E-717D-4ADE-97E0-B0AD580B3355}" dt="2026-01-19T08:30:12.240" v="4976" actId="47"/>
        <pc:sldMkLst>
          <pc:docMk/>
          <pc:sldMk cId="1302287135" sldId="314"/>
        </pc:sldMkLst>
      </pc:sldChg>
      <pc:sldChg chg="delSp modSp add del mod ord">
        <pc:chgData name="faik bilgen" userId="9fcb1696e65a161f" providerId="LiveId" clId="{0C3A4C9E-717D-4ADE-97E0-B0AD580B3355}" dt="2026-01-19T08:30:12.240" v="4976" actId="47"/>
        <pc:sldMkLst>
          <pc:docMk/>
          <pc:sldMk cId="3907425655" sldId="315"/>
        </pc:sldMkLst>
      </pc:sldChg>
      <pc:sldChg chg="addSp delSp modSp add del mod">
        <pc:chgData name="faik bilgen" userId="9fcb1696e65a161f" providerId="LiveId" clId="{0C3A4C9E-717D-4ADE-97E0-B0AD580B3355}" dt="2026-01-19T08:30:12.240" v="4976" actId="47"/>
        <pc:sldMkLst>
          <pc:docMk/>
          <pc:sldMk cId="3575770827" sldId="316"/>
        </pc:sldMkLst>
      </pc:sldChg>
      <pc:sldChg chg="addSp delSp modSp add del mod">
        <pc:chgData name="faik bilgen" userId="9fcb1696e65a161f" providerId="LiveId" clId="{0C3A4C9E-717D-4ADE-97E0-B0AD580B3355}" dt="2026-01-19T08:30:12.240" v="4976" actId="47"/>
        <pc:sldMkLst>
          <pc:docMk/>
          <pc:sldMk cId="3596573651" sldId="317"/>
        </pc:sldMkLst>
      </pc:sldChg>
      <pc:sldChg chg="modSp add del mod">
        <pc:chgData name="faik bilgen" userId="9fcb1696e65a161f" providerId="LiveId" clId="{0C3A4C9E-717D-4ADE-97E0-B0AD580B3355}" dt="2026-01-19T08:30:12.240" v="4976" actId="47"/>
        <pc:sldMkLst>
          <pc:docMk/>
          <pc:sldMk cId="186061912" sldId="318"/>
        </pc:sldMkLst>
      </pc:sldChg>
      <pc:sldChg chg="modSp add del mod ord">
        <pc:chgData name="faik bilgen" userId="9fcb1696e65a161f" providerId="LiveId" clId="{0C3A4C9E-717D-4ADE-97E0-B0AD580B3355}" dt="2026-01-19T08:30:12.240" v="4976" actId="47"/>
        <pc:sldMkLst>
          <pc:docMk/>
          <pc:sldMk cId="3228626609" sldId="319"/>
        </pc:sldMkLst>
      </pc:sldChg>
      <pc:sldChg chg="add del">
        <pc:chgData name="faik bilgen" userId="9fcb1696e65a161f" providerId="LiveId" clId="{0C3A4C9E-717D-4ADE-97E0-B0AD580B3355}" dt="2026-01-19T08:30:12.240" v="4976" actId="47"/>
        <pc:sldMkLst>
          <pc:docMk/>
          <pc:sldMk cId="2519155230" sldId="320"/>
        </pc:sldMkLst>
      </pc:sldChg>
      <pc:sldChg chg="modSp add del mod ord">
        <pc:chgData name="faik bilgen" userId="9fcb1696e65a161f" providerId="LiveId" clId="{0C3A4C9E-717D-4ADE-97E0-B0AD580B3355}" dt="2026-01-19T08:30:12.240" v="4976" actId="47"/>
        <pc:sldMkLst>
          <pc:docMk/>
          <pc:sldMk cId="1623904069" sldId="321"/>
        </pc:sldMkLst>
      </pc:sldChg>
      <pc:sldChg chg="addSp delSp modSp new del mod setBg">
        <pc:chgData name="faik bilgen" userId="9fcb1696e65a161f" providerId="LiveId" clId="{0C3A4C9E-717D-4ADE-97E0-B0AD580B3355}" dt="2026-01-19T08:30:12.240" v="4976" actId="47"/>
        <pc:sldMkLst>
          <pc:docMk/>
          <pc:sldMk cId="2699443842" sldId="322"/>
        </pc:sldMkLst>
      </pc:sldChg>
      <pc:sldChg chg="addSp delSp modSp add del mod addAnim delAnim">
        <pc:chgData name="faik bilgen" userId="9fcb1696e65a161f" providerId="LiveId" clId="{0C3A4C9E-717D-4ADE-97E0-B0AD580B3355}" dt="2026-01-19T08:30:12.240" v="4976" actId="47"/>
        <pc:sldMkLst>
          <pc:docMk/>
          <pc:sldMk cId="815583536" sldId="323"/>
        </pc:sldMkLst>
      </pc:sldChg>
      <pc:sldChg chg="addSp delSp modSp new del mod">
        <pc:chgData name="faik bilgen" userId="9fcb1696e65a161f" providerId="LiveId" clId="{0C3A4C9E-717D-4ADE-97E0-B0AD580B3355}" dt="2026-01-19T08:30:12.240" v="4976" actId="47"/>
        <pc:sldMkLst>
          <pc:docMk/>
          <pc:sldMk cId="4116732816" sldId="324"/>
        </pc:sldMkLst>
      </pc:sldChg>
      <pc:sldChg chg="modSp add del mod">
        <pc:chgData name="faik bilgen" userId="9fcb1696e65a161f" providerId="LiveId" clId="{0C3A4C9E-717D-4ADE-97E0-B0AD580B3355}" dt="2026-01-19T08:30:12.240" v="4976" actId="47"/>
        <pc:sldMkLst>
          <pc:docMk/>
          <pc:sldMk cId="3698575162" sldId="325"/>
        </pc:sldMkLst>
      </pc:sldChg>
      <pc:sldChg chg="modSp add del mod">
        <pc:chgData name="faik bilgen" userId="9fcb1696e65a161f" providerId="LiveId" clId="{0C3A4C9E-717D-4ADE-97E0-B0AD580B3355}" dt="2026-01-19T08:30:12.240" v="4976" actId="47"/>
        <pc:sldMkLst>
          <pc:docMk/>
          <pc:sldMk cId="2449768822" sldId="326"/>
        </pc:sldMkLst>
      </pc:sldChg>
      <pc:sldChg chg="addSp delSp modSp add del mod">
        <pc:chgData name="faik bilgen" userId="9fcb1696e65a161f" providerId="LiveId" clId="{0C3A4C9E-717D-4ADE-97E0-B0AD580B3355}" dt="2026-01-19T08:30:12.240" v="4976" actId="47"/>
        <pc:sldMkLst>
          <pc:docMk/>
          <pc:sldMk cId="1258146300" sldId="327"/>
        </pc:sldMkLst>
      </pc:sldChg>
      <pc:sldChg chg="addSp delSp modSp add del mod">
        <pc:chgData name="faik bilgen" userId="9fcb1696e65a161f" providerId="LiveId" clId="{0C3A4C9E-717D-4ADE-97E0-B0AD580B3355}" dt="2026-01-19T08:30:12.240" v="4976" actId="47"/>
        <pc:sldMkLst>
          <pc:docMk/>
          <pc:sldMk cId="992742952" sldId="328"/>
        </pc:sldMkLst>
      </pc:sldChg>
      <pc:sldChg chg="add del">
        <pc:chgData name="faik bilgen" userId="9fcb1696e65a161f" providerId="LiveId" clId="{0C3A4C9E-717D-4ADE-97E0-B0AD580B3355}" dt="2026-01-19T08:30:12.240" v="4976" actId="47"/>
        <pc:sldMkLst>
          <pc:docMk/>
          <pc:sldMk cId="2074219807" sldId="329"/>
        </pc:sldMkLst>
      </pc:sldChg>
      <pc:sldChg chg="addSp delSp modSp add del mod">
        <pc:chgData name="faik bilgen" userId="9fcb1696e65a161f" providerId="LiveId" clId="{0C3A4C9E-717D-4ADE-97E0-B0AD580B3355}" dt="2026-01-19T08:30:12.240" v="4976" actId="47"/>
        <pc:sldMkLst>
          <pc:docMk/>
          <pc:sldMk cId="413828327" sldId="330"/>
        </pc:sldMkLst>
      </pc:sldChg>
      <pc:sldChg chg="addSp delSp modSp add del mod">
        <pc:chgData name="faik bilgen" userId="9fcb1696e65a161f" providerId="LiveId" clId="{0C3A4C9E-717D-4ADE-97E0-B0AD580B3355}" dt="2026-01-19T08:30:12.240" v="4976" actId="47"/>
        <pc:sldMkLst>
          <pc:docMk/>
          <pc:sldMk cId="3049912915" sldId="331"/>
        </pc:sldMkLst>
      </pc:sldChg>
      <pc:sldChg chg="addSp delSp modSp new del mod">
        <pc:chgData name="faik bilgen" userId="9fcb1696e65a161f" providerId="LiveId" clId="{0C3A4C9E-717D-4ADE-97E0-B0AD580B3355}" dt="2026-01-19T08:30:12.240" v="4976" actId="47"/>
        <pc:sldMkLst>
          <pc:docMk/>
          <pc:sldMk cId="4037468409" sldId="333"/>
        </pc:sldMkLst>
      </pc:sldChg>
      <pc:sldChg chg="addSp delSp modSp new mod setBg">
        <pc:chgData name="faik bilgen" userId="9fcb1696e65a161f" providerId="LiveId" clId="{0C3A4C9E-717D-4ADE-97E0-B0AD580B3355}" dt="2026-01-17T12:38:38.133" v="4157" actId="26606"/>
        <pc:sldMkLst>
          <pc:docMk/>
          <pc:sldMk cId="1936368771" sldId="334"/>
        </pc:sldMkLst>
        <pc:spChg chg="mod">
          <ac:chgData name="faik bilgen" userId="9fcb1696e65a161f" providerId="LiveId" clId="{0C3A4C9E-717D-4ADE-97E0-B0AD580B3355}" dt="2026-01-17T12:38:38.133" v="4157" actId="26606"/>
          <ac:spMkLst>
            <pc:docMk/>
            <pc:sldMk cId="1936368771" sldId="334"/>
            <ac:spMk id="3" creationId="{354F4E26-D1F3-EC07-4782-463CFD06FAD1}"/>
          </ac:spMkLst>
        </pc:spChg>
        <pc:spChg chg="add">
          <ac:chgData name="faik bilgen" userId="9fcb1696e65a161f" providerId="LiveId" clId="{0C3A4C9E-717D-4ADE-97E0-B0AD580B3355}" dt="2026-01-17T12:38:38.133" v="4157" actId="26606"/>
          <ac:spMkLst>
            <pc:docMk/>
            <pc:sldMk cId="1936368771" sldId="334"/>
            <ac:spMk id="24" creationId="{389575E1-3389-451A-A5F7-27854C25C599}"/>
          </ac:spMkLst>
        </pc:spChg>
        <pc:spChg chg="add">
          <ac:chgData name="faik bilgen" userId="9fcb1696e65a161f" providerId="LiveId" clId="{0C3A4C9E-717D-4ADE-97E0-B0AD580B3355}" dt="2026-01-17T12:38:38.133" v="4157" actId="26606"/>
          <ac:spMkLst>
            <pc:docMk/>
            <pc:sldMk cId="1936368771" sldId="334"/>
            <ac:spMk id="25" creationId="{A53CCC5C-D88E-40FB-B30B-23DCDBD01D37}"/>
          </ac:spMkLst>
        </pc:spChg>
        <pc:spChg chg="add">
          <ac:chgData name="faik bilgen" userId="9fcb1696e65a161f" providerId="LiveId" clId="{0C3A4C9E-717D-4ADE-97E0-B0AD580B3355}" dt="2026-01-17T12:38:38.133" v="4157" actId="26606"/>
          <ac:spMkLst>
            <pc:docMk/>
            <pc:sldMk cId="1936368771" sldId="334"/>
            <ac:spMk id="26" creationId="{081E4A58-353D-44AE-B2FC-2A74E2E400F7}"/>
          </ac:spMkLst>
        </pc:spChg>
      </pc:sldChg>
      <pc:sldChg chg="modSp add mod">
        <pc:chgData name="faik bilgen" userId="9fcb1696e65a161f" providerId="LiveId" clId="{0C3A4C9E-717D-4ADE-97E0-B0AD580B3355}" dt="2026-01-17T12:39:00.985" v="4167" actId="20577"/>
        <pc:sldMkLst>
          <pc:docMk/>
          <pc:sldMk cId="1409184322" sldId="335"/>
        </pc:sldMkLst>
        <pc:spChg chg="mod">
          <ac:chgData name="faik bilgen" userId="9fcb1696e65a161f" providerId="LiveId" clId="{0C3A4C9E-717D-4ADE-97E0-B0AD580B3355}" dt="2026-01-17T12:39:00.985" v="4167" actId="20577"/>
          <ac:spMkLst>
            <pc:docMk/>
            <pc:sldMk cId="1409184322" sldId="335"/>
            <ac:spMk id="3" creationId="{19BE6953-44A8-E351-F8C5-9B2D6522B55D}"/>
          </ac:spMkLst>
        </pc:spChg>
      </pc:sldChg>
      <pc:sldChg chg="modSp add del mod ord">
        <pc:chgData name="faik bilgen" userId="9fcb1696e65a161f" providerId="LiveId" clId="{0C3A4C9E-717D-4ADE-97E0-B0AD580B3355}" dt="2026-01-19T08:30:12.240" v="4976" actId="47"/>
        <pc:sldMkLst>
          <pc:docMk/>
          <pc:sldMk cId="3793066071" sldId="336"/>
        </pc:sldMkLst>
      </pc:sldChg>
      <pc:sldChg chg="modSp add del mod">
        <pc:chgData name="faik bilgen" userId="9fcb1696e65a161f" providerId="LiveId" clId="{0C3A4C9E-717D-4ADE-97E0-B0AD580B3355}" dt="2026-01-20T08:57:27.367" v="5632" actId="47"/>
        <pc:sldMkLst>
          <pc:docMk/>
          <pc:sldMk cId="1027240615" sldId="337"/>
        </pc:sldMkLst>
      </pc:sldChg>
      <pc:sldChg chg="addSp delSp modSp add del mod">
        <pc:chgData name="faik bilgen" userId="9fcb1696e65a161f" providerId="LiveId" clId="{0C3A4C9E-717D-4ADE-97E0-B0AD580B3355}" dt="2026-01-20T08:57:27.367" v="5632" actId="47"/>
        <pc:sldMkLst>
          <pc:docMk/>
          <pc:sldMk cId="3728687266" sldId="338"/>
        </pc:sldMkLst>
      </pc:sldChg>
      <pc:sldChg chg="addSp delSp modSp new del mod setBg">
        <pc:chgData name="faik bilgen" userId="9fcb1696e65a161f" providerId="LiveId" clId="{0C3A4C9E-717D-4ADE-97E0-B0AD580B3355}" dt="2026-01-20T08:57:27.367" v="5632" actId="47"/>
        <pc:sldMkLst>
          <pc:docMk/>
          <pc:sldMk cId="1338012161" sldId="340"/>
        </pc:sldMkLst>
      </pc:sldChg>
      <pc:sldChg chg="addSp delSp modSp new del mod setBg addAnim">
        <pc:chgData name="faik bilgen" userId="9fcb1696e65a161f" providerId="LiveId" clId="{0C3A4C9E-717D-4ADE-97E0-B0AD580B3355}" dt="2026-01-20T08:57:27.367" v="5632" actId="47"/>
        <pc:sldMkLst>
          <pc:docMk/>
          <pc:sldMk cId="3293302071" sldId="342"/>
        </pc:sldMkLst>
      </pc:sldChg>
      <pc:sldChg chg="addSp delSp modSp add del mod ord">
        <pc:chgData name="faik bilgen" userId="9fcb1696e65a161f" providerId="LiveId" clId="{0C3A4C9E-717D-4ADE-97E0-B0AD580B3355}" dt="2026-01-20T08:57:27.367" v="5632" actId="47"/>
        <pc:sldMkLst>
          <pc:docMk/>
          <pc:sldMk cId="725342305" sldId="343"/>
        </pc:sldMkLst>
      </pc:sldChg>
      <pc:sldChg chg="addSp delSp modSp add del mod">
        <pc:chgData name="faik bilgen" userId="9fcb1696e65a161f" providerId="LiveId" clId="{0C3A4C9E-717D-4ADE-97E0-B0AD580B3355}" dt="2026-01-20T08:57:27.367" v="5632" actId="47"/>
        <pc:sldMkLst>
          <pc:docMk/>
          <pc:sldMk cId="4208932202" sldId="344"/>
        </pc:sldMkLst>
      </pc:sldChg>
      <pc:sldChg chg="addSp delSp modSp add del mod">
        <pc:chgData name="faik bilgen" userId="9fcb1696e65a161f" providerId="LiveId" clId="{0C3A4C9E-717D-4ADE-97E0-B0AD580B3355}" dt="2026-01-20T08:57:27.367" v="5632" actId="47"/>
        <pc:sldMkLst>
          <pc:docMk/>
          <pc:sldMk cId="660422530" sldId="345"/>
        </pc:sldMkLst>
      </pc:sldChg>
      <pc:sldChg chg="addSp delSp modSp add del mod">
        <pc:chgData name="faik bilgen" userId="9fcb1696e65a161f" providerId="LiveId" clId="{0C3A4C9E-717D-4ADE-97E0-B0AD580B3355}" dt="2026-01-20T08:57:27.367" v="5632" actId="47"/>
        <pc:sldMkLst>
          <pc:docMk/>
          <pc:sldMk cId="3331747759" sldId="346"/>
        </pc:sldMkLst>
      </pc:sldChg>
      <pc:sldChg chg="addSp delSp modSp add del mod">
        <pc:chgData name="faik bilgen" userId="9fcb1696e65a161f" providerId="LiveId" clId="{0C3A4C9E-717D-4ADE-97E0-B0AD580B3355}" dt="2026-01-20T08:57:27.367" v="5632" actId="47"/>
        <pc:sldMkLst>
          <pc:docMk/>
          <pc:sldMk cId="3545184821" sldId="347"/>
        </pc:sldMkLst>
      </pc:sldChg>
      <pc:sldChg chg="add del">
        <pc:chgData name="faik bilgen" userId="9fcb1696e65a161f" providerId="LiveId" clId="{0C3A4C9E-717D-4ADE-97E0-B0AD580B3355}" dt="2026-01-19T08:30:12.240" v="4976" actId="47"/>
        <pc:sldMkLst>
          <pc:docMk/>
          <pc:sldMk cId="757455787" sldId="348"/>
        </pc:sldMkLst>
      </pc:sldChg>
      <pc:sldChg chg="addSp delSp modSp new del mod setBg">
        <pc:chgData name="faik bilgen" userId="9fcb1696e65a161f" providerId="LiveId" clId="{0C3A4C9E-717D-4ADE-97E0-B0AD580B3355}" dt="2026-01-20T14:32:55.779" v="5788" actId="47"/>
        <pc:sldMkLst>
          <pc:docMk/>
          <pc:sldMk cId="3131274016" sldId="349"/>
        </pc:sldMkLst>
      </pc:sldChg>
      <pc:sldChg chg="modSp add del mod ord">
        <pc:chgData name="faik bilgen" userId="9fcb1696e65a161f" providerId="LiveId" clId="{0C3A4C9E-717D-4ADE-97E0-B0AD580B3355}" dt="2026-01-20T14:32:55.779" v="5788" actId="47"/>
        <pc:sldMkLst>
          <pc:docMk/>
          <pc:sldMk cId="694935753" sldId="350"/>
        </pc:sldMkLst>
        <pc:spChg chg="mod">
          <ac:chgData name="faik bilgen" userId="9fcb1696e65a161f" providerId="LiveId" clId="{0C3A4C9E-717D-4ADE-97E0-B0AD580B3355}" dt="2026-01-19T08:30:41.291" v="5004" actId="20577"/>
          <ac:spMkLst>
            <pc:docMk/>
            <pc:sldMk cId="694935753" sldId="350"/>
            <ac:spMk id="2" creationId="{E815B1F9-1A96-BEBB-3AFB-11C6D3E74BFB}"/>
          </ac:spMkLst>
        </pc:spChg>
      </pc:sldChg>
      <pc:sldChg chg="modSp add del mod ord modNotesTx">
        <pc:chgData name="faik bilgen" userId="9fcb1696e65a161f" providerId="LiveId" clId="{0C3A4C9E-717D-4ADE-97E0-B0AD580B3355}" dt="2026-01-20T14:32:55.779" v="5788" actId="47"/>
        <pc:sldMkLst>
          <pc:docMk/>
          <pc:sldMk cId="1943525955" sldId="351"/>
        </pc:sldMkLst>
        <pc:spChg chg="mod">
          <ac:chgData name="faik bilgen" userId="9fcb1696e65a161f" providerId="LiveId" clId="{0C3A4C9E-717D-4ADE-97E0-B0AD580B3355}" dt="2026-01-19T08:34:42.786" v="5021" actId="20577"/>
          <ac:spMkLst>
            <pc:docMk/>
            <pc:sldMk cId="1943525955" sldId="351"/>
            <ac:spMk id="2" creationId="{A7C72ECC-5817-3BC3-CAC7-F7DD858BF1BB}"/>
          </ac:spMkLst>
        </pc:spChg>
        <pc:spChg chg="mod">
          <ac:chgData name="faik bilgen" userId="9fcb1696e65a161f" providerId="LiveId" clId="{0C3A4C9E-717D-4ADE-97E0-B0AD580B3355}" dt="2026-01-19T08:42:45.117" v="5101" actId="1036"/>
          <ac:spMkLst>
            <pc:docMk/>
            <pc:sldMk cId="1943525955" sldId="351"/>
            <ac:spMk id="5" creationId="{2CE0DF66-6242-2523-C6BD-189FBDE76F9C}"/>
          </ac:spMkLst>
        </pc:spChg>
      </pc:sldChg>
      <pc:sldChg chg="modSp add del mod modNotesTx">
        <pc:chgData name="faik bilgen" userId="9fcb1696e65a161f" providerId="LiveId" clId="{0C3A4C9E-717D-4ADE-97E0-B0AD580B3355}" dt="2026-01-20T14:32:55.779" v="5788" actId="47"/>
        <pc:sldMkLst>
          <pc:docMk/>
          <pc:sldMk cId="31476329" sldId="352"/>
        </pc:sldMkLst>
        <pc:spChg chg="mod">
          <ac:chgData name="faik bilgen" userId="9fcb1696e65a161f" providerId="LiveId" clId="{0C3A4C9E-717D-4ADE-97E0-B0AD580B3355}" dt="2026-01-19T08:39:10.265" v="5046" actId="20577"/>
          <ac:spMkLst>
            <pc:docMk/>
            <pc:sldMk cId="31476329" sldId="352"/>
            <ac:spMk id="2" creationId="{6DD73244-415D-1E68-2BC3-7944B43AEF25}"/>
          </ac:spMkLst>
        </pc:spChg>
        <pc:spChg chg="mod">
          <ac:chgData name="faik bilgen" userId="9fcb1696e65a161f" providerId="LiveId" clId="{0C3A4C9E-717D-4ADE-97E0-B0AD580B3355}" dt="2026-01-19T08:42:39.567" v="5088" actId="1036"/>
          <ac:spMkLst>
            <pc:docMk/>
            <pc:sldMk cId="31476329" sldId="352"/>
            <ac:spMk id="5" creationId="{BDD22AB8-9347-F997-4926-1151CE27FC93}"/>
          </ac:spMkLst>
        </pc:spChg>
      </pc:sldChg>
      <pc:sldChg chg="modSp add del mod">
        <pc:chgData name="faik bilgen" userId="9fcb1696e65a161f" providerId="LiveId" clId="{0C3A4C9E-717D-4ADE-97E0-B0AD580B3355}" dt="2026-01-20T14:32:55.779" v="5788" actId="47"/>
        <pc:sldMkLst>
          <pc:docMk/>
          <pc:sldMk cId="2748666702" sldId="353"/>
        </pc:sldMkLst>
        <pc:spChg chg="mod">
          <ac:chgData name="faik bilgen" userId="9fcb1696e65a161f" providerId="LiveId" clId="{0C3A4C9E-717D-4ADE-97E0-B0AD580B3355}" dt="2026-01-19T08:40:18.737" v="5058" actId="20577"/>
          <ac:spMkLst>
            <pc:docMk/>
            <pc:sldMk cId="2748666702" sldId="353"/>
            <ac:spMk id="2" creationId="{2CFAF51A-E526-0A71-1402-88AE146C1C05}"/>
          </ac:spMkLst>
        </pc:spChg>
        <pc:spChg chg="mod">
          <ac:chgData name="faik bilgen" userId="9fcb1696e65a161f" providerId="LiveId" clId="{0C3A4C9E-717D-4ADE-97E0-B0AD580B3355}" dt="2026-01-19T08:42:32.467" v="5077" actId="1036"/>
          <ac:spMkLst>
            <pc:docMk/>
            <pc:sldMk cId="2748666702" sldId="353"/>
            <ac:spMk id="5" creationId="{3A20040C-9D0D-FBC1-5C0C-81B85D27ED0A}"/>
          </ac:spMkLst>
        </pc:spChg>
      </pc:sldChg>
      <pc:sldChg chg="modSp add del mod modNotesTx">
        <pc:chgData name="faik bilgen" userId="9fcb1696e65a161f" providerId="LiveId" clId="{0C3A4C9E-717D-4ADE-97E0-B0AD580B3355}" dt="2026-01-20T14:32:55.779" v="5788" actId="47"/>
        <pc:sldMkLst>
          <pc:docMk/>
          <pc:sldMk cId="457470317" sldId="354"/>
        </pc:sldMkLst>
        <pc:spChg chg="mod">
          <ac:chgData name="faik bilgen" userId="9fcb1696e65a161f" providerId="LiveId" clId="{0C3A4C9E-717D-4ADE-97E0-B0AD580B3355}" dt="2026-01-19T08:42:51.829" v="5109" actId="20577"/>
          <ac:spMkLst>
            <pc:docMk/>
            <pc:sldMk cId="457470317" sldId="354"/>
            <ac:spMk id="2" creationId="{B3AF5AF1-97BC-0B3E-C481-F63DF4FC92FE}"/>
          </ac:spMkLst>
        </pc:spChg>
        <pc:spChg chg="mod">
          <ac:chgData name="faik bilgen" userId="9fcb1696e65a161f" providerId="LiveId" clId="{0C3A4C9E-717D-4ADE-97E0-B0AD580B3355}" dt="2026-01-19T08:43:53.335" v="5123" actId="14100"/>
          <ac:spMkLst>
            <pc:docMk/>
            <pc:sldMk cId="457470317" sldId="354"/>
            <ac:spMk id="5" creationId="{25A57006-ADBE-F5AA-4E04-3185D74D844D}"/>
          </ac:spMkLst>
        </pc:spChg>
      </pc:sldChg>
      <pc:sldChg chg="modSp add del mod">
        <pc:chgData name="faik bilgen" userId="9fcb1696e65a161f" providerId="LiveId" clId="{0C3A4C9E-717D-4ADE-97E0-B0AD580B3355}" dt="2026-01-20T14:32:55.779" v="5788" actId="47"/>
        <pc:sldMkLst>
          <pc:docMk/>
          <pc:sldMk cId="4275599633" sldId="355"/>
        </pc:sldMkLst>
        <pc:spChg chg="mod">
          <ac:chgData name="faik bilgen" userId="9fcb1696e65a161f" providerId="LiveId" clId="{0C3A4C9E-717D-4ADE-97E0-B0AD580B3355}" dt="2026-01-19T08:46:33.697" v="5136" actId="20577"/>
          <ac:spMkLst>
            <pc:docMk/>
            <pc:sldMk cId="4275599633" sldId="355"/>
            <ac:spMk id="2" creationId="{A0EC7264-E972-D17B-8715-77C42B8E5E0E}"/>
          </ac:spMkLst>
        </pc:spChg>
        <pc:spChg chg="mod">
          <ac:chgData name="faik bilgen" userId="9fcb1696e65a161f" providerId="LiveId" clId="{0C3A4C9E-717D-4ADE-97E0-B0AD580B3355}" dt="2026-01-19T08:47:04.892" v="5138"/>
          <ac:spMkLst>
            <pc:docMk/>
            <pc:sldMk cId="4275599633" sldId="355"/>
            <ac:spMk id="5" creationId="{E0762854-9D1C-A13C-B22B-E8745BEB7227}"/>
          </ac:spMkLst>
        </pc:spChg>
      </pc:sldChg>
      <pc:sldChg chg="modSp add del mod ord">
        <pc:chgData name="faik bilgen" userId="9fcb1696e65a161f" providerId="LiveId" clId="{0C3A4C9E-717D-4ADE-97E0-B0AD580B3355}" dt="2026-01-20T14:32:55.779" v="5788" actId="47"/>
        <pc:sldMkLst>
          <pc:docMk/>
          <pc:sldMk cId="2433606623" sldId="356"/>
        </pc:sldMkLst>
        <pc:spChg chg="mod">
          <ac:chgData name="faik bilgen" userId="9fcb1696e65a161f" providerId="LiveId" clId="{0C3A4C9E-717D-4ADE-97E0-B0AD580B3355}" dt="2026-01-19T12:09:47.513" v="5202" actId="20577"/>
          <ac:spMkLst>
            <pc:docMk/>
            <pc:sldMk cId="2433606623" sldId="356"/>
            <ac:spMk id="3" creationId="{0BA872B3-F8E5-9FB3-0731-5C7DF1418BCA}"/>
          </ac:spMkLst>
        </pc:spChg>
      </pc:sldChg>
      <pc:sldChg chg="addSp modSp add del mod ord modNotesTx">
        <pc:chgData name="faik bilgen" userId="9fcb1696e65a161f" providerId="LiveId" clId="{0C3A4C9E-717D-4ADE-97E0-B0AD580B3355}" dt="2026-01-20T14:32:55.779" v="5788" actId="47"/>
        <pc:sldMkLst>
          <pc:docMk/>
          <pc:sldMk cId="3871461859" sldId="357"/>
        </pc:sldMkLst>
        <pc:spChg chg="mod">
          <ac:chgData name="faik bilgen" userId="9fcb1696e65a161f" providerId="LiveId" clId="{0C3A4C9E-717D-4ADE-97E0-B0AD580B3355}" dt="2026-01-19T12:43:23.586" v="5206"/>
          <ac:spMkLst>
            <pc:docMk/>
            <pc:sldMk cId="3871461859" sldId="357"/>
            <ac:spMk id="2" creationId="{77A4DA1B-1F5A-1943-49B1-E0EE88B37672}"/>
          </ac:spMkLst>
        </pc:spChg>
        <pc:spChg chg="mod">
          <ac:chgData name="faik bilgen" userId="9fcb1696e65a161f" providerId="LiveId" clId="{0C3A4C9E-717D-4ADE-97E0-B0AD580B3355}" dt="2026-01-19T12:45:36.510" v="5239" actId="552"/>
          <ac:spMkLst>
            <pc:docMk/>
            <pc:sldMk cId="3871461859" sldId="357"/>
            <ac:spMk id="5" creationId="{6480673C-DBFD-EDAD-1BFF-9190037FAC9E}"/>
          </ac:spMkLst>
        </pc:spChg>
        <pc:graphicFrameChg chg="add mod modGraphic">
          <ac:chgData name="faik bilgen" userId="9fcb1696e65a161f" providerId="LiveId" clId="{0C3A4C9E-717D-4ADE-97E0-B0AD580B3355}" dt="2026-01-19T12:45:36.510" v="5239" actId="552"/>
          <ac:graphicFrameMkLst>
            <pc:docMk/>
            <pc:sldMk cId="3871461859" sldId="357"/>
            <ac:graphicFrameMk id="3" creationId="{2DC7441C-1AD8-365A-2446-85D2611DB8DE}"/>
          </ac:graphicFrameMkLst>
        </pc:graphicFrameChg>
      </pc:sldChg>
      <pc:sldChg chg="delSp modSp add del mod">
        <pc:chgData name="faik bilgen" userId="9fcb1696e65a161f" providerId="LiveId" clId="{0C3A4C9E-717D-4ADE-97E0-B0AD580B3355}" dt="2026-01-20T14:32:55.779" v="5788" actId="47"/>
        <pc:sldMkLst>
          <pc:docMk/>
          <pc:sldMk cId="376929427" sldId="358"/>
        </pc:sldMkLst>
        <pc:spChg chg="mod">
          <ac:chgData name="faik bilgen" userId="9fcb1696e65a161f" providerId="LiveId" clId="{0C3A4C9E-717D-4ADE-97E0-B0AD580B3355}" dt="2026-01-19T12:46:45.550" v="5263" actId="20577"/>
          <ac:spMkLst>
            <pc:docMk/>
            <pc:sldMk cId="376929427" sldId="358"/>
            <ac:spMk id="2" creationId="{84D7D15D-5A8B-93CA-E765-5097B2C90E8E}"/>
          </ac:spMkLst>
        </pc:spChg>
        <pc:spChg chg="mod">
          <ac:chgData name="faik bilgen" userId="9fcb1696e65a161f" providerId="LiveId" clId="{0C3A4C9E-717D-4ADE-97E0-B0AD580B3355}" dt="2026-01-19T12:49:29.815" v="5315" actId="1036"/>
          <ac:spMkLst>
            <pc:docMk/>
            <pc:sldMk cId="376929427" sldId="358"/>
            <ac:spMk id="5" creationId="{D6C67AB8-B85D-91AE-BE05-3BA13B92FC18}"/>
          </ac:spMkLst>
        </pc:spChg>
        <pc:graphicFrameChg chg="del">
          <ac:chgData name="faik bilgen" userId="9fcb1696e65a161f" providerId="LiveId" clId="{0C3A4C9E-717D-4ADE-97E0-B0AD580B3355}" dt="2026-01-19T12:46:49.508" v="5264" actId="478"/>
          <ac:graphicFrameMkLst>
            <pc:docMk/>
            <pc:sldMk cId="376929427" sldId="358"/>
            <ac:graphicFrameMk id="3" creationId="{5B2C6001-0F42-D634-07D1-F34C1B00E4AC}"/>
          </ac:graphicFrameMkLst>
        </pc:graphicFrameChg>
      </pc:sldChg>
      <pc:sldChg chg="modSp add del mod">
        <pc:chgData name="faik bilgen" userId="9fcb1696e65a161f" providerId="LiveId" clId="{0C3A4C9E-717D-4ADE-97E0-B0AD580B3355}" dt="2026-01-20T14:32:55.779" v="5788" actId="47"/>
        <pc:sldMkLst>
          <pc:docMk/>
          <pc:sldMk cId="2140530945" sldId="359"/>
        </pc:sldMkLst>
        <pc:spChg chg="mod">
          <ac:chgData name="faik bilgen" userId="9fcb1696e65a161f" providerId="LiveId" clId="{0C3A4C9E-717D-4ADE-97E0-B0AD580B3355}" dt="2026-01-19T12:48:11.379" v="5282" actId="20577"/>
          <ac:spMkLst>
            <pc:docMk/>
            <pc:sldMk cId="2140530945" sldId="359"/>
            <ac:spMk id="2" creationId="{8B2D8E11-E12A-C650-317C-1A33289350D7}"/>
          </ac:spMkLst>
        </pc:spChg>
        <pc:spChg chg="mod">
          <ac:chgData name="faik bilgen" userId="9fcb1696e65a161f" providerId="LiveId" clId="{0C3A4C9E-717D-4ADE-97E0-B0AD580B3355}" dt="2026-01-19T12:49:38.990" v="5334" actId="1036"/>
          <ac:spMkLst>
            <pc:docMk/>
            <pc:sldMk cId="2140530945" sldId="359"/>
            <ac:spMk id="5" creationId="{644FBEED-1F8B-AC54-B2E0-15F272B9CBDD}"/>
          </ac:spMkLst>
        </pc:spChg>
      </pc:sldChg>
      <pc:sldChg chg="modSp add del mod modNotesTx">
        <pc:chgData name="faik bilgen" userId="9fcb1696e65a161f" providerId="LiveId" clId="{0C3A4C9E-717D-4ADE-97E0-B0AD580B3355}" dt="2026-01-20T14:32:55.779" v="5788" actId="47"/>
        <pc:sldMkLst>
          <pc:docMk/>
          <pc:sldMk cId="2064698615" sldId="360"/>
        </pc:sldMkLst>
        <pc:spChg chg="mod">
          <ac:chgData name="faik bilgen" userId="9fcb1696e65a161f" providerId="LiveId" clId="{0C3A4C9E-717D-4ADE-97E0-B0AD580B3355}" dt="2026-01-19T12:49:02.459" v="5296" actId="20577"/>
          <ac:spMkLst>
            <pc:docMk/>
            <pc:sldMk cId="2064698615" sldId="360"/>
            <ac:spMk id="2" creationId="{83A320DC-D331-853A-8517-C0B4F91500FB}"/>
          </ac:spMkLst>
        </pc:spChg>
        <pc:spChg chg="mod">
          <ac:chgData name="faik bilgen" userId="9fcb1696e65a161f" providerId="LiveId" clId="{0C3A4C9E-717D-4ADE-97E0-B0AD580B3355}" dt="2026-01-19T12:49:47.433" v="5352" actId="1036"/>
          <ac:spMkLst>
            <pc:docMk/>
            <pc:sldMk cId="2064698615" sldId="360"/>
            <ac:spMk id="5" creationId="{968F914E-AFD7-D361-F302-2958B299BDC7}"/>
          </ac:spMkLst>
        </pc:spChg>
      </pc:sldChg>
      <pc:sldChg chg="modSp add del mod">
        <pc:chgData name="faik bilgen" userId="9fcb1696e65a161f" providerId="LiveId" clId="{0C3A4C9E-717D-4ADE-97E0-B0AD580B3355}" dt="2026-01-20T14:32:55.779" v="5788" actId="47"/>
        <pc:sldMkLst>
          <pc:docMk/>
          <pc:sldMk cId="2023419515" sldId="361"/>
        </pc:sldMkLst>
        <pc:spChg chg="mod">
          <ac:chgData name="faik bilgen" userId="9fcb1696e65a161f" providerId="LiveId" clId="{0C3A4C9E-717D-4ADE-97E0-B0AD580B3355}" dt="2026-01-19T12:54:05.843" v="5354"/>
          <ac:spMkLst>
            <pc:docMk/>
            <pc:sldMk cId="2023419515" sldId="361"/>
            <ac:spMk id="2" creationId="{CD90FB55-8AA5-2161-38B7-9A7A79101521}"/>
          </ac:spMkLst>
        </pc:spChg>
        <pc:spChg chg="mod">
          <ac:chgData name="faik bilgen" userId="9fcb1696e65a161f" providerId="LiveId" clId="{0C3A4C9E-717D-4ADE-97E0-B0AD580B3355}" dt="2026-01-19T12:54:44.690" v="5356" actId="20577"/>
          <ac:spMkLst>
            <pc:docMk/>
            <pc:sldMk cId="2023419515" sldId="361"/>
            <ac:spMk id="5" creationId="{F7DD3020-C663-016B-C5A5-9E682BEDDD01}"/>
          </ac:spMkLst>
        </pc:spChg>
      </pc:sldChg>
      <pc:sldChg chg="modSp add del mod ord">
        <pc:chgData name="faik bilgen" userId="9fcb1696e65a161f" providerId="LiveId" clId="{0C3A4C9E-717D-4ADE-97E0-B0AD580B3355}" dt="2026-01-20T14:32:55.779" v="5788" actId="47"/>
        <pc:sldMkLst>
          <pc:docMk/>
          <pc:sldMk cId="818778201" sldId="362"/>
        </pc:sldMkLst>
        <pc:spChg chg="mod">
          <ac:chgData name="faik bilgen" userId="9fcb1696e65a161f" providerId="LiveId" clId="{0C3A4C9E-717D-4ADE-97E0-B0AD580B3355}" dt="2026-01-19T13:01:10.829" v="5382" actId="20577"/>
          <ac:spMkLst>
            <pc:docMk/>
            <pc:sldMk cId="818778201" sldId="362"/>
            <ac:spMk id="3" creationId="{6013CD4F-1411-BB1E-0B04-7C6D2082A9D9}"/>
          </ac:spMkLst>
        </pc:spChg>
      </pc:sldChg>
      <pc:sldChg chg="add del">
        <pc:chgData name="faik bilgen" userId="9fcb1696e65a161f" providerId="LiveId" clId="{0C3A4C9E-717D-4ADE-97E0-B0AD580B3355}" dt="2026-01-19T13:01:23.678" v="5384" actId="47"/>
        <pc:sldMkLst>
          <pc:docMk/>
          <pc:sldMk cId="3049854542" sldId="363"/>
        </pc:sldMkLst>
      </pc:sldChg>
      <pc:sldChg chg="addSp delSp modSp new del mod">
        <pc:chgData name="faik bilgen" userId="9fcb1696e65a161f" providerId="LiveId" clId="{0C3A4C9E-717D-4ADE-97E0-B0AD580B3355}" dt="2026-01-20T14:32:55.779" v="5788" actId="47"/>
        <pc:sldMkLst>
          <pc:docMk/>
          <pc:sldMk cId="4129994756" sldId="363"/>
        </pc:sldMkLst>
        <pc:spChg chg="mod">
          <ac:chgData name="faik bilgen" userId="9fcb1696e65a161f" providerId="LiveId" clId="{0C3A4C9E-717D-4ADE-97E0-B0AD580B3355}" dt="2026-01-19T13:01:40.070" v="5399" actId="20577"/>
          <ac:spMkLst>
            <pc:docMk/>
            <pc:sldMk cId="4129994756" sldId="363"/>
            <ac:spMk id="2" creationId="{058A4B89-FD2E-CDD1-7B1F-E654DF70EFF8}"/>
          </ac:spMkLst>
        </pc:spChg>
        <pc:spChg chg="del">
          <ac:chgData name="faik bilgen" userId="9fcb1696e65a161f" providerId="LiveId" clId="{0C3A4C9E-717D-4ADE-97E0-B0AD580B3355}" dt="2026-01-19T13:01:43.927" v="5400" actId="478"/>
          <ac:spMkLst>
            <pc:docMk/>
            <pc:sldMk cId="4129994756" sldId="363"/>
            <ac:spMk id="3" creationId="{DC4887B9-1F66-082D-7548-5DDECC380C28}"/>
          </ac:spMkLst>
        </pc:spChg>
        <pc:spChg chg="add del">
          <ac:chgData name="faik bilgen" userId="9fcb1696e65a161f" providerId="LiveId" clId="{0C3A4C9E-717D-4ADE-97E0-B0AD580B3355}" dt="2026-01-19T13:02:02.717" v="5402" actId="22"/>
          <ac:spMkLst>
            <pc:docMk/>
            <pc:sldMk cId="4129994756" sldId="363"/>
            <ac:spMk id="5" creationId="{17F45925-19C7-C31D-2358-ADDAC3D7FB1B}"/>
          </ac:spMkLst>
        </pc:spChg>
        <pc:spChg chg="add mod">
          <ac:chgData name="faik bilgen" userId="9fcb1696e65a161f" providerId="LiveId" clId="{0C3A4C9E-717D-4ADE-97E0-B0AD580B3355}" dt="2026-01-19T13:24:51.339" v="5527" actId="1035"/>
          <ac:spMkLst>
            <pc:docMk/>
            <pc:sldMk cId="4129994756" sldId="363"/>
            <ac:spMk id="7" creationId="{6DAD52E1-88E1-5EB3-D301-338D29F5A4C2}"/>
          </ac:spMkLst>
        </pc:spChg>
        <pc:spChg chg="add mod">
          <ac:chgData name="faik bilgen" userId="9fcb1696e65a161f" providerId="LiveId" clId="{0C3A4C9E-717D-4ADE-97E0-B0AD580B3355}" dt="2026-01-19T13:26:32.079" v="5542" actId="13926"/>
          <ac:spMkLst>
            <pc:docMk/>
            <pc:sldMk cId="4129994756" sldId="363"/>
            <ac:spMk id="11" creationId="{A573ECAA-75C6-F13E-F33D-557B1480C020}"/>
          </ac:spMkLst>
        </pc:spChg>
        <pc:graphicFrameChg chg="add mod modGraphic">
          <ac:chgData name="faik bilgen" userId="9fcb1696e65a161f" providerId="LiveId" clId="{0C3A4C9E-717D-4ADE-97E0-B0AD580B3355}" dt="2026-01-19T13:26:35.913" v="5543" actId="13926"/>
          <ac:graphicFrameMkLst>
            <pc:docMk/>
            <pc:sldMk cId="4129994756" sldId="363"/>
            <ac:graphicFrameMk id="6" creationId="{A711F935-912B-1B27-1FDB-EDDCE2BEBB3A}"/>
          </ac:graphicFrameMkLst>
        </pc:graphicFrameChg>
        <pc:picChg chg="add del mod">
          <ac:chgData name="faik bilgen" userId="9fcb1696e65a161f" providerId="LiveId" clId="{0C3A4C9E-717D-4ADE-97E0-B0AD580B3355}" dt="2026-01-19T13:24:33.133" v="5513" actId="478"/>
          <ac:picMkLst>
            <pc:docMk/>
            <pc:sldMk cId="4129994756" sldId="363"/>
            <ac:picMk id="9" creationId="{241DDED0-B291-C139-04BB-FDC8A9463811}"/>
          </ac:picMkLst>
        </pc:picChg>
      </pc:sldChg>
      <pc:sldChg chg="addSp delSp modSp add del mod">
        <pc:chgData name="faik bilgen" userId="9fcb1696e65a161f" providerId="LiveId" clId="{0C3A4C9E-717D-4ADE-97E0-B0AD580B3355}" dt="2026-01-20T14:32:55.779" v="5788" actId="47"/>
        <pc:sldMkLst>
          <pc:docMk/>
          <pc:sldMk cId="917974161" sldId="364"/>
        </pc:sldMkLst>
        <pc:spChg chg="del">
          <ac:chgData name="faik bilgen" userId="9fcb1696e65a161f" providerId="LiveId" clId="{0C3A4C9E-717D-4ADE-97E0-B0AD580B3355}" dt="2026-01-19T13:28:25.491" v="5547" actId="478"/>
          <ac:spMkLst>
            <pc:docMk/>
            <pc:sldMk cId="917974161" sldId="364"/>
            <ac:spMk id="7" creationId="{69867567-69C5-F1BF-B5E2-D0B776FE9F87}"/>
          </ac:spMkLst>
        </pc:spChg>
        <pc:spChg chg="del mod">
          <ac:chgData name="faik bilgen" userId="9fcb1696e65a161f" providerId="LiveId" clId="{0C3A4C9E-717D-4ADE-97E0-B0AD580B3355}" dt="2026-01-19T13:28:22.048" v="5546" actId="478"/>
          <ac:spMkLst>
            <pc:docMk/>
            <pc:sldMk cId="917974161" sldId="364"/>
            <ac:spMk id="11" creationId="{FA1AD63A-B8AB-54E7-83B1-1F21B5620428}"/>
          </ac:spMkLst>
        </pc:spChg>
        <pc:graphicFrameChg chg="del">
          <ac:chgData name="faik bilgen" userId="9fcb1696e65a161f" providerId="LiveId" clId="{0C3A4C9E-717D-4ADE-97E0-B0AD580B3355}" dt="2026-01-19T13:28:25.491" v="5547" actId="478"/>
          <ac:graphicFrameMkLst>
            <pc:docMk/>
            <pc:sldMk cId="917974161" sldId="364"/>
            <ac:graphicFrameMk id="6" creationId="{DC80308B-E2FF-AAD3-9ABA-DD5D9E5F9042}"/>
          </ac:graphicFrameMkLst>
        </pc:graphicFrameChg>
        <pc:picChg chg="add mod">
          <ac:chgData name="faik bilgen" userId="9fcb1696e65a161f" providerId="LiveId" clId="{0C3A4C9E-717D-4ADE-97E0-B0AD580B3355}" dt="2026-01-19T13:28:37.552" v="5550" actId="14100"/>
          <ac:picMkLst>
            <pc:docMk/>
            <pc:sldMk cId="917974161" sldId="364"/>
            <ac:picMk id="4" creationId="{C09946B4-BAA8-FECA-A3AC-BC44DBAC18AD}"/>
          </ac:picMkLst>
        </pc:picChg>
      </pc:sldChg>
      <pc:sldChg chg="modSp add del mod ord">
        <pc:chgData name="faik bilgen" userId="9fcb1696e65a161f" providerId="LiveId" clId="{0C3A4C9E-717D-4ADE-97E0-B0AD580B3355}" dt="2026-01-20T14:32:55.779" v="5788" actId="47"/>
        <pc:sldMkLst>
          <pc:docMk/>
          <pc:sldMk cId="54816947" sldId="365"/>
        </pc:sldMkLst>
        <pc:spChg chg="mod">
          <ac:chgData name="faik bilgen" userId="9fcb1696e65a161f" providerId="LiveId" clId="{0C3A4C9E-717D-4ADE-97E0-B0AD580B3355}" dt="2026-01-19T13:31:06.491" v="5582" actId="20577"/>
          <ac:spMkLst>
            <pc:docMk/>
            <pc:sldMk cId="54816947" sldId="365"/>
            <ac:spMk id="2" creationId="{9D882827-A7DB-FE5D-80C4-42D6E49AE04D}"/>
          </ac:spMkLst>
        </pc:spChg>
      </pc:sldChg>
      <pc:sldChg chg="addSp delSp modSp new mod setBg">
        <pc:chgData name="faik bilgen" userId="9fcb1696e65a161f" providerId="LiveId" clId="{0C3A4C9E-717D-4ADE-97E0-B0AD580B3355}" dt="2026-01-20T11:25:24.318" v="5772" actId="14100"/>
        <pc:sldMkLst>
          <pc:docMk/>
          <pc:sldMk cId="4272325911" sldId="366"/>
        </pc:sldMkLst>
        <pc:spChg chg="mod">
          <ac:chgData name="faik bilgen" userId="9fcb1696e65a161f" providerId="LiveId" clId="{0C3A4C9E-717D-4ADE-97E0-B0AD580B3355}" dt="2026-01-20T11:25:14.399" v="5770" actId="26606"/>
          <ac:spMkLst>
            <pc:docMk/>
            <pc:sldMk cId="4272325911" sldId="366"/>
            <ac:spMk id="2" creationId="{E6A3B6DF-B8D5-762F-5501-C7BA79361C20}"/>
          </ac:spMkLst>
        </pc:spChg>
        <pc:spChg chg="del">
          <ac:chgData name="faik bilgen" userId="9fcb1696e65a161f" providerId="LiveId" clId="{0C3A4C9E-717D-4ADE-97E0-B0AD580B3355}" dt="2026-01-20T11:02:27.599" v="5634" actId="478"/>
          <ac:spMkLst>
            <pc:docMk/>
            <pc:sldMk cId="4272325911" sldId="366"/>
            <ac:spMk id="3" creationId="{6AFE984C-135B-A676-2854-AF19276930F9}"/>
          </ac:spMkLst>
        </pc:spChg>
        <pc:spChg chg="add">
          <ac:chgData name="faik bilgen" userId="9fcb1696e65a161f" providerId="LiveId" clId="{0C3A4C9E-717D-4ADE-97E0-B0AD580B3355}" dt="2026-01-20T11:25:14.399" v="5770" actId="26606"/>
          <ac:spMkLst>
            <pc:docMk/>
            <pc:sldMk cId="4272325911" sldId="366"/>
            <ac:spMk id="10" creationId="{BCED4D40-4B67-4331-AC48-79B82B4A47D8}"/>
          </ac:spMkLst>
        </pc:spChg>
        <pc:spChg chg="add">
          <ac:chgData name="faik bilgen" userId="9fcb1696e65a161f" providerId="LiveId" clId="{0C3A4C9E-717D-4ADE-97E0-B0AD580B3355}" dt="2026-01-20T11:25:14.399" v="5770" actId="26606"/>
          <ac:spMkLst>
            <pc:docMk/>
            <pc:sldMk cId="4272325911" sldId="366"/>
            <ac:spMk id="12" creationId="{670CEDEF-4F34-412E-84EE-329C1E936AF5}"/>
          </ac:spMkLst>
        </pc:spChg>
        <pc:picChg chg="add mod">
          <ac:chgData name="faik bilgen" userId="9fcb1696e65a161f" providerId="LiveId" clId="{0C3A4C9E-717D-4ADE-97E0-B0AD580B3355}" dt="2026-01-20T11:25:24.318" v="5772" actId="14100"/>
          <ac:picMkLst>
            <pc:docMk/>
            <pc:sldMk cId="4272325911" sldId="366"/>
            <ac:picMk id="5" creationId="{4DA1FECF-1482-2930-B9D1-1A2D93C0F6A0}"/>
          </ac:picMkLst>
        </pc:picChg>
      </pc:sldChg>
      <pc:sldChg chg="addSp delSp modSp add mod setBg">
        <pc:chgData name="faik bilgen" userId="9fcb1696e65a161f" providerId="LiveId" clId="{0C3A4C9E-717D-4ADE-97E0-B0AD580B3355}" dt="2026-01-20T11:26:44.562" v="5780" actId="26606"/>
        <pc:sldMkLst>
          <pc:docMk/>
          <pc:sldMk cId="1519829562" sldId="367"/>
        </pc:sldMkLst>
        <pc:spChg chg="mod">
          <ac:chgData name="faik bilgen" userId="9fcb1696e65a161f" providerId="LiveId" clId="{0C3A4C9E-717D-4ADE-97E0-B0AD580B3355}" dt="2026-01-20T11:26:44.562" v="5780" actId="26606"/>
          <ac:spMkLst>
            <pc:docMk/>
            <pc:sldMk cId="1519829562" sldId="367"/>
            <ac:spMk id="2" creationId="{362F0C08-2DC4-B486-C525-6E8C1E9DDE54}"/>
          </ac:spMkLst>
        </pc:spChg>
        <pc:spChg chg="add mod">
          <ac:chgData name="faik bilgen" userId="9fcb1696e65a161f" providerId="LiveId" clId="{0C3A4C9E-717D-4ADE-97E0-B0AD580B3355}" dt="2026-01-20T11:26:44.562" v="5780" actId="26606"/>
          <ac:spMkLst>
            <pc:docMk/>
            <pc:sldMk cId="1519829562" sldId="367"/>
            <ac:spMk id="3" creationId="{F9ED8474-27A4-43FC-F3A4-D690C64CED01}"/>
          </ac:spMkLst>
        </pc:spChg>
        <pc:spChg chg="add">
          <ac:chgData name="faik bilgen" userId="9fcb1696e65a161f" providerId="LiveId" clId="{0C3A4C9E-717D-4ADE-97E0-B0AD580B3355}" dt="2026-01-20T11:26:44.562" v="5780" actId="26606"/>
          <ac:spMkLst>
            <pc:docMk/>
            <pc:sldMk cId="1519829562" sldId="367"/>
            <ac:spMk id="9" creationId="{C0763A76-9F1C-4FC5-82B7-DD475DA461B2}"/>
          </ac:spMkLst>
        </pc:spChg>
        <pc:spChg chg="add">
          <ac:chgData name="faik bilgen" userId="9fcb1696e65a161f" providerId="LiveId" clId="{0C3A4C9E-717D-4ADE-97E0-B0AD580B3355}" dt="2026-01-20T11:26:44.562" v="5780" actId="26606"/>
          <ac:spMkLst>
            <pc:docMk/>
            <pc:sldMk cId="1519829562" sldId="367"/>
            <ac:spMk id="11" creationId="{E81BF4F6-F2CF-4984-9D14-D6966D92F99F}"/>
          </ac:spMkLst>
        </pc:spChg>
        <pc:picChg chg="del">
          <ac:chgData name="faik bilgen" userId="9fcb1696e65a161f" providerId="LiveId" clId="{0C3A4C9E-717D-4ADE-97E0-B0AD580B3355}" dt="2026-01-20T11:18:59.224" v="5654" actId="478"/>
          <ac:picMkLst>
            <pc:docMk/>
            <pc:sldMk cId="1519829562" sldId="367"/>
            <ac:picMk id="5" creationId="{57C0DD2B-22A0-B419-D4A4-2464B0DB3135}"/>
          </ac:picMkLst>
        </pc:picChg>
        <pc:picChg chg="add">
          <ac:chgData name="faik bilgen" userId="9fcb1696e65a161f" providerId="LiveId" clId="{0C3A4C9E-717D-4ADE-97E0-B0AD580B3355}" dt="2026-01-20T11:26:44.562" v="5780" actId="26606"/>
          <ac:picMkLst>
            <pc:docMk/>
            <pc:sldMk cId="1519829562" sldId="367"/>
            <ac:picMk id="6" creationId="{9E941563-7411-F599-8F03-11ABE86B4EE4}"/>
          </ac:picMkLst>
        </pc:picChg>
      </pc:sldChg>
      <pc:sldChg chg="addSp delSp modSp add mod setBg">
        <pc:chgData name="faik bilgen" userId="9fcb1696e65a161f" providerId="LiveId" clId="{0C3A4C9E-717D-4ADE-97E0-B0AD580B3355}" dt="2026-01-20T11:26:34.319" v="5779" actId="1076"/>
        <pc:sldMkLst>
          <pc:docMk/>
          <pc:sldMk cId="2727749857" sldId="368"/>
        </pc:sldMkLst>
        <pc:spChg chg="mod">
          <ac:chgData name="faik bilgen" userId="9fcb1696e65a161f" providerId="LiveId" clId="{0C3A4C9E-717D-4ADE-97E0-B0AD580B3355}" dt="2026-01-20T11:26:24.511" v="5777" actId="26606"/>
          <ac:spMkLst>
            <pc:docMk/>
            <pc:sldMk cId="2727749857" sldId="368"/>
            <ac:spMk id="2" creationId="{39654F24-926C-5FC1-CB8F-7C4218C1AB17}"/>
          </ac:spMkLst>
        </pc:spChg>
        <pc:spChg chg="add del">
          <ac:chgData name="faik bilgen" userId="9fcb1696e65a161f" providerId="LiveId" clId="{0C3A4C9E-717D-4ADE-97E0-B0AD580B3355}" dt="2026-01-20T11:26:23.169" v="5774" actId="26606"/>
          <ac:spMkLst>
            <pc:docMk/>
            <pc:sldMk cId="2727749857" sldId="368"/>
            <ac:spMk id="8" creationId="{BCED4D40-4B67-4331-AC48-79B82B4A47D8}"/>
          </ac:spMkLst>
        </pc:spChg>
        <pc:spChg chg="add del">
          <ac:chgData name="faik bilgen" userId="9fcb1696e65a161f" providerId="LiveId" clId="{0C3A4C9E-717D-4ADE-97E0-B0AD580B3355}" dt="2026-01-20T11:26:23.169" v="5774" actId="26606"/>
          <ac:spMkLst>
            <pc:docMk/>
            <pc:sldMk cId="2727749857" sldId="368"/>
            <ac:spMk id="10" creationId="{670CEDEF-4F34-412E-84EE-329C1E936AF5}"/>
          </ac:spMkLst>
        </pc:spChg>
        <pc:spChg chg="add del">
          <ac:chgData name="faik bilgen" userId="9fcb1696e65a161f" providerId="LiveId" clId="{0C3A4C9E-717D-4ADE-97E0-B0AD580B3355}" dt="2026-01-20T11:26:24.497" v="5776" actId="26606"/>
          <ac:spMkLst>
            <pc:docMk/>
            <pc:sldMk cId="2727749857" sldId="368"/>
            <ac:spMk id="12" creationId="{C59AB4C8-9178-4F7A-8404-6890510B5917}"/>
          </ac:spMkLst>
        </pc:spChg>
        <pc:spChg chg="add del">
          <ac:chgData name="faik bilgen" userId="9fcb1696e65a161f" providerId="LiveId" clId="{0C3A4C9E-717D-4ADE-97E0-B0AD580B3355}" dt="2026-01-20T11:26:24.497" v="5776" actId="26606"/>
          <ac:spMkLst>
            <pc:docMk/>
            <pc:sldMk cId="2727749857" sldId="368"/>
            <ac:spMk id="13" creationId="{4CFDFB37-4BC7-42C6-915D-A6609139BFE7}"/>
          </ac:spMkLst>
        </pc:spChg>
        <pc:spChg chg="add">
          <ac:chgData name="faik bilgen" userId="9fcb1696e65a161f" providerId="LiveId" clId="{0C3A4C9E-717D-4ADE-97E0-B0AD580B3355}" dt="2026-01-20T11:26:24.511" v="5777" actId="26606"/>
          <ac:spMkLst>
            <pc:docMk/>
            <pc:sldMk cId="2727749857" sldId="368"/>
            <ac:spMk id="15" creationId="{BCED4D40-4B67-4331-AC48-79B82B4A47D8}"/>
          </ac:spMkLst>
        </pc:spChg>
        <pc:spChg chg="add">
          <ac:chgData name="faik bilgen" userId="9fcb1696e65a161f" providerId="LiveId" clId="{0C3A4C9E-717D-4ADE-97E0-B0AD580B3355}" dt="2026-01-20T11:26:24.511" v="5777" actId="26606"/>
          <ac:spMkLst>
            <pc:docMk/>
            <pc:sldMk cId="2727749857" sldId="368"/>
            <ac:spMk id="16" creationId="{670CEDEF-4F34-412E-84EE-329C1E936AF5}"/>
          </ac:spMkLst>
        </pc:spChg>
        <pc:picChg chg="add mod">
          <ac:chgData name="faik bilgen" userId="9fcb1696e65a161f" providerId="LiveId" clId="{0C3A4C9E-717D-4ADE-97E0-B0AD580B3355}" dt="2026-01-20T11:26:34.319" v="5779" actId="1076"/>
          <ac:picMkLst>
            <pc:docMk/>
            <pc:sldMk cId="2727749857" sldId="368"/>
            <ac:picMk id="3" creationId="{E31D764E-E440-96DC-BA93-CAC22A0DB4BF}"/>
          </ac:picMkLst>
        </pc:picChg>
        <pc:picChg chg="del">
          <ac:chgData name="faik bilgen" userId="9fcb1696e65a161f" providerId="LiveId" clId="{0C3A4C9E-717D-4ADE-97E0-B0AD580B3355}" dt="2026-01-20T11:24:52.236" v="5766" actId="478"/>
          <ac:picMkLst>
            <pc:docMk/>
            <pc:sldMk cId="2727749857" sldId="368"/>
            <ac:picMk id="5" creationId="{42AE7E5D-12C1-7D40-669F-228584A23D70}"/>
          </ac:picMkLst>
        </pc:picChg>
      </pc:sldChg>
      <pc:sldChg chg="modSp add mod ord">
        <pc:chgData name="faik bilgen" userId="9fcb1696e65a161f" providerId="LiveId" clId="{0C3A4C9E-717D-4ADE-97E0-B0AD580B3355}" dt="2026-01-20T11:28:22.031" v="5787" actId="122"/>
        <pc:sldMkLst>
          <pc:docMk/>
          <pc:sldMk cId="2161495391" sldId="369"/>
        </pc:sldMkLst>
        <pc:spChg chg="mod">
          <ac:chgData name="faik bilgen" userId="9fcb1696e65a161f" providerId="LiveId" clId="{0C3A4C9E-717D-4ADE-97E0-B0AD580B3355}" dt="2026-01-20T11:28:22.031" v="5787" actId="122"/>
          <ac:spMkLst>
            <pc:docMk/>
            <pc:sldMk cId="2161495391" sldId="369"/>
            <ac:spMk id="2" creationId="{C4F8C709-3725-11A0-88BA-6CB40825C5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5D07E-B132-4C8F-A144-2D501431D79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7B8A6-DC2C-4E66-899B-3FF6576B9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0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https://azure-samples.github.io/aks-labs/docs/operations/observability-and-monitoring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7B8A6-DC2C-4E66-899B-3FF6576B90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48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A376-8521-6577-2D07-990054A88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1D1AD-C5AE-D5D5-8AEB-3CF00915D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218E4-0D79-BDF6-8381-F4230E4C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445C-3C43-0979-3BC3-3C50A376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8579E-F99E-72F7-92FC-E65D1F06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42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3A46-966F-0889-0D6C-46EF223F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90CF1-7AE8-CB01-72A6-3E5EC146C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2178-CB10-3C0D-9F26-FF03AA7D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6E56D-AAF0-53B1-2EB3-2B05DB7BE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8C5A6-8A41-BFE5-5181-AD86B015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4A1F-F392-185D-224B-A830DD23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378F9-DE95-A055-2AC6-E7157142E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63784-AC7B-9035-BD5F-CA457D8D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98C38-8659-E5D3-AA01-9DBE632E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600AF-5C3D-1998-F8D6-2A1AD019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9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FF7E-5293-08F1-D9A1-3A1680CE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F6F1-FDCC-6B3B-E060-DBA64E0B8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95A3E-2804-E8CE-36A7-16F0D67A0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2C1A7-880C-CD35-6519-B44C1C00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7389A-7BA7-00F2-9F0C-3FF625C3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9FFEB-E07F-475A-DC43-D784B049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0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AF15-66DF-0200-BF84-20E7FCA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C9DF7-FFE2-ACA5-598F-2E8D05F02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1AC6B-6EB4-8880-6CF2-B757060F0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57C6A-70C4-5D49-7AA6-616292306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BEDBF-9DCC-3C70-9011-CC3E8927C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DCA26-C658-60E2-1424-45272CA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D7996-8661-7137-DBB1-48A6E8A7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27E70-8897-E13C-10F1-24FFB6B1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1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71C0-5D8F-1D28-606D-4024F95F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50D43-A793-90E4-6A35-09A203BF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43902-4D2D-7893-9F50-76AD3302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BBF6F-A580-C66C-7FD8-0CD65757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9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A4C65-793A-0452-3B22-EF9BAA6A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1979F-ACA8-3AB5-9C5B-FFA463C1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4F9D8-209E-4082-0939-7461D157A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44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0A0C-21B5-5B1E-1A71-72C64E1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10992-4A91-CA9A-6790-69C97B74C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8F628-8009-4622-AD04-87974ADF9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9F7B8-21E1-FDBD-DF34-35B77CC9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FEC55-0B6B-4ADF-137A-EDE9BBC3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17AA9-A09D-95A1-845A-00284158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30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A1C2-1457-BA97-E02B-7478A5F7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BB29C-956B-CB9A-82C7-D1A75368E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E78F4-29DC-15C6-EB91-0CB176A9F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62D2E-911E-E254-4D20-F879D010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72F32-771C-2443-DCDF-49353E28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AD2F7-6465-65FF-9CBC-7F6BF470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9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3E70-A6AC-9EA6-A861-3E9FAA9E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1546D-E49F-3CBD-23CB-6B06B2C4F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91AD8-77DA-E023-CE62-8DB5F66E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62C2-A50D-B686-F94E-63E71CD7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FBBC1-AC3E-2F70-80F3-F31F052F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8C326-4850-1342-F77B-8A9CFA2B5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7BE1D-65FF-135C-6662-09A7BCF03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94B37-9ED6-9087-1C2A-E654A453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20E9-EEE5-167B-DD70-3972F6A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42915-24C5-13A7-5B23-4A192DA2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0354D-51EE-E6D6-CC86-FEEF104B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25FF8-2273-6FDB-FD37-C132E518F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069AE-095C-7EFB-19E6-EB2833555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68321-C9E7-441E-8ECB-F5B48CA38B30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3A893-A31D-AEFC-084A-9F7122082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53884-7504-3E14-2818-7885D953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7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92AE-673E-92C5-303F-25E8450BD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AKS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EBB44-02B4-0E0C-DADA-EC740183DF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Faik Hakan Bilgen, </a:t>
            </a:r>
          </a:p>
          <a:p>
            <a:r>
              <a:rPr lang="en-US" dirty="0"/>
              <a:t>Sr. CSA, Microsoft</a:t>
            </a:r>
          </a:p>
        </p:txBody>
      </p:sp>
    </p:spTree>
    <p:extLst>
      <p:ext uri="{BB962C8B-B14F-4D97-AF65-F5344CB8AC3E}">
        <p14:creationId xmlns:p14="http://schemas.microsoft.com/office/powerpoint/2010/main" val="178528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C7DB3-6261-13BA-CFB6-51B82A8A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EA9B969-ADD1-69B6-086B-02182DCFD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40BBD310-98A1-006F-FA3E-62BF86561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D7232A9-8766-5242-39EC-AD57E25F1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CCF-AE7A-25E7-BFFF-0DA25929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43F645-2985-4A7F-5C56-219710EC8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31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108BA-CE66-2908-88CD-284D3F554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0EBD9-543C-DF01-01FB-128713202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Advanced Observability Concepts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74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3B6DF-B8D5-762F-5501-C7BA79361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AKS Monitoring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1FECF-1482-2930-B9D1-1A2D93C0F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58" y="1971526"/>
            <a:ext cx="9309016" cy="463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25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F75A-9FC6-F9BE-E4C7-9BD10577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54F24-926C-5FC1-CB8F-7C4218C1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AKS Layers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iagram of layers of Kubernetes environment with related administrative roles.">
            <a:extLst>
              <a:ext uri="{FF2B5EF4-FFF2-40B4-BE49-F238E27FC236}">
                <a16:creationId xmlns:a16="http://schemas.microsoft.com/office/drawing/2014/main" id="{E31D764E-E440-96DC-BA93-CAC22A0DB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168" y="2232043"/>
            <a:ext cx="9251663" cy="411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4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5CE92-A6BE-581A-C8A4-0A78D896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F0C08-2DC4-B486-C525-6E8C1E9D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AKS Monitoring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D8474-27A4-43FC-F3A4-D690C64CED01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Monitor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Resource Visualizer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Monitoring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Insights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Alerts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Metrics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Advisor Recommendations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Logs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6" name="Picture 5" descr="Digital financial graph">
            <a:extLst>
              <a:ext uri="{FF2B5EF4-FFF2-40B4-BE49-F238E27FC236}">
                <a16:creationId xmlns:a16="http://schemas.microsoft.com/office/drawing/2014/main" id="{9E941563-7411-F599-8F03-11ABE86B4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15" r="1732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29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0AB5C-78F9-CDB6-4815-1A243471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AD2EB86-7C49-6D4C-90F0-D5D00EFCD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FAEA101B-BFAE-2142-8A86-AC9B36AE2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7D264182-143F-6A43-D7A4-7D754F1EC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F8C709-3725-11A0-88BA-6CB40825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/>
              <a:t>About the agentic CLI for AKS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FA64FB-6FFB-1AB8-20D3-FC232CDD8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495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F4E26-D1F3-EC07-4782-463CFD06F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936368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299C4-A57F-F76F-A252-0BDFCC66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79EAD09-A52B-3F40-20A0-992FD5B02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C6766D-7230-6D6A-2178-AFEA6D3E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7098CF42-3639-BD0B-AB92-5E94C9F7F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E6953-44A8-E351-F8C5-9B2D6522B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091843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3710</TotalTime>
  <Words>58</Words>
  <Application>Microsoft Office PowerPoint</Application>
  <PresentationFormat>Widescreen</PresentationFormat>
  <Paragraphs>22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1_Office Theme</vt:lpstr>
      <vt:lpstr>AKS Workshop</vt:lpstr>
      <vt:lpstr>Observability</vt:lpstr>
      <vt:lpstr>DEMO</vt:lpstr>
      <vt:lpstr>AKS Monitoring</vt:lpstr>
      <vt:lpstr>AKS Layers</vt:lpstr>
      <vt:lpstr>AKS Monitoring</vt:lpstr>
      <vt:lpstr>About the agentic CLI for AKS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Faik Hakan Bilgen</dc:creator>
  <cp:lastModifiedBy>Faik Hakan Bilgen</cp:lastModifiedBy>
  <cp:revision>1</cp:revision>
  <dcterms:created xsi:type="dcterms:W3CDTF">2026-01-16T08:37:14Z</dcterms:created>
  <dcterms:modified xsi:type="dcterms:W3CDTF">2026-01-20T14:32:58Z</dcterms:modified>
</cp:coreProperties>
</file>