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82" r:id="rId3"/>
    <p:sldId id="366" r:id="rId4"/>
    <p:sldId id="368" r:id="rId5"/>
    <p:sldId id="367" r:id="rId6"/>
    <p:sldId id="279" r:id="rId7"/>
    <p:sldId id="369" r:id="rId8"/>
    <p:sldId id="334" r:id="rId9"/>
    <p:sldId id="33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C53F32-0E14-4DA3-AD7D-C703B44DF16D}" v="10" dt="2026-02-04T21:12:03.8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455" autoAdjust="0"/>
  </p:normalViewPr>
  <p:slideViewPr>
    <p:cSldViewPr snapToGrid="0">
      <p:cViewPr varScale="1">
        <p:scale>
          <a:sx n="94" d="100"/>
          <a:sy n="94" d="100"/>
        </p:scale>
        <p:origin x="12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undo custSel addSld delSld modSld sldOrd">
      <pc:chgData name="faik bilgen" userId="9fcb1696e65a161f" providerId="LiveId" clId="{0C3A4C9E-717D-4ADE-97E0-B0AD580B3355}" dt="2026-02-04T21:12:25.177" v="5800" actId="20577"/>
      <pc:docMkLst>
        <pc:docMk/>
      </pc:docMkLst>
      <pc:sldChg chg="modSp add mod ord modNotesTx">
        <pc:chgData name="faik bilgen" userId="9fcb1696e65a161f" providerId="LiveId" clId="{0C3A4C9E-717D-4ADE-97E0-B0AD580B3355}" dt="2026-02-01T11:40:50.413" v="5790"/>
        <pc:sldMkLst>
          <pc:docMk/>
          <pc:sldMk cId="2540744057" sldId="279"/>
        </pc:sldMkLst>
        <pc:spChg chg="mod">
          <ac:chgData name="faik bilgen" userId="9fcb1696e65a161f" providerId="LiveId" clId="{0C3A4C9E-717D-4ADE-97E0-B0AD580B3355}" dt="2026-01-20T08:56:23.035" v="5626" actId="20577"/>
          <ac:spMkLst>
            <pc:docMk/>
            <pc:sldMk cId="2540744057" sldId="279"/>
            <ac:spMk id="3" creationId="{ABE0EBD9-543C-DF01-01FB-128713202535}"/>
          </ac:spMkLst>
        </pc:spChg>
      </pc:sldChg>
      <pc:sldChg chg="modSp mod">
        <pc:chgData name="faik bilgen" userId="9fcb1696e65a161f" providerId="LiveId" clId="{0C3A4C9E-717D-4ADE-97E0-B0AD580B3355}" dt="2026-01-19T13:51:33.437" v="5595" actId="20577"/>
        <pc:sldMkLst>
          <pc:docMk/>
          <pc:sldMk cId="4292313360" sldId="282"/>
        </pc:sldMkLst>
        <pc:spChg chg="mod">
          <ac:chgData name="faik bilgen" userId="9fcb1696e65a161f" providerId="LiveId" clId="{0C3A4C9E-717D-4ADE-97E0-B0AD580B3355}" dt="2026-01-19T13:51:33.437" v="5595" actId="20577"/>
          <ac:spMkLst>
            <pc:docMk/>
            <pc:sldMk cId="4292313360" sldId="282"/>
            <ac:spMk id="2" creationId="{DD27CCCF-AE7A-25E7-BFFF-0DA25929D339}"/>
          </ac:spMkLst>
        </pc:spChg>
      </pc:sldChg>
      <pc:sldChg chg="addSp delSp modSp new mod setBg">
        <pc:chgData name="faik bilgen" userId="9fcb1696e65a161f" providerId="LiveId" clId="{0C3A4C9E-717D-4ADE-97E0-B0AD580B3355}" dt="2026-01-17T12:38:38.133" v="4157" actId="26606"/>
        <pc:sldMkLst>
          <pc:docMk/>
          <pc:sldMk cId="1936368771" sldId="334"/>
        </pc:sldMkLst>
        <pc:spChg chg="mo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3" creationId="{354F4E26-D1F3-EC07-4782-463CFD06FAD1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4" creationId="{389575E1-3389-451A-A5F7-27854C25C599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5" creationId="{A53CCC5C-D88E-40FB-B30B-23DCDBD01D37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6" creationId="{081E4A58-353D-44AE-B2FC-2A74E2E400F7}"/>
          </ac:spMkLst>
        </pc:spChg>
      </pc:sldChg>
      <pc:sldChg chg="modSp add mod">
        <pc:chgData name="faik bilgen" userId="9fcb1696e65a161f" providerId="LiveId" clId="{0C3A4C9E-717D-4ADE-97E0-B0AD580B3355}" dt="2026-01-17T12:39:00.985" v="4167" actId="20577"/>
        <pc:sldMkLst>
          <pc:docMk/>
          <pc:sldMk cId="1409184322" sldId="335"/>
        </pc:sldMkLst>
        <pc:spChg chg="mod">
          <ac:chgData name="faik bilgen" userId="9fcb1696e65a161f" providerId="LiveId" clId="{0C3A4C9E-717D-4ADE-97E0-B0AD580B3355}" dt="2026-01-17T12:39:00.985" v="4167" actId="20577"/>
          <ac:spMkLst>
            <pc:docMk/>
            <pc:sldMk cId="1409184322" sldId="335"/>
            <ac:spMk id="3" creationId="{19BE6953-44A8-E351-F8C5-9B2D6522B55D}"/>
          </ac:spMkLst>
        </pc:spChg>
      </pc:sldChg>
      <pc:sldChg chg="addSp delSp modSp new mod setBg">
        <pc:chgData name="faik bilgen" userId="9fcb1696e65a161f" providerId="LiveId" clId="{0C3A4C9E-717D-4ADE-97E0-B0AD580B3355}" dt="2026-01-20T11:25:24.318" v="5772" actId="14100"/>
        <pc:sldMkLst>
          <pc:docMk/>
          <pc:sldMk cId="4272325911" sldId="366"/>
        </pc:sldMkLst>
        <pc:spChg chg="mo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2" creationId="{E6A3B6DF-B8D5-762F-5501-C7BA79361C20}"/>
          </ac:spMkLst>
        </pc:spChg>
        <pc:spChg chg="ad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10" creationId="{BCED4D40-4B67-4331-AC48-79B82B4A47D8}"/>
          </ac:spMkLst>
        </pc:spChg>
        <pc:spChg chg="ad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12" creationId="{670CEDEF-4F34-412E-84EE-329C1E936AF5}"/>
          </ac:spMkLst>
        </pc:spChg>
        <pc:picChg chg="add mod">
          <ac:chgData name="faik bilgen" userId="9fcb1696e65a161f" providerId="LiveId" clId="{0C3A4C9E-717D-4ADE-97E0-B0AD580B3355}" dt="2026-01-20T11:25:24.318" v="5772" actId="14100"/>
          <ac:picMkLst>
            <pc:docMk/>
            <pc:sldMk cId="4272325911" sldId="366"/>
            <ac:picMk id="5" creationId="{4DA1FECF-1482-2930-B9D1-1A2D93C0F6A0}"/>
          </ac:picMkLst>
        </pc:picChg>
      </pc:sldChg>
      <pc:sldChg chg="addSp delSp modSp add mod setBg">
        <pc:chgData name="faik bilgen" userId="9fcb1696e65a161f" providerId="LiveId" clId="{0C3A4C9E-717D-4ADE-97E0-B0AD580B3355}" dt="2026-01-20T11:26:44.562" v="5780" actId="26606"/>
        <pc:sldMkLst>
          <pc:docMk/>
          <pc:sldMk cId="1519829562" sldId="367"/>
        </pc:sldMkLst>
        <pc:spChg chg="mo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2" creationId="{362F0C08-2DC4-B486-C525-6E8C1E9DDE54}"/>
          </ac:spMkLst>
        </pc:spChg>
        <pc:spChg chg="add mo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3" creationId="{F9ED8474-27A4-43FC-F3A4-D690C64CED01}"/>
          </ac:spMkLst>
        </pc:spChg>
        <pc:spChg chg="ad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9" creationId="{C0763A76-9F1C-4FC5-82B7-DD475DA461B2}"/>
          </ac:spMkLst>
        </pc:spChg>
        <pc:spChg chg="ad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11" creationId="{E81BF4F6-F2CF-4984-9D14-D6966D92F99F}"/>
          </ac:spMkLst>
        </pc:spChg>
        <pc:picChg chg="add">
          <ac:chgData name="faik bilgen" userId="9fcb1696e65a161f" providerId="LiveId" clId="{0C3A4C9E-717D-4ADE-97E0-B0AD580B3355}" dt="2026-01-20T11:26:44.562" v="5780" actId="26606"/>
          <ac:picMkLst>
            <pc:docMk/>
            <pc:sldMk cId="1519829562" sldId="367"/>
            <ac:picMk id="6" creationId="{9E941563-7411-F599-8F03-11ABE86B4EE4}"/>
          </ac:picMkLst>
        </pc:picChg>
      </pc:sldChg>
      <pc:sldChg chg="addSp delSp modSp add mod setBg">
        <pc:chgData name="faik bilgen" userId="9fcb1696e65a161f" providerId="LiveId" clId="{0C3A4C9E-717D-4ADE-97E0-B0AD580B3355}" dt="2026-01-20T11:26:34.319" v="5779" actId="1076"/>
        <pc:sldMkLst>
          <pc:docMk/>
          <pc:sldMk cId="2727749857" sldId="368"/>
        </pc:sldMkLst>
        <pc:spChg chg="mo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2" creationId="{39654F24-926C-5FC1-CB8F-7C4218C1AB17}"/>
          </ac:spMkLst>
        </pc:spChg>
        <pc:spChg chg="ad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15" creationId="{BCED4D40-4B67-4331-AC48-79B82B4A47D8}"/>
          </ac:spMkLst>
        </pc:spChg>
        <pc:spChg chg="ad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16" creationId="{670CEDEF-4F34-412E-84EE-329C1E936AF5}"/>
          </ac:spMkLst>
        </pc:spChg>
        <pc:picChg chg="add mod">
          <ac:chgData name="faik bilgen" userId="9fcb1696e65a161f" providerId="LiveId" clId="{0C3A4C9E-717D-4ADE-97E0-B0AD580B3355}" dt="2026-01-20T11:26:34.319" v="5779" actId="1076"/>
          <ac:picMkLst>
            <pc:docMk/>
            <pc:sldMk cId="2727749857" sldId="368"/>
            <ac:picMk id="3" creationId="{E31D764E-E440-96DC-BA93-CAC22A0DB4BF}"/>
          </ac:picMkLst>
        </pc:picChg>
      </pc:sldChg>
      <pc:sldChg chg="modSp add mod ord modNotesTx">
        <pc:chgData name="faik bilgen" userId="9fcb1696e65a161f" providerId="LiveId" clId="{0C3A4C9E-717D-4ADE-97E0-B0AD580B3355}" dt="2026-02-04T21:12:25.177" v="5800" actId="20577"/>
        <pc:sldMkLst>
          <pc:docMk/>
          <pc:sldMk cId="2161495391" sldId="369"/>
        </pc:sldMkLst>
        <pc:spChg chg="mod">
          <ac:chgData name="faik bilgen" userId="9fcb1696e65a161f" providerId="LiveId" clId="{0C3A4C9E-717D-4ADE-97E0-B0AD580B3355}" dt="2026-02-04T21:12:25.177" v="5800" actId="20577"/>
          <ac:spMkLst>
            <pc:docMk/>
            <pc:sldMk cId="2161495391" sldId="369"/>
            <ac:spMk id="2" creationId="{C4F8C709-3725-11A0-88BA-6CB40825C59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5D07E-B132-4C8F-A144-2D501431D798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A7B8A6-DC2C-4E66-899B-3FF6576B9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6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https://azure-samples.github.io/aks-labs/docs/operations/observability-and-monitoring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A7B8A6-DC2C-4E66-899B-3FF6576B90A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0488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https://blog.aks.azure.com/2025/08/15/cli-agent-for-aks</a:t>
            </a:r>
          </a:p>
          <a:p>
            <a:r>
              <a:rPr lang="en-US" dirty="0"/>
              <a:t>https://github.com/Azure/agentic-cli-for-aks</a:t>
            </a:r>
          </a:p>
          <a:p>
            <a:r>
              <a:rPr lang="en-US" dirty="0"/>
              <a:t>https://learn.microsoft.com/en-us/azure/aks/cli-agent-for-aks-overview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A7B8A6-DC2C-4E66-899B-3FF6576B90A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875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42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15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9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60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714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96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44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830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9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6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15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77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C7DB3-6261-13BA-CFB6-51B82A8A7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EA9B969-ADD1-69B6-086B-02182DCFD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40BBD310-98A1-006F-FA3E-62BF86561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9D7232A9-8766-5242-39EC-AD57E25F1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27CCCF-AE7A-25E7-BFFF-0DA2592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Observability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43F645-2985-4A7F-5C56-219710EC8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313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A3B6DF-B8D5-762F-5501-C7BA79361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AKS Monitoring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A1FECF-1482-2930-B9D1-1A2D93C0F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58" y="1971526"/>
            <a:ext cx="9309016" cy="46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325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5CF75A-9FC6-F9BE-E4C7-9BD105778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654F24-926C-5FC1-CB8F-7C4218C1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AKS Layers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iagram of layers of Kubernetes environment with related administrative roles.">
            <a:extLst>
              <a:ext uri="{FF2B5EF4-FFF2-40B4-BE49-F238E27FC236}">
                <a16:creationId xmlns:a16="http://schemas.microsoft.com/office/drawing/2014/main" id="{E31D764E-E440-96DC-BA93-CAC22A0DB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168" y="2232043"/>
            <a:ext cx="9251663" cy="411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49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55CE92-A6BE-581A-C8A4-0A78D896C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2F0C08-2DC4-B486-C525-6E8C1E9DD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AKS Monitoring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D8474-27A4-43FC-F3A4-D690C64CED01}"/>
              </a:ext>
            </a:extLst>
          </p:cNvPr>
          <p:cNvSpPr txBox="1"/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Monitor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Resource Visualizer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Monitoring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Insights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Alerts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Metrics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Advisor Recommendations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Logs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6" name="Picture 5" descr="Digital financial graph">
            <a:extLst>
              <a:ext uri="{FF2B5EF4-FFF2-40B4-BE49-F238E27FC236}">
                <a16:creationId xmlns:a16="http://schemas.microsoft.com/office/drawing/2014/main" id="{9E941563-7411-F599-8F03-11ABE86B4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615" r="17329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9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108BA-CE66-2908-88CD-284D3F554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0EBD9-543C-DF01-01FB-128713202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Advanced Observability Concepts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744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0AB5C-78F9-CDB6-4815-1A243471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AD2EB86-7C49-6D4C-90F0-D5D00EFCD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FAEA101B-BFAE-2142-8A86-AC9B36AE2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7D264182-143F-6A43-D7A4-7D754F1EC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F8C709-3725-11A0-88BA-6CB40825C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/>
              <a:t>The </a:t>
            </a:r>
            <a:r>
              <a:rPr lang="en-US" b="1" dirty="0"/>
              <a:t>agentic CLI for AKS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FA64FB-6FFB-1AB8-20D3-FC232CDD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1495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F4E26-D1F3-EC07-4782-463CFD06F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936368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299C4-A57F-F76F-A252-0BDFCC66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9EAD09-A52B-3F40-20A0-992FD5B0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C6766D-7230-6D6A-2178-AFEA6D3E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7098CF42-3639-BD0B-AB92-5E94C9F7F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E6953-44A8-E351-F8C5-9B2D6522B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0918432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3715</TotalTime>
  <Words>95</Words>
  <Application>Microsoft Office PowerPoint</Application>
  <PresentationFormat>Widescreen</PresentationFormat>
  <Paragraphs>26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1_Office Theme</vt:lpstr>
      <vt:lpstr>AKS Workshop</vt:lpstr>
      <vt:lpstr>Observability</vt:lpstr>
      <vt:lpstr>AKS Monitoring</vt:lpstr>
      <vt:lpstr>AKS Layers</vt:lpstr>
      <vt:lpstr>AKS Monitoring</vt:lpstr>
      <vt:lpstr>DEMO</vt:lpstr>
      <vt:lpstr>The agentic CLI for AKS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</cp:revision>
  <dcterms:created xsi:type="dcterms:W3CDTF">2026-01-16T08:37:14Z</dcterms:created>
  <dcterms:modified xsi:type="dcterms:W3CDTF">2026-02-04T21:12:33Z</dcterms:modified>
</cp:coreProperties>
</file>