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82" r:id="rId3"/>
    <p:sldId id="366" r:id="rId4"/>
    <p:sldId id="368" r:id="rId5"/>
    <p:sldId id="367" r:id="rId6"/>
    <p:sldId id="279" r:id="rId7"/>
    <p:sldId id="369" r:id="rId8"/>
    <p:sldId id="334" r:id="rId9"/>
    <p:sldId id="33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C53F32-0E14-4DA3-AD7D-C703B44DF16D}" v="4" dt="2026-01-20T11:28:10.3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ik bilgen" userId="9fcb1696e65a161f" providerId="LiveId" clId="{0C3A4C9E-717D-4ADE-97E0-B0AD580B3355}"/>
    <pc:docChg chg="undo custSel addSld delSld modSld sldOrd">
      <pc:chgData name="faik bilgen" userId="9fcb1696e65a161f" providerId="LiveId" clId="{0C3A4C9E-717D-4ADE-97E0-B0AD580B3355}" dt="2026-02-01T11:40:50.413" v="5790"/>
      <pc:docMkLst>
        <pc:docMk/>
      </pc:docMkLst>
      <pc:sldChg chg="modSp add mod ord modNotesTx">
        <pc:chgData name="faik bilgen" userId="9fcb1696e65a161f" providerId="LiveId" clId="{0C3A4C9E-717D-4ADE-97E0-B0AD580B3355}" dt="2026-02-01T11:40:50.413" v="5790"/>
        <pc:sldMkLst>
          <pc:docMk/>
          <pc:sldMk cId="2540744057" sldId="279"/>
        </pc:sldMkLst>
        <pc:spChg chg="mod">
          <ac:chgData name="faik bilgen" userId="9fcb1696e65a161f" providerId="LiveId" clId="{0C3A4C9E-717D-4ADE-97E0-B0AD580B3355}" dt="2026-01-20T08:56:23.035" v="5626" actId="20577"/>
          <ac:spMkLst>
            <pc:docMk/>
            <pc:sldMk cId="2540744057" sldId="279"/>
            <ac:spMk id="3" creationId="{ABE0EBD9-543C-DF01-01FB-128713202535}"/>
          </ac:spMkLst>
        </pc:spChg>
      </pc:sldChg>
      <pc:sldChg chg="modSp mod">
        <pc:chgData name="faik bilgen" userId="9fcb1696e65a161f" providerId="LiveId" clId="{0C3A4C9E-717D-4ADE-97E0-B0AD580B3355}" dt="2026-01-19T13:51:33.437" v="5595" actId="20577"/>
        <pc:sldMkLst>
          <pc:docMk/>
          <pc:sldMk cId="4292313360" sldId="282"/>
        </pc:sldMkLst>
        <pc:spChg chg="mod">
          <ac:chgData name="faik bilgen" userId="9fcb1696e65a161f" providerId="LiveId" clId="{0C3A4C9E-717D-4ADE-97E0-B0AD580B3355}" dt="2026-01-19T13:51:33.437" v="5595" actId="20577"/>
          <ac:spMkLst>
            <pc:docMk/>
            <pc:sldMk cId="4292313360" sldId="282"/>
            <ac:spMk id="2" creationId="{DD27CCCF-AE7A-25E7-BFFF-0DA25929D339}"/>
          </ac:spMkLst>
        </pc:spChg>
      </pc:sldChg>
      <pc:sldChg chg="addSp delSp modSp new mod setBg">
        <pc:chgData name="faik bilgen" userId="9fcb1696e65a161f" providerId="LiveId" clId="{0C3A4C9E-717D-4ADE-97E0-B0AD580B3355}" dt="2026-01-17T12:38:38.133" v="4157" actId="26606"/>
        <pc:sldMkLst>
          <pc:docMk/>
          <pc:sldMk cId="1936368771" sldId="334"/>
        </pc:sldMkLst>
        <pc:spChg chg="mod">
          <ac:chgData name="faik bilgen" userId="9fcb1696e65a161f" providerId="LiveId" clId="{0C3A4C9E-717D-4ADE-97E0-B0AD580B3355}" dt="2026-01-17T12:38:38.133" v="4157" actId="26606"/>
          <ac:spMkLst>
            <pc:docMk/>
            <pc:sldMk cId="1936368771" sldId="334"/>
            <ac:spMk id="3" creationId="{354F4E26-D1F3-EC07-4782-463CFD06FAD1}"/>
          </ac:spMkLst>
        </pc:spChg>
        <pc:spChg chg="add">
          <ac:chgData name="faik bilgen" userId="9fcb1696e65a161f" providerId="LiveId" clId="{0C3A4C9E-717D-4ADE-97E0-B0AD580B3355}" dt="2026-01-17T12:38:38.133" v="4157" actId="26606"/>
          <ac:spMkLst>
            <pc:docMk/>
            <pc:sldMk cId="1936368771" sldId="334"/>
            <ac:spMk id="24" creationId="{389575E1-3389-451A-A5F7-27854C25C599}"/>
          </ac:spMkLst>
        </pc:spChg>
        <pc:spChg chg="add">
          <ac:chgData name="faik bilgen" userId="9fcb1696e65a161f" providerId="LiveId" clId="{0C3A4C9E-717D-4ADE-97E0-B0AD580B3355}" dt="2026-01-17T12:38:38.133" v="4157" actId="26606"/>
          <ac:spMkLst>
            <pc:docMk/>
            <pc:sldMk cId="1936368771" sldId="334"/>
            <ac:spMk id="25" creationId="{A53CCC5C-D88E-40FB-B30B-23DCDBD01D37}"/>
          </ac:spMkLst>
        </pc:spChg>
        <pc:spChg chg="add">
          <ac:chgData name="faik bilgen" userId="9fcb1696e65a161f" providerId="LiveId" clId="{0C3A4C9E-717D-4ADE-97E0-B0AD580B3355}" dt="2026-01-17T12:38:38.133" v="4157" actId="26606"/>
          <ac:spMkLst>
            <pc:docMk/>
            <pc:sldMk cId="1936368771" sldId="334"/>
            <ac:spMk id="26" creationId="{081E4A58-353D-44AE-B2FC-2A74E2E400F7}"/>
          </ac:spMkLst>
        </pc:spChg>
      </pc:sldChg>
      <pc:sldChg chg="modSp add mod">
        <pc:chgData name="faik bilgen" userId="9fcb1696e65a161f" providerId="LiveId" clId="{0C3A4C9E-717D-4ADE-97E0-B0AD580B3355}" dt="2026-01-17T12:39:00.985" v="4167" actId="20577"/>
        <pc:sldMkLst>
          <pc:docMk/>
          <pc:sldMk cId="1409184322" sldId="335"/>
        </pc:sldMkLst>
        <pc:spChg chg="mod">
          <ac:chgData name="faik bilgen" userId="9fcb1696e65a161f" providerId="LiveId" clId="{0C3A4C9E-717D-4ADE-97E0-B0AD580B3355}" dt="2026-01-17T12:39:00.985" v="4167" actId="20577"/>
          <ac:spMkLst>
            <pc:docMk/>
            <pc:sldMk cId="1409184322" sldId="335"/>
            <ac:spMk id="3" creationId="{19BE6953-44A8-E351-F8C5-9B2D6522B55D}"/>
          </ac:spMkLst>
        </pc:spChg>
      </pc:sldChg>
      <pc:sldChg chg="addSp delSp modSp new mod setBg">
        <pc:chgData name="faik bilgen" userId="9fcb1696e65a161f" providerId="LiveId" clId="{0C3A4C9E-717D-4ADE-97E0-B0AD580B3355}" dt="2026-01-20T11:25:24.318" v="5772" actId="14100"/>
        <pc:sldMkLst>
          <pc:docMk/>
          <pc:sldMk cId="4272325911" sldId="366"/>
        </pc:sldMkLst>
        <pc:spChg chg="mod">
          <ac:chgData name="faik bilgen" userId="9fcb1696e65a161f" providerId="LiveId" clId="{0C3A4C9E-717D-4ADE-97E0-B0AD580B3355}" dt="2026-01-20T11:25:14.399" v="5770" actId="26606"/>
          <ac:spMkLst>
            <pc:docMk/>
            <pc:sldMk cId="4272325911" sldId="366"/>
            <ac:spMk id="2" creationId="{E6A3B6DF-B8D5-762F-5501-C7BA79361C20}"/>
          </ac:spMkLst>
        </pc:spChg>
        <pc:spChg chg="add">
          <ac:chgData name="faik bilgen" userId="9fcb1696e65a161f" providerId="LiveId" clId="{0C3A4C9E-717D-4ADE-97E0-B0AD580B3355}" dt="2026-01-20T11:25:14.399" v="5770" actId="26606"/>
          <ac:spMkLst>
            <pc:docMk/>
            <pc:sldMk cId="4272325911" sldId="366"/>
            <ac:spMk id="10" creationId="{BCED4D40-4B67-4331-AC48-79B82B4A47D8}"/>
          </ac:spMkLst>
        </pc:spChg>
        <pc:spChg chg="add">
          <ac:chgData name="faik bilgen" userId="9fcb1696e65a161f" providerId="LiveId" clId="{0C3A4C9E-717D-4ADE-97E0-B0AD580B3355}" dt="2026-01-20T11:25:14.399" v="5770" actId="26606"/>
          <ac:spMkLst>
            <pc:docMk/>
            <pc:sldMk cId="4272325911" sldId="366"/>
            <ac:spMk id="12" creationId="{670CEDEF-4F34-412E-84EE-329C1E936AF5}"/>
          </ac:spMkLst>
        </pc:spChg>
        <pc:picChg chg="add mod">
          <ac:chgData name="faik bilgen" userId="9fcb1696e65a161f" providerId="LiveId" clId="{0C3A4C9E-717D-4ADE-97E0-B0AD580B3355}" dt="2026-01-20T11:25:24.318" v="5772" actId="14100"/>
          <ac:picMkLst>
            <pc:docMk/>
            <pc:sldMk cId="4272325911" sldId="366"/>
            <ac:picMk id="5" creationId="{4DA1FECF-1482-2930-B9D1-1A2D93C0F6A0}"/>
          </ac:picMkLst>
        </pc:picChg>
      </pc:sldChg>
      <pc:sldChg chg="addSp delSp modSp add mod setBg">
        <pc:chgData name="faik bilgen" userId="9fcb1696e65a161f" providerId="LiveId" clId="{0C3A4C9E-717D-4ADE-97E0-B0AD580B3355}" dt="2026-01-20T11:26:44.562" v="5780" actId="26606"/>
        <pc:sldMkLst>
          <pc:docMk/>
          <pc:sldMk cId="1519829562" sldId="367"/>
        </pc:sldMkLst>
        <pc:spChg chg="mod">
          <ac:chgData name="faik bilgen" userId="9fcb1696e65a161f" providerId="LiveId" clId="{0C3A4C9E-717D-4ADE-97E0-B0AD580B3355}" dt="2026-01-20T11:26:44.562" v="5780" actId="26606"/>
          <ac:spMkLst>
            <pc:docMk/>
            <pc:sldMk cId="1519829562" sldId="367"/>
            <ac:spMk id="2" creationId="{362F0C08-2DC4-B486-C525-6E8C1E9DDE54}"/>
          </ac:spMkLst>
        </pc:spChg>
        <pc:spChg chg="add mod">
          <ac:chgData name="faik bilgen" userId="9fcb1696e65a161f" providerId="LiveId" clId="{0C3A4C9E-717D-4ADE-97E0-B0AD580B3355}" dt="2026-01-20T11:26:44.562" v="5780" actId="26606"/>
          <ac:spMkLst>
            <pc:docMk/>
            <pc:sldMk cId="1519829562" sldId="367"/>
            <ac:spMk id="3" creationId="{F9ED8474-27A4-43FC-F3A4-D690C64CED01}"/>
          </ac:spMkLst>
        </pc:spChg>
        <pc:spChg chg="add">
          <ac:chgData name="faik bilgen" userId="9fcb1696e65a161f" providerId="LiveId" clId="{0C3A4C9E-717D-4ADE-97E0-B0AD580B3355}" dt="2026-01-20T11:26:44.562" v="5780" actId="26606"/>
          <ac:spMkLst>
            <pc:docMk/>
            <pc:sldMk cId="1519829562" sldId="367"/>
            <ac:spMk id="9" creationId="{C0763A76-9F1C-4FC5-82B7-DD475DA461B2}"/>
          </ac:spMkLst>
        </pc:spChg>
        <pc:spChg chg="add">
          <ac:chgData name="faik bilgen" userId="9fcb1696e65a161f" providerId="LiveId" clId="{0C3A4C9E-717D-4ADE-97E0-B0AD580B3355}" dt="2026-01-20T11:26:44.562" v="5780" actId="26606"/>
          <ac:spMkLst>
            <pc:docMk/>
            <pc:sldMk cId="1519829562" sldId="367"/>
            <ac:spMk id="11" creationId="{E81BF4F6-F2CF-4984-9D14-D6966D92F99F}"/>
          </ac:spMkLst>
        </pc:spChg>
        <pc:picChg chg="add">
          <ac:chgData name="faik bilgen" userId="9fcb1696e65a161f" providerId="LiveId" clId="{0C3A4C9E-717D-4ADE-97E0-B0AD580B3355}" dt="2026-01-20T11:26:44.562" v="5780" actId="26606"/>
          <ac:picMkLst>
            <pc:docMk/>
            <pc:sldMk cId="1519829562" sldId="367"/>
            <ac:picMk id="6" creationId="{9E941563-7411-F599-8F03-11ABE86B4EE4}"/>
          </ac:picMkLst>
        </pc:picChg>
      </pc:sldChg>
      <pc:sldChg chg="addSp delSp modSp add mod setBg">
        <pc:chgData name="faik bilgen" userId="9fcb1696e65a161f" providerId="LiveId" clId="{0C3A4C9E-717D-4ADE-97E0-B0AD580B3355}" dt="2026-01-20T11:26:34.319" v="5779" actId="1076"/>
        <pc:sldMkLst>
          <pc:docMk/>
          <pc:sldMk cId="2727749857" sldId="368"/>
        </pc:sldMkLst>
        <pc:spChg chg="mod">
          <ac:chgData name="faik bilgen" userId="9fcb1696e65a161f" providerId="LiveId" clId="{0C3A4C9E-717D-4ADE-97E0-B0AD580B3355}" dt="2026-01-20T11:26:24.511" v="5777" actId="26606"/>
          <ac:spMkLst>
            <pc:docMk/>
            <pc:sldMk cId="2727749857" sldId="368"/>
            <ac:spMk id="2" creationId="{39654F24-926C-5FC1-CB8F-7C4218C1AB17}"/>
          </ac:spMkLst>
        </pc:spChg>
        <pc:spChg chg="add">
          <ac:chgData name="faik bilgen" userId="9fcb1696e65a161f" providerId="LiveId" clId="{0C3A4C9E-717D-4ADE-97E0-B0AD580B3355}" dt="2026-01-20T11:26:24.511" v="5777" actId="26606"/>
          <ac:spMkLst>
            <pc:docMk/>
            <pc:sldMk cId="2727749857" sldId="368"/>
            <ac:spMk id="15" creationId="{BCED4D40-4B67-4331-AC48-79B82B4A47D8}"/>
          </ac:spMkLst>
        </pc:spChg>
        <pc:spChg chg="add">
          <ac:chgData name="faik bilgen" userId="9fcb1696e65a161f" providerId="LiveId" clId="{0C3A4C9E-717D-4ADE-97E0-B0AD580B3355}" dt="2026-01-20T11:26:24.511" v="5777" actId="26606"/>
          <ac:spMkLst>
            <pc:docMk/>
            <pc:sldMk cId="2727749857" sldId="368"/>
            <ac:spMk id="16" creationId="{670CEDEF-4F34-412E-84EE-329C1E936AF5}"/>
          </ac:spMkLst>
        </pc:spChg>
        <pc:picChg chg="add mod">
          <ac:chgData name="faik bilgen" userId="9fcb1696e65a161f" providerId="LiveId" clId="{0C3A4C9E-717D-4ADE-97E0-B0AD580B3355}" dt="2026-01-20T11:26:34.319" v="5779" actId="1076"/>
          <ac:picMkLst>
            <pc:docMk/>
            <pc:sldMk cId="2727749857" sldId="368"/>
            <ac:picMk id="3" creationId="{E31D764E-E440-96DC-BA93-CAC22A0DB4BF}"/>
          </ac:picMkLst>
        </pc:picChg>
      </pc:sldChg>
      <pc:sldChg chg="modSp add mod ord">
        <pc:chgData name="faik bilgen" userId="9fcb1696e65a161f" providerId="LiveId" clId="{0C3A4C9E-717D-4ADE-97E0-B0AD580B3355}" dt="2026-01-20T11:28:22.031" v="5787" actId="122"/>
        <pc:sldMkLst>
          <pc:docMk/>
          <pc:sldMk cId="2161495391" sldId="369"/>
        </pc:sldMkLst>
        <pc:spChg chg="mod">
          <ac:chgData name="faik bilgen" userId="9fcb1696e65a161f" providerId="LiveId" clId="{0C3A4C9E-717D-4ADE-97E0-B0AD580B3355}" dt="2026-01-20T11:28:22.031" v="5787" actId="122"/>
          <ac:spMkLst>
            <pc:docMk/>
            <pc:sldMk cId="2161495391" sldId="369"/>
            <ac:spMk id="2" creationId="{C4F8C709-3725-11A0-88BA-6CB40825C59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5D07E-B132-4C8F-A144-2D501431D79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A7B8A6-DC2C-4E66-899B-3FF6576B90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6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https://azure-samples.github.io/aks-labs/docs/operations/observability-and-monitoring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A7B8A6-DC2C-4E66-899B-3FF6576B90A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048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7A376-8521-6577-2D07-990054A88E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01D1AD-C5AE-D5D5-8AEB-3CF00915DA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6218E4-0D79-BDF6-8381-F4230E4C1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1445C-3C43-0979-3BC3-3C50A3764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8579E-F99E-72F7-92FC-E65D1F06D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342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A3A46-966F-0889-0D6C-46EF223F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90CF1-7AE8-CB01-72A6-3E5EC146C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82178-CB10-3C0D-9F26-FF03AA7D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6E56D-AAF0-53B1-2EB3-2B05DB7BE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8C5A6-8A41-BFE5-5181-AD86B0150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615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74A1F-F392-185D-224B-A830DD235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378F9-DE95-A055-2AC6-E7157142E7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3784-AC7B-9035-BD5F-CA457D8D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98C38-8659-E5D3-AA01-9DBE632E3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600AF-5C3D-1998-F8D6-2A1AD0195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92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FF7E-5293-08F1-D9A1-3A1680CEE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6F6F1-FDCC-6B3B-E060-DBA64E0B8A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95A3E-2804-E8CE-36A7-16F0D67A0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2C1A7-880C-CD35-6519-B44C1C001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7389A-7BA7-00F2-9F0C-3FF625C3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9FFEB-E07F-475A-DC43-D784B049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60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5AF15-66DF-0200-BF84-20E7FCAE1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1C9DF7-FFE2-ACA5-598F-2E8D05F024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1AC6B-6EB4-8880-6CF2-B757060F06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F57C6A-70C4-5D49-7AA6-6162923068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BEDBF-9DCC-3C70-9011-CC3E8927C1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2DCA26-C658-60E2-1424-45272CAB1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DD7996-8661-7137-DBB1-48A6E8A73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E27E70-8897-E13C-10F1-24FFB6B1B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7146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E71C0-5D8F-1D28-606D-4024F95F3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450D43-A793-90E4-6A35-09A203BFF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43902-4D2D-7893-9F50-76AD33027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0BBF6F-A580-C66C-7FD8-0CD657578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496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9A4C65-793A-0452-3B22-EF9BAA6AB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B1979F-ACA8-3AB5-9C5B-FFA463C1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4F9D8-209E-4082-0939-7461D157A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844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90A0C-21B5-5B1E-1A71-72C64E1C55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10992-4A91-CA9A-6790-69C97B74C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D8F628-8009-4622-AD04-87974ADF90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9F7B8-21E1-FDBD-DF34-35B77CC99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FEC55-0B6B-4ADF-137A-EDE9BBC3C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617AA9-A09D-95A1-845A-002841584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830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A1C2-1457-BA97-E02B-7478A5F75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5BB29C-956B-CB9A-82C7-D1A75368EA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1E78F4-29DC-15C6-EB91-0CB176A9F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662D2E-911E-E254-4D20-F879D0105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72F32-771C-2443-DCDF-49353E280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3AD2F7-6465-65FF-9CBC-7F6BF4705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299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E70-A6AC-9EA6-A861-3E9FAA9E7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81546D-E49F-3CBD-23CB-6B06B2C4FF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91AD8-77DA-E023-CE62-8DB5F66E0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C62C2-A50D-B686-F94E-63E71CD7A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FBBC1-AC3E-2F70-80F3-F31F052F8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6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98C326-4850-1342-F77B-8A9CFA2B5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17BE1D-65FF-135C-6662-09A7BCF03C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94B37-9ED6-9087-1C2A-E654A453F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920E9-EEE5-167B-DD70-3972F6A3C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2915-24C5-13A7-5B23-4A192DA24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15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10354D-51EE-E6D6-CC86-FEEF104B1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925FF8-2273-6FDB-FD37-C132E518F4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2069AE-095C-7EFB-19E6-EB28335555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268321-C9E7-441E-8ECB-F5B48CA38B30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3A893-A31D-AEFC-084A-9F7122082C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53884-7504-3E14-2818-7885D95322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004913-403C-4409-88C9-C8B79CC53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776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92AE-673E-92C5-303F-25E8450BD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AKS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0EBB44-02B4-0E0C-DADA-EC740183DF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Faik Hakan Bilgen, </a:t>
            </a:r>
          </a:p>
          <a:p>
            <a:r>
              <a:rPr lang="en-US" dirty="0"/>
              <a:t>Sr. CSA, Microsoft</a:t>
            </a:r>
          </a:p>
        </p:txBody>
      </p:sp>
    </p:spTree>
    <p:extLst>
      <p:ext uri="{BB962C8B-B14F-4D97-AF65-F5344CB8AC3E}">
        <p14:creationId xmlns:p14="http://schemas.microsoft.com/office/powerpoint/2010/main" val="1785283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5C7DB3-6261-13BA-CFB6-51B82A8A7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EA9B969-ADD1-69B6-086B-02182DCFD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40BBD310-98A1-006F-FA3E-62BF86561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9D7232A9-8766-5242-39EC-AD57E25F1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27CCCF-AE7A-25E7-BFFF-0DA2592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Observability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43F645-2985-4A7F-5C56-219710EC8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2313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A3B6DF-B8D5-762F-5501-C7BA79361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AKS Monitoring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A1FECF-1482-2930-B9D1-1A2D93C0F6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558" y="1971526"/>
            <a:ext cx="9309016" cy="46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325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5CF75A-9FC6-F9BE-E4C7-9BD105778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654F24-926C-5FC1-CB8F-7C4218C1A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AKS Layers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iagram of layers of Kubernetes environment with related administrative roles.">
            <a:extLst>
              <a:ext uri="{FF2B5EF4-FFF2-40B4-BE49-F238E27FC236}">
                <a16:creationId xmlns:a16="http://schemas.microsoft.com/office/drawing/2014/main" id="{E31D764E-E440-96DC-BA93-CAC22A0DB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168" y="2232043"/>
            <a:ext cx="9251663" cy="4116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749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55CE92-A6BE-581A-C8A4-0A78D896C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2F0C08-2DC4-B486-C525-6E8C1E9DD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AKS Monitoring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D8474-27A4-43FC-F3A4-D690C64CED01}"/>
              </a:ext>
            </a:extLst>
          </p:cNvPr>
          <p:cNvSpPr txBox="1"/>
          <p:nvPr/>
        </p:nvSpPr>
        <p:spPr>
          <a:xfrm>
            <a:off x="761802" y="2743200"/>
            <a:ext cx="464690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Monitor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Resource Visualizer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Monitoring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Insights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Alerts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Metrics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Advisor Recommendations</a:t>
            </a:r>
          </a:p>
          <a:p>
            <a:pPr marL="742950" lvl="1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Logs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/>
          </a:p>
        </p:txBody>
      </p:sp>
      <p:pic>
        <p:nvPicPr>
          <p:cNvPr id="6" name="Picture 5" descr="Digital financial graph">
            <a:extLst>
              <a:ext uri="{FF2B5EF4-FFF2-40B4-BE49-F238E27FC236}">
                <a16:creationId xmlns:a16="http://schemas.microsoft.com/office/drawing/2014/main" id="{9E941563-7411-F599-8F03-11ABE86B4E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615" r="17329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29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B108BA-CE66-2908-88CD-284D3F554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381"/>
            <a:ext cx="10512552" cy="406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E0EBD9-543C-DF01-01FB-128713202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983276"/>
            <a:ext cx="10512552" cy="112668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400" dirty="0"/>
              <a:t>Advanced Observability Concepts</a:t>
            </a:r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0744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60AB5C-78F9-CDB6-4815-1A2434714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EAD2EB86-7C49-6D4C-90F0-D5D00EFCD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FAEA101B-BFAE-2142-8A86-AC9B36AE26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7D264182-143F-6A43-D7A4-7D754F1ECF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F8C709-3725-11A0-88BA-6CB40825C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b="1" dirty="0"/>
              <a:t>About the agentic CLI for AKS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FA64FB-6FFB-1AB8-20D3-FC232CDD8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1495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F4E26-D1F3-EC07-4782-463CFD06F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/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1936368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8299C4-A57F-F76F-A252-0BDFCC66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79EAD09-A52B-3F40-20A0-992FD5B02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293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3C6766D-7230-6D6A-2178-AFEA6D3E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"/>
            <a:ext cx="4167268" cy="6858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7098CF42-3639-BD0B-AB92-5E94C9F7FB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E6953-44A8-E351-F8C5-9B2D6522B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409184322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3711</TotalTime>
  <Words>58</Words>
  <Application>Microsoft Office PowerPoint</Application>
  <PresentationFormat>Widescreen</PresentationFormat>
  <Paragraphs>22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1_Office Theme</vt:lpstr>
      <vt:lpstr>AKS Workshop</vt:lpstr>
      <vt:lpstr>Observability</vt:lpstr>
      <vt:lpstr>AKS Monitoring</vt:lpstr>
      <vt:lpstr>AKS Layers</vt:lpstr>
      <vt:lpstr>AKS Monitoring</vt:lpstr>
      <vt:lpstr>DEMO</vt:lpstr>
      <vt:lpstr>About the agentic CLI for AKS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Faik Hakan Bilgen</dc:creator>
  <cp:lastModifiedBy>Faik Hakan Bilgen</cp:lastModifiedBy>
  <cp:revision>1</cp:revision>
  <dcterms:created xsi:type="dcterms:W3CDTF">2026-01-16T08:37:14Z</dcterms:created>
  <dcterms:modified xsi:type="dcterms:W3CDTF">2026-02-01T11:41:00Z</dcterms:modified>
</cp:coreProperties>
</file>